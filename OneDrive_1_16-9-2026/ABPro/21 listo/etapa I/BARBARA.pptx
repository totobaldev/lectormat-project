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9"/>
  </p:notesMasterIdLst>
  <p:handoutMasterIdLst>
    <p:handoutMasterId r:id="rId10"/>
  </p:handoutMasterIdLst>
  <p:sldIdLst>
    <p:sldId id="256" r:id="rId5"/>
    <p:sldId id="259" r:id="rId6"/>
    <p:sldId id="261" r:id="rId7"/>
    <p:sldId id="262" r:id="rId8"/>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C6FD"/>
    <a:srgbClr val="79AE02"/>
    <a:srgbClr val="067F9C"/>
    <a:srgbClr val="014E52"/>
    <a:srgbClr val="0C596D"/>
    <a:srgbClr val="03556D"/>
    <a:srgbClr val="145C72"/>
    <a:srgbClr val="0000A4"/>
    <a:srgbClr val="1ABEEB"/>
    <a:srgbClr val="1DA9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notesViewPr>
    <p:cSldViewPr snapToGrid="0">
      <p:cViewPr varScale="1">
        <p:scale>
          <a:sx n="89" d="100"/>
          <a:sy n="89" d="100"/>
        </p:scale>
        <p:origin x="275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56876A3F-4FE3-4D4F-B92F-1631838507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894516C7-1FF3-F44B-93B1-24B9AA324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586186-4E79-4ACE-9213-6471257EF6E4}" type="datetime1">
              <a:rPr lang="es-ES" smtClean="0"/>
              <a:t>22/11/2023</a:t>
            </a:fld>
            <a:endParaRPr lang="es-ES"/>
          </a:p>
        </p:txBody>
      </p:sp>
      <p:sp>
        <p:nvSpPr>
          <p:cNvPr id="4" name="Marcador de pie de página 3">
            <a:extLst>
              <a:ext uri="{FF2B5EF4-FFF2-40B4-BE49-F238E27FC236}">
                <a16:creationId xmlns:a16="http://schemas.microsoft.com/office/drawing/2014/main" id="{EDC6268A-8AA9-4C40-BEFB-029DF3E811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08E928AC-AE76-324A-BA05-D16BF60C79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E62C3C4-9460-4343-9283-24A378E2714B}" type="slidenum">
              <a:rPr lang="es-ES" smtClean="0"/>
              <a:t>‹Nº›</a:t>
            </a:fld>
            <a:endParaRPr lang="es-ES"/>
          </a:p>
        </p:txBody>
      </p:sp>
    </p:spTree>
    <p:extLst>
      <p:ext uri="{BB962C8B-B14F-4D97-AF65-F5344CB8AC3E}">
        <p14:creationId xmlns:p14="http://schemas.microsoft.com/office/powerpoint/2010/main" val="41905489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5349E8E-0F3C-4B4D-9DF6-8EAD12519BCF}" type="datetime1">
              <a:rPr lang="es-ES" noProof="0" smtClean="0"/>
              <a:t>22/11/2023</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6DE8F2A-B3D4-43F2-B39B-CD77F64A1950}" type="slidenum">
              <a:rPr lang="es-ES" noProof="0" smtClean="0"/>
              <a:t>‹Nº›</a:t>
            </a:fld>
            <a:endParaRPr lang="es-ES" noProof="0"/>
          </a:p>
        </p:txBody>
      </p:sp>
    </p:spTree>
    <p:extLst>
      <p:ext uri="{BB962C8B-B14F-4D97-AF65-F5344CB8AC3E}">
        <p14:creationId xmlns:p14="http://schemas.microsoft.com/office/powerpoint/2010/main" val="4461779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1</a:t>
            </a:fld>
            <a:endParaRPr lang="es-ES"/>
          </a:p>
        </p:txBody>
      </p:sp>
    </p:spTree>
    <p:extLst>
      <p:ext uri="{BB962C8B-B14F-4D97-AF65-F5344CB8AC3E}">
        <p14:creationId xmlns:p14="http://schemas.microsoft.com/office/powerpoint/2010/main" val="1681437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2</a:t>
            </a:fld>
            <a:endParaRPr lang="es-ES"/>
          </a:p>
        </p:txBody>
      </p:sp>
    </p:spTree>
    <p:extLst>
      <p:ext uri="{BB962C8B-B14F-4D97-AF65-F5344CB8AC3E}">
        <p14:creationId xmlns:p14="http://schemas.microsoft.com/office/powerpoint/2010/main" val="410856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F6DE8F2A-B3D4-43F2-B39B-CD77F64A1950}" type="slidenum">
              <a:rPr lang="es-ES" smtClean="0"/>
              <a:t>3</a:t>
            </a:fld>
            <a:endParaRPr lang="es-ES"/>
          </a:p>
        </p:txBody>
      </p:sp>
    </p:spTree>
    <p:extLst>
      <p:ext uri="{BB962C8B-B14F-4D97-AF65-F5344CB8AC3E}">
        <p14:creationId xmlns:p14="http://schemas.microsoft.com/office/powerpoint/2010/main" val="70772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6DE8F2A-B3D4-43F2-B39B-CD77F64A1950}" type="slidenum">
              <a:rPr lang="es-ES" smtClean="0"/>
              <a:t>4</a:t>
            </a:fld>
            <a:endParaRPr lang="es-ES"/>
          </a:p>
        </p:txBody>
      </p:sp>
    </p:spTree>
    <p:extLst>
      <p:ext uri="{BB962C8B-B14F-4D97-AF65-F5344CB8AC3E}">
        <p14:creationId xmlns:p14="http://schemas.microsoft.com/office/powerpoint/2010/main" val="2663247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con imagen">
    <p:spTree>
      <p:nvGrpSpPr>
        <p:cNvPr id="1" name=""/>
        <p:cNvGrpSpPr/>
        <p:nvPr/>
      </p:nvGrpSpPr>
      <p:grpSpPr>
        <a:xfrm>
          <a:off x="0" y="0"/>
          <a:ext cx="0" cy="0"/>
          <a:chOff x="0" y="0"/>
          <a:chExt cx="0" cy="0"/>
        </a:xfrm>
      </p:grpSpPr>
      <p:sp>
        <p:nvSpPr>
          <p:cNvPr id="36" name="Marcador de posición de imagen 35">
            <a:extLst>
              <a:ext uri="{FF2B5EF4-FFF2-40B4-BE49-F238E27FC236}">
                <a16:creationId xmlns:a16="http://schemas.microsoft.com/office/drawing/2014/main" id="{8B934246-87B1-4444-9DCA-06622CAD5507}"/>
              </a:ext>
            </a:extLst>
          </p:cNvPr>
          <p:cNvSpPr>
            <a:spLocks noGrp="1"/>
          </p:cNvSpPr>
          <p:nvPr>
            <p:ph type="pic" sz="quarter" idx="10" hasCustomPrompt="1"/>
          </p:nvPr>
        </p:nvSpPr>
        <p:spPr>
          <a:xfrm>
            <a:off x="123992" y="124953"/>
            <a:ext cx="11944014" cy="4372387"/>
          </a:xfrm>
          <a:custGeom>
            <a:avLst/>
            <a:gdLst>
              <a:gd name="connsiteX0" fmla="*/ 0 w 11944014"/>
              <a:gd name="connsiteY0" fmla="*/ 0 h 4372387"/>
              <a:gd name="connsiteX1" fmla="*/ 11944014 w 11944014"/>
              <a:gd name="connsiteY1" fmla="*/ 0 h 4372387"/>
              <a:gd name="connsiteX2" fmla="*/ 11944014 w 11944014"/>
              <a:gd name="connsiteY2" fmla="*/ 4064314 h 4372387"/>
              <a:gd name="connsiteX3" fmla="*/ 11419539 w 11944014"/>
              <a:gd name="connsiteY3" fmla="*/ 4152711 h 4372387"/>
              <a:gd name="connsiteX4" fmla="*/ 4857299 w 11944014"/>
              <a:gd name="connsiteY4" fmla="*/ 3772522 h 4372387"/>
              <a:gd name="connsiteX5" fmla="*/ 510557 w 11944014"/>
              <a:gd name="connsiteY5" fmla="*/ 3115117 h 4372387"/>
              <a:gd name="connsiteX6" fmla="*/ 0 w 11944014"/>
              <a:gd name="connsiteY6" fmla="*/ 3085767 h 437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4014" h="4372387">
                <a:moveTo>
                  <a:pt x="0" y="0"/>
                </a:moveTo>
                <a:lnTo>
                  <a:pt x="11944014" y="0"/>
                </a:lnTo>
                <a:lnTo>
                  <a:pt x="11944014" y="4064314"/>
                </a:lnTo>
                <a:lnTo>
                  <a:pt x="11419539" y="4152711"/>
                </a:lnTo>
                <a:cubicBezTo>
                  <a:pt x="10120431" y="4379826"/>
                  <a:pt x="8581267" y="4634432"/>
                  <a:pt x="4857299" y="3772522"/>
                </a:cubicBezTo>
                <a:cubicBezTo>
                  <a:pt x="3261016" y="3403063"/>
                  <a:pt x="1951876" y="3212078"/>
                  <a:pt x="510557" y="3115117"/>
                </a:cubicBezTo>
                <a:lnTo>
                  <a:pt x="0" y="3085767"/>
                </a:lnTo>
                <a:close/>
              </a:path>
            </a:pathLst>
          </a:custGeo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8" name="Forma libre: Forma 7">
            <a:extLst>
              <a:ext uri="{FF2B5EF4-FFF2-40B4-BE49-F238E27FC236}">
                <a16:creationId xmlns:a16="http://schemas.microsoft.com/office/drawing/2014/main" id="{1E99C6B2-05CE-48A7-8696-CEC64BE74DF5}"/>
              </a:ext>
            </a:extLst>
          </p:cNvPr>
          <p:cNvSpPr/>
          <p:nvPr userDrawn="1"/>
        </p:nvSpPr>
        <p:spPr>
          <a:xfrm>
            <a:off x="-1" y="0"/>
            <a:ext cx="12192001" cy="6858000"/>
          </a:xfrm>
          <a:custGeom>
            <a:avLst/>
            <a:gdLst>
              <a:gd name="connsiteX0" fmla="*/ 123993 w 12192001"/>
              <a:gd name="connsiteY0" fmla="*/ 123993 h 6858000"/>
              <a:gd name="connsiteX1" fmla="*/ 123993 w 12192001"/>
              <a:gd name="connsiteY1" fmla="*/ 3209760 h 6858000"/>
              <a:gd name="connsiteX2" fmla="*/ 634550 w 12192001"/>
              <a:gd name="connsiteY2" fmla="*/ 3239110 h 6858000"/>
              <a:gd name="connsiteX3" fmla="*/ 4981292 w 12192001"/>
              <a:gd name="connsiteY3" fmla="*/ 3896515 h 6858000"/>
              <a:gd name="connsiteX4" fmla="*/ 11543532 w 12192001"/>
              <a:gd name="connsiteY4" fmla="*/ 4276704 h 6858000"/>
              <a:gd name="connsiteX5" fmla="*/ 12068007 w 12192001"/>
              <a:gd name="connsiteY5" fmla="*/ 4188307 h 6858000"/>
              <a:gd name="connsiteX6" fmla="*/ 12068007 w 12192001"/>
              <a:gd name="connsiteY6" fmla="*/ 123993 h 6858000"/>
              <a:gd name="connsiteX7" fmla="*/ 0 w 12192001"/>
              <a:gd name="connsiteY7" fmla="*/ 0 h 6858000"/>
              <a:gd name="connsiteX8" fmla="*/ 12192000 w 12192001"/>
              <a:gd name="connsiteY8" fmla="*/ 0 h 6858000"/>
              <a:gd name="connsiteX9" fmla="*/ 12192000 w 12192001"/>
              <a:gd name="connsiteY9" fmla="*/ 4167393 h 6858000"/>
              <a:gd name="connsiteX10" fmla="*/ 12192001 w 12192001"/>
              <a:gd name="connsiteY10" fmla="*/ 4167393 h 6858000"/>
              <a:gd name="connsiteX11" fmla="*/ 12192001 w 12192001"/>
              <a:gd name="connsiteY11" fmla="*/ 4799849 h 6858000"/>
              <a:gd name="connsiteX12" fmla="*/ 12192001 w 12192001"/>
              <a:gd name="connsiteY12" fmla="*/ 4950491 h 6858000"/>
              <a:gd name="connsiteX13" fmla="*/ 12192001 w 12192001"/>
              <a:gd name="connsiteY13" fmla="*/ 6858000 h 6858000"/>
              <a:gd name="connsiteX14" fmla="*/ 12192000 w 12192001"/>
              <a:gd name="connsiteY14" fmla="*/ 6858000 h 6858000"/>
              <a:gd name="connsiteX15" fmla="*/ 1 w 12192001"/>
              <a:gd name="connsiteY15" fmla="*/ 6858000 h 6858000"/>
              <a:gd name="connsiteX16" fmla="*/ 0 w 12192001"/>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1" h="6858000">
                <a:moveTo>
                  <a:pt x="123993" y="123993"/>
                </a:moveTo>
                <a:lnTo>
                  <a:pt x="123993" y="3209760"/>
                </a:lnTo>
                <a:lnTo>
                  <a:pt x="634550" y="3239110"/>
                </a:lnTo>
                <a:cubicBezTo>
                  <a:pt x="2075869" y="3336071"/>
                  <a:pt x="3385009" y="3527056"/>
                  <a:pt x="4981292" y="3896515"/>
                </a:cubicBezTo>
                <a:cubicBezTo>
                  <a:pt x="8705260" y="4758425"/>
                  <a:pt x="10244424" y="4503819"/>
                  <a:pt x="11543532" y="4276704"/>
                </a:cubicBezTo>
                <a:lnTo>
                  <a:pt x="12068007" y="4188307"/>
                </a:lnTo>
                <a:lnTo>
                  <a:pt x="12068007" y="123993"/>
                </a:lnTo>
                <a:close/>
                <a:moveTo>
                  <a:pt x="0" y="0"/>
                </a:moveTo>
                <a:lnTo>
                  <a:pt x="12192000" y="0"/>
                </a:lnTo>
                <a:lnTo>
                  <a:pt x="12192000" y="4167393"/>
                </a:lnTo>
                <a:lnTo>
                  <a:pt x="12192001" y="4167393"/>
                </a:lnTo>
                <a:lnTo>
                  <a:pt x="12192001" y="4799849"/>
                </a:lnTo>
                <a:lnTo>
                  <a:pt x="12192001" y="4950491"/>
                </a:lnTo>
                <a:lnTo>
                  <a:pt x="12192001" y="6858000"/>
                </a:lnTo>
                <a:lnTo>
                  <a:pt x="12192000" y="6858000"/>
                </a:lnTo>
                <a:lnTo>
                  <a:pt x="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2">
                    <a:lumMod val="50000"/>
                  </a:schemeClr>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170484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2 con imagen">
    <p:spTree>
      <p:nvGrpSpPr>
        <p:cNvPr id="1" name=""/>
        <p:cNvGrpSpPr/>
        <p:nvPr/>
      </p:nvGrpSpPr>
      <p:grpSpPr>
        <a:xfrm>
          <a:off x="0" y="0"/>
          <a:ext cx="0" cy="0"/>
          <a:chOff x="0" y="0"/>
          <a:chExt cx="0" cy="0"/>
        </a:xfrm>
      </p:grpSpPr>
      <p:sp>
        <p:nvSpPr>
          <p:cNvPr id="5" name="Marcador de posición de imagen 4">
            <a:extLst>
              <a:ext uri="{FF2B5EF4-FFF2-40B4-BE49-F238E27FC236}">
                <a16:creationId xmlns:a16="http://schemas.microsoft.com/office/drawing/2014/main" id="{D314F9CD-0693-4A94-A67A-F71413300A64}"/>
              </a:ext>
            </a:extLst>
          </p:cNvPr>
          <p:cNvSpPr>
            <a:spLocks noGrp="1"/>
          </p:cNvSpPr>
          <p:nvPr>
            <p:ph type="pic" sz="quarter" idx="11" hasCustomPrompt="1"/>
          </p:nvPr>
        </p:nvSpPr>
        <p:spPr>
          <a:xfrm>
            <a:off x="0" y="0"/>
            <a:ext cx="12191999" cy="3962400"/>
          </a:xfr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3"/>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Rectángulo 3">
            <a:extLst>
              <a:ext uri="{FF2B5EF4-FFF2-40B4-BE49-F238E27FC236}">
                <a16:creationId xmlns:a16="http://schemas.microsoft.com/office/drawing/2014/main" id="{7B386286-CEE2-E94A-BBC0-0A3723EB14DE}"/>
              </a:ext>
            </a:extLst>
          </p:cNvPr>
          <p:cNvSpPr/>
          <p:nvPr userDrawn="1"/>
        </p:nvSpPr>
        <p:spPr>
          <a:xfrm>
            <a:off x="11008895" y="6220326"/>
            <a:ext cx="866273" cy="6376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Tree>
    <p:extLst>
      <p:ext uri="{BB962C8B-B14F-4D97-AF65-F5344CB8AC3E}">
        <p14:creationId xmlns:p14="http://schemas.microsoft.com/office/powerpoint/2010/main" val="3539757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con imagen 1">
    <p:spTree>
      <p:nvGrpSpPr>
        <p:cNvPr id="1" name=""/>
        <p:cNvGrpSpPr/>
        <p:nvPr/>
      </p:nvGrpSpPr>
      <p:grpSpPr>
        <a:xfrm>
          <a:off x="0" y="0"/>
          <a:ext cx="0" cy="0"/>
          <a:chOff x="0" y="0"/>
          <a:chExt cx="0" cy="0"/>
        </a:xfrm>
      </p:grpSpPr>
      <p:sp>
        <p:nvSpPr>
          <p:cNvPr id="12" name="Forma libre: Forma 11">
            <a:extLst>
              <a:ext uri="{FF2B5EF4-FFF2-40B4-BE49-F238E27FC236}">
                <a16:creationId xmlns:a16="http://schemas.microsoft.com/office/drawing/2014/main" id="{6D24BA90-E7BA-471E-AA13-3329EDCD80A2}"/>
              </a:ext>
            </a:extLst>
          </p:cNvPr>
          <p:cNvSpPr/>
          <p:nvPr userDrawn="1"/>
        </p:nvSpPr>
        <p:spPr>
          <a:xfrm flipV="1">
            <a:off x="-1" y="-3"/>
            <a:ext cx="12192001" cy="6858003"/>
          </a:xfrm>
          <a:custGeom>
            <a:avLst/>
            <a:gdLst>
              <a:gd name="connsiteX0" fmla="*/ 9171734 w 12192001"/>
              <a:gd name="connsiteY0" fmla="*/ 2269381 h 6858003"/>
              <a:gd name="connsiteX1" fmla="*/ 4981292 w 12192001"/>
              <a:gd name="connsiteY1" fmla="*/ 1670903 h 6858003"/>
              <a:gd name="connsiteX2" fmla="*/ 634550 w 12192001"/>
              <a:gd name="connsiteY2" fmla="*/ 1013497 h 6858003"/>
              <a:gd name="connsiteX3" fmla="*/ 123993 w 12192001"/>
              <a:gd name="connsiteY3" fmla="*/ 984148 h 6858003"/>
              <a:gd name="connsiteX4" fmla="*/ 123993 w 12192001"/>
              <a:gd name="connsiteY4" fmla="*/ 123993 h 6858003"/>
              <a:gd name="connsiteX5" fmla="*/ 12068007 w 12192001"/>
              <a:gd name="connsiteY5" fmla="*/ 123993 h 6858003"/>
              <a:gd name="connsiteX6" fmla="*/ 12068007 w 12192001"/>
              <a:gd name="connsiteY6" fmla="*/ 1962695 h 6858003"/>
              <a:gd name="connsiteX7" fmla="*/ 11543532 w 12192001"/>
              <a:gd name="connsiteY7" fmla="*/ 2051091 h 6858003"/>
              <a:gd name="connsiteX8" fmla="*/ 9171734 w 12192001"/>
              <a:gd name="connsiteY8" fmla="*/ 2269381 h 6858003"/>
              <a:gd name="connsiteX9" fmla="*/ 1 w 12192001"/>
              <a:gd name="connsiteY9" fmla="*/ 6858003 h 6858003"/>
              <a:gd name="connsiteX10" fmla="*/ 12192001 w 12192001"/>
              <a:gd name="connsiteY10" fmla="*/ 6858003 h 6858003"/>
              <a:gd name="connsiteX11" fmla="*/ 12192001 w 12192001"/>
              <a:gd name="connsiteY11" fmla="*/ 2724879 h 6858003"/>
              <a:gd name="connsiteX12" fmla="*/ 12192001 w 12192001"/>
              <a:gd name="connsiteY12" fmla="*/ 2477360 h 6858003"/>
              <a:gd name="connsiteX13" fmla="*/ 12192001 w 12192001"/>
              <a:gd name="connsiteY13" fmla="*/ 1941781 h 6858003"/>
              <a:gd name="connsiteX14" fmla="*/ 12192000 w 12192001"/>
              <a:gd name="connsiteY14" fmla="*/ 1941781 h 6858003"/>
              <a:gd name="connsiteX15" fmla="*/ 12192000 w 12192001"/>
              <a:gd name="connsiteY15" fmla="*/ 0 h 6858003"/>
              <a:gd name="connsiteX16" fmla="*/ 0 w 12192001"/>
              <a:gd name="connsiteY16" fmla="*/ 0 h 6858003"/>
              <a:gd name="connsiteX17" fmla="*/ 0 w 12192001"/>
              <a:gd name="connsiteY17" fmla="*/ 6858000 h 6858003"/>
              <a:gd name="connsiteX18" fmla="*/ 1 w 12192001"/>
              <a:gd name="connsiteY18" fmla="*/ 6858000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1" h="6858003">
                <a:moveTo>
                  <a:pt x="9171734" y="2269381"/>
                </a:moveTo>
                <a:cubicBezTo>
                  <a:pt x="8159059" y="2253684"/>
                  <a:pt x="6843276" y="2101858"/>
                  <a:pt x="4981292" y="1670903"/>
                </a:cubicBezTo>
                <a:cubicBezTo>
                  <a:pt x="3385010" y="1301444"/>
                  <a:pt x="2075869" y="1110459"/>
                  <a:pt x="634550" y="1013497"/>
                </a:cubicBezTo>
                <a:lnTo>
                  <a:pt x="123993" y="984148"/>
                </a:lnTo>
                <a:lnTo>
                  <a:pt x="123993" y="123993"/>
                </a:lnTo>
                <a:lnTo>
                  <a:pt x="12068007" y="123993"/>
                </a:lnTo>
                <a:lnTo>
                  <a:pt x="12068007" y="1962695"/>
                </a:lnTo>
                <a:lnTo>
                  <a:pt x="11543532" y="2051091"/>
                </a:lnTo>
                <a:cubicBezTo>
                  <a:pt x="10893978" y="2164649"/>
                  <a:pt x="10184410" y="2285079"/>
                  <a:pt x="9171734" y="2269381"/>
                </a:cubicBezTo>
                <a:close/>
                <a:moveTo>
                  <a:pt x="1" y="6858003"/>
                </a:moveTo>
                <a:lnTo>
                  <a:pt x="12192001" y="6858003"/>
                </a:lnTo>
                <a:lnTo>
                  <a:pt x="12192001" y="2724879"/>
                </a:lnTo>
                <a:lnTo>
                  <a:pt x="12192001" y="2477360"/>
                </a:lnTo>
                <a:lnTo>
                  <a:pt x="12192001" y="1941781"/>
                </a:lnTo>
                <a:lnTo>
                  <a:pt x="12192000" y="1941781"/>
                </a:lnTo>
                <a:lnTo>
                  <a:pt x="12192000" y="0"/>
                </a:lnTo>
                <a:lnTo>
                  <a:pt x="0" y="0"/>
                </a:lnTo>
                <a:lnTo>
                  <a:pt x="0" y="6858000"/>
                </a:lnTo>
                <a:lnTo>
                  <a:pt x="1"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Marcador de posición de imagen 10">
            <a:extLst>
              <a:ext uri="{FF2B5EF4-FFF2-40B4-BE49-F238E27FC236}">
                <a16:creationId xmlns:a16="http://schemas.microsoft.com/office/drawing/2014/main" id="{9467520A-F508-4AA5-BBCF-30AE2B312E04}"/>
              </a:ext>
            </a:extLst>
          </p:cNvPr>
          <p:cNvSpPr>
            <a:spLocks noGrp="1"/>
          </p:cNvSpPr>
          <p:nvPr>
            <p:ph type="pic" sz="quarter" idx="13" hasCustomPrompt="1"/>
          </p:nvPr>
        </p:nvSpPr>
        <p:spPr>
          <a:xfrm>
            <a:off x="123992" y="4587876"/>
            <a:ext cx="11944014" cy="2146775"/>
          </a:xfrm>
          <a:custGeom>
            <a:avLst/>
            <a:gdLst>
              <a:gd name="connsiteX0" fmla="*/ 9047741 w 11944014"/>
              <a:gd name="connsiteY0" fmla="*/ 1387 h 2146775"/>
              <a:gd name="connsiteX1" fmla="*/ 11419539 w 11944014"/>
              <a:gd name="connsiteY1" fmla="*/ 219677 h 2146775"/>
              <a:gd name="connsiteX2" fmla="*/ 11944014 w 11944014"/>
              <a:gd name="connsiteY2" fmla="*/ 308073 h 2146775"/>
              <a:gd name="connsiteX3" fmla="*/ 11944014 w 11944014"/>
              <a:gd name="connsiteY3" fmla="*/ 2146775 h 2146775"/>
              <a:gd name="connsiteX4" fmla="*/ 0 w 11944014"/>
              <a:gd name="connsiteY4" fmla="*/ 2146775 h 2146775"/>
              <a:gd name="connsiteX5" fmla="*/ 0 w 11944014"/>
              <a:gd name="connsiteY5" fmla="*/ 1286620 h 2146775"/>
              <a:gd name="connsiteX6" fmla="*/ 510557 w 11944014"/>
              <a:gd name="connsiteY6" fmla="*/ 1257271 h 2146775"/>
              <a:gd name="connsiteX7" fmla="*/ 4857299 w 11944014"/>
              <a:gd name="connsiteY7" fmla="*/ 599865 h 2146775"/>
              <a:gd name="connsiteX8" fmla="*/ 9047741 w 11944014"/>
              <a:gd name="connsiteY8" fmla="*/ 1387 h 214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44014" h="2146775">
                <a:moveTo>
                  <a:pt x="9047741" y="1387"/>
                </a:moveTo>
                <a:cubicBezTo>
                  <a:pt x="10060417" y="-14311"/>
                  <a:pt x="10769985" y="106119"/>
                  <a:pt x="11419539" y="219677"/>
                </a:cubicBezTo>
                <a:lnTo>
                  <a:pt x="11944014" y="308073"/>
                </a:lnTo>
                <a:lnTo>
                  <a:pt x="11944014" y="2146775"/>
                </a:lnTo>
                <a:lnTo>
                  <a:pt x="0" y="2146775"/>
                </a:lnTo>
                <a:lnTo>
                  <a:pt x="0" y="1286620"/>
                </a:lnTo>
                <a:lnTo>
                  <a:pt x="510557" y="1257271"/>
                </a:lnTo>
                <a:cubicBezTo>
                  <a:pt x="1951876" y="1160309"/>
                  <a:pt x="3261017" y="969324"/>
                  <a:pt x="4857299" y="599865"/>
                </a:cubicBezTo>
                <a:cubicBezTo>
                  <a:pt x="6719283" y="168910"/>
                  <a:pt x="8035066" y="17084"/>
                  <a:pt x="9047741" y="1387"/>
                </a:cubicBezTo>
                <a:close/>
              </a:path>
            </a:pathLst>
          </a:custGeom>
          <a:solidFill>
            <a:schemeClr val="bg1">
              <a:lumMod val="95000"/>
            </a:schemeClr>
          </a:solidFill>
        </p:spPr>
        <p:txBody>
          <a:bodyPr vert="horz" wrap="square" lIns="91440" tIns="45720" rIns="91440" bIns="45720" rtlCol="0" anchor="ctr" anchorCtr="1">
            <a:noAutofit/>
          </a:bodyPr>
          <a:lstStyle>
            <a:lvl1pPr marL="0" indent="0">
              <a:buNone/>
              <a:defRPr lang="en-GB" sz="1800" dirty="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1611383"/>
            <a:ext cx="9666514" cy="746846"/>
          </a:xfrm>
        </p:spPr>
        <p:txBody>
          <a:bodyPr rtlCol="0" anchor="t">
            <a:noAutofit/>
          </a:bodyPr>
          <a:lstStyle>
            <a:lvl1pPr>
              <a:defRPr sz="4800" spc="-150">
                <a:solidFill>
                  <a:schemeClr val="tx1">
                    <a:lumMod val="75000"/>
                    <a:lumOff val="25000"/>
                  </a:schemeClr>
                </a:solidFill>
              </a:defRPr>
            </a:lvl1pPr>
          </a:lstStyle>
          <a:p>
            <a:pPr rtl="0"/>
            <a:r>
              <a:rPr lang="es-ES" noProof="0"/>
              <a:t>Encabezado de sección 1</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2464424"/>
            <a:ext cx="9666514" cy="221599"/>
          </a:xfrm>
        </p:spPr>
        <p:txBody>
          <a:bodyPr tIns="0" bIns="0" rtlCol="0">
            <a:spAutoFit/>
          </a:bodyPr>
          <a:lstStyle>
            <a:lvl1pPr marL="0" indent="0">
              <a:buNone/>
              <a:defRPr sz="16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13" name="Rectángulo 12">
            <a:extLst>
              <a:ext uri="{FF2B5EF4-FFF2-40B4-BE49-F238E27FC236}">
                <a16:creationId xmlns:a16="http://schemas.microsoft.com/office/drawing/2014/main" id="{560C8850-C2CD-4E0B-AA6F-6B884EB94B4B}"/>
              </a:ext>
            </a:extLst>
          </p:cNvPr>
          <p:cNvSpPr/>
          <p:nvPr userDrawn="1"/>
        </p:nvSpPr>
        <p:spPr>
          <a:xfrm>
            <a:off x="435429" y="1532049"/>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80D3D7B7-CDD7-4664-B2D8-6F60FEAEAC45}"/>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9E81145E-5F17-4CB6-9E17-ECF3BB38DE75}"/>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383913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cabezado de sección con imagen 2">
    <p:spTree>
      <p:nvGrpSpPr>
        <p:cNvPr id="1" name=""/>
        <p:cNvGrpSpPr/>
        <p:nvPr/>
      </p:nvGrpSpPr>
      <p:grpSpPr>
        <a:xfrm>
          <a:off x="0" y="0"/>
          <a:ext cx="0" cy="0"/>
          <a:chOff x="0" y="0"/>
          <a:chExt cx="0" cy="0"/>
        </a:xfrm>
      </p:grpSpPr>
      <p:sp>
        <p:nvSpPr>
          <p:cNvPr id="7" name="Marcador de posición de imagen 4">
            <a:extLst>
              <a:ext uri="{FF2B5EF4-FFF2-40B4-BE49-F238E27FC236}">
                <a16:creationId xmlns:a16="http://schemas.microsoft.com/office/drawing/2014/main" id="{A836EFBB-5449-47CB-96D6-CB08287F755D}"/>
              </a:ext>
            </a:extLst>
          </p:cNvPr>
          <p:cNvSpPr>
            <a:spLocks noGrp="1"/>
          </p:cNvSpPr>
          <p:nvPr>
            <p:ph type="pic" sz="quarter" idx="11" hasCustomPrompt="1"/>
          </p:nvPr>
        </p:nvSpPr>
        <p:spPr>
          <a:xfrm>
            <a:off x="0" y="0"/>
            <a:ext cx="12191999"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dirty="0">
                <a:solidFill>
                  <a:schemeClr val="tx1"/>
                </a:solidFill>
              </a:defRPr>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3860800"/>
            <a:ext cx="9666514" cy="1686720"/>
          </a:xfrm>
        </p:spPr>
        <p:txBody>
          <a:bodyPr rtlCol="0" anchor="b">
            <a:noAutofit/>
          </a:bodyPr>
          <a:lstStyle>
            <a:lvl1pPr>
              <a:defRPr sz="4800" spc="-150">
                <a:solidFill>
                  <a:schemeClr val="bg1"/>
                </a:solidFill>
              </a:defRPr>
            </a:lvl1pPr>
          </a:lstStyle>
          <a:p>
            <a:pPr rtl="0"/>
            <a:r>
              <a:rPr lang="es-ES" noProof="0"/>
              <a:t>Encabezado de sección 2</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5610170"/>
            <a:ext cx="9666514" cy="221599"/>
          </a:xfrm>
        </p:spPr>
        <p:txBody>
          <a:bodyPr tIns="0" bIns="0" rtlCol="0">
            <a:spAutoFit/>
          </a:bodyPr>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8" name="Rectángulo 7">
            <a:extLst>
              <a:ext uri="{FF2B5EF4-FFF2-40B4-BE49-F238E27FC236}">
                <a16:creationId xmlns:a16="http://schemas.microsoft.com/office/drawing/2014/main" id="{5B68A07C-35C9-40A7-8487-9EAD314C595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CE9143E8-1B27-4F08-9F20-BE30B14AC24E}"/>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1547055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10" name="Marcador de posición de contenido 2">
            <a:extLst>
              <a:ext uri="{FF2B5EF4-FFF2-40B4-BE49-F238E27FC236}">
                <a16:creationId xmlns:a16="http://schemas.microsoft.com/office/drawing/2014/main" id="{3B7F86AE-7774-0B40-8944-DF91C77B02F3}"/>
              </a:ext>
            </a:extLst>
          </p:cNvPr>
          <p:cNvSpPr>
            <a:spLocks noGrp="1"/>
          </p:cNvSpPr>
          <p:nvPr>
            <p:ph idx="1" hasCustomPrompt="1"/>
          </p:nvPr>
        </p:nvSpPr>
        <p:spPr>
          <a:xfrm>
            <a:off x="446315" y="1463040"/>
            <a:ext cx="8030935" cy="4770098"/>
          </a:xfrm>
        </p:spPr>
        <p:txBody>
          <a:bodyPr rtlCol="0">
            <a:noAutofit/>
          </a:bodyPr>
          <a:lstStyle>
            <a:lvl1pPr>
              <a:lnSpc>
                <a:spcPct val="100000"/>
              </a:lnSpc>
              <a:spcBef>
                <a:spcPts val="600"/>
              </a:spcBef>
              <a:spcAft>
                <a:spcPts val="1200"/>
              </a:spcAft>
              <a:defRPr sz="1800">
                <a:solidFill>
                  <a:schemeClr val="tx1">
                    <a:lumMod val="75000"/>
                    <a:lumOff val="25000"/>
                  </a:schemeClr>
                </a:solidFill>
              </a:defRPr>
            </a:lvl1pPr>
            <a:lvl2pPr>
              <a:lnSpc>
                <a:spcPct val="100000"/>
              </a:lnSpc>
              <a:spcBef>
                <a:spcPts val="600"/>
              </a:spcBef>
              <a:spcAft>
                <a:spcPts val="1200"/>
              </a:spcAft>
              <a:defRPr sz="1600">
                <a:solidFill>
                  <a:schemeClr val="tx1">
                    <a:lumMod val="75000"/>
                    <a:lumOff val="25000"/>
                  </a:schemeClr>
                </a:solidFill>
              </a:defRPr>
            </a:lvl2pPr>
            <a:lvl3pPr>
              <a:lnSpc>
                <a:spcPct val="100000"/>
              </a:lnSpc>
              <a:spcBef>
                <a:spcPts val="600"/>
              </a:spcBef>
              <a:spcAft>
                <a:spcPts val="1200"/>
              </a:spcAft>
              <a:defRPr sz="1400">
                <a:solidFill>
                  <a:schemeClr val="tx1">
                    <a:lumMod val="75000"/>
                    <a:lumOff val="25000"/>
                  </a:schemeClr>
                </a:solidFill>
              </a:defRPr>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p:txBody>
      </p:sp>
    </p:spTree>
    <p:extLst>
      <p:ext uri="{BB962C8B-B14F-4D97-AF65-F5344CB8AC3E}">
        <p14:creationId xmlns:p14="http://schemas.microsoft.com/office/powerpoint/2010/main" val="630125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contenido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DEB162-E699-464C-B2EE-136D517A9B8B}"/>
              </a:ext>
            </a:extLst>
          </p:cNvPr>
          <p:cNvSpPr>
            <a:spLocks noGrp="1"/>
          </p:cNvSpPr>
          <p:nvPr>
            <p:ph type="title"/>
          </p:nvPr>
        </p:nvSpPr>
        <p:spPr>
          <a:xfrm>
            <a:off x="446314" y="250916"/>
            <a:ext cx="11174186" cy="1089529"/>
          </a:xfrm>
        </p:spPr>
        <p:txBody>
          <a:bodyPr vert="horz" wrap="square" lIns="91440" tIns="45720" rIns="91440" bIns="45720" rtlCol="0" anchor="ctr">
            <a:spAutoFit/>
          </a:bodyPr>
          <a:lstStyle>
            <a:lvl1pPr>
              <a:defRPr lang="en-GB" sz="3600" spc="-60" dirty="0"/>
            </a:lvl1pPr>
          </a:lstStyle>
          <a:p>
            <a:pPr lvl="0" rtl="0"/>
            <a:r>
              <a:rPr lang="es-ES" noProof="0" smtClean="0"/>
              <a:t>Haga clic para modificar el estilo de título del patrón</a:t>
            </a:r>
            <a:endParaRPr lang="es-ES" noProof="0"/>
          </a:p>
        </p:txBody>
      </p:sp>
      <p:sp>
        <p:nvSpPr>
          <p:cNvPr id="3" name="Marcador de posición de contenido 2">
            <a:extLst>
              <a:ext uri="{FF2B5EF4-FFF2-40B4-BE49-F238E27FC236}">
                <a16:creationId xmlns:a16="http://schemas.microsoft.com/office/drawing/2014/main" id="{72618346-1C0B-46DB-AAA6-71C865DE85FE}"/>
              </a:ext>
            </a:extLst>
          </p:cNvPr>
          <p:cNvSpPr>
            <a:spLocks noGrp="1"/>
          </p:cNvSpPr>
          <p:nvPr>
            <p:ph idx="1" hasCustomPrompt="1"/>
          </p:nvPr>
        </p:nvSpPr>
        <p:spPr>
          <a:xfrm>
            <a:off x="446315" y="1463040"/>
            <a:ext cx="8030935" cy="4770098"/>
          </a:xfrm>
        </p:spPr>
        <p:txBody>
          <a:bodyPr rtlCol="0">
            <a:noAutofit/>
          </a:bodyPr>
          <a:lstStyle>
            <a:lvl1pPr>
              <a:lnSpc>
                <a:spcPct val="100000"/>
              </a:lnSpc>
              <a:spcBef>
                <a:spcPts val="600"/>
              </a:spcBef>
              <a:spcAft>
                <a:spcPts val="1200"/>
              </a:spcAft>
              <a:defRPr sz="1800">
                <a:solidFill>
                  <a:schemeClr val="tx1">
                    <a:lumMod val="75000"/>
                    <a:lumOff val="25000"/>
                  </a:schemeClr>
                </a:solidFill>
              </a:defRPr>
            </a:lvl1pPr>
            <a:lvl2pPr>
              <a:lnSpc>
                <a:spcPct val="100000"/>
              </a:lnSpc>
              <a:spcBef>
                <a:spcPts val="600"/>
              </a:spcBef>
              <a:spcAft>
                <a:spcPts val="1200"/>
              </a:spcAft>
              <a:defRPr sz="1600">
                <a:solidFill>
                  <a:schemeClr val="tx1">
                    <a:lumMod val="75000"/>
                    <a:lumOff val="25000"/>
                  </a:schemeClr>
                </a:solidFill>
              </a:defRPr>
            </a:lvl2pPr>
            <a:lvl3pPr>
              <a:lnSpc>
                <a:spcPct val="100000"/>
              </a:lnSpc>
              <a:spcBef>
                <a:spcPts val="600"/>
              </a:spcBef>
              <a:spcAft>
                <a:spcPts val="1200"/>
              </a:spcAft>
              <a:defRPr sz="1400">
                <a:solidFill>
                  <a:schemeClr val="tx1">
                    <a:lumMod val="75000"/>
                    <a:lumOff val="25000"/>
                  </a:schemeClr>
                </a:solidFill>
              </a:defRPr>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Tree>
    <p:extLst>
      <p:ext uri="{BB962C8B-B14F-4D97-AF65-F5344CB8AC3E}">
        <p14:creationId xmlns:p14="http://schemas.microsoft.com/office/powerpoint/2010/main" val="1093201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3" name="Título 2">
            <a:extLst>
              <a:ext uri="{FF2B5EF4-FFF2-40B4-BE49-F238E27FC236}">
                <a16:creationId xmlns:a16="http://schemas.microsoft.com/office/drawing/2014/main" id="{05328109-BF43-024A-B25B-C69E4098CFDA}"/>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Tree>
    <p:extLst>
      <p:ext uri="{BB962C8B-B14F-4D97-AF65-F5344CB8AC3E}">
        <p14:creationId xmlns:p14="http://schemas.microsoft.com/office/powerpoint/2010/main" val="214518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ción">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16" name="Marcador de posición de texto 4">
            <a:extLst>
              <a:ext uri="{FF2B5EF4-FFF2-40B4-BE49-F238E27FC236}">
                <a16:creationId xmlns:a16="http://schemas.microsoft.com/office/drawing/2014/main" id="{1F05F3BA-65F5-4621-807B-C8B857D01CA9}"/>
              </a:ext>
            </a:extLst>
          </p:cNvPr>
          <p:cNvSpPr>
            <a:spLocks noGrp="1"/>
          </p:cNvSpPr>
          <p:nvPr>
            <p:ph type="body" sz="quarter" idx="3" hasCustomPrompt="1"/>
          </p:nvPr>
        </p:nvSpPr>
        <p:spPr>
          <a:xfrm>
            <a:off x="6438900" y="1463346"/>
            <a:ext cx="5181600" cy="487003"/>
          </a:xfrm>
        </p:spPr>
        <p:txBody>
          <a:bodyPr rtlCol="0" anchor="b">
            <a:normAutofit/>
          </a:bodyPr>
          <a:lstStyle>
            <a:lvl1pPr marL="0" indent="0">
              <a:buNone/>
              <a:defRPr sz="16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18" name="Marcador de posición de contenido 5">
            <a:extLst>
              <a:ext uri="{FF2B5EF4-FFF2-40B4-BE49-F238E27FC236}">
                <a16:creationId xmlns:a16="http://schemas.microsoft.com/office/drawing/2014/main" id="{CDF89E18-CCB2-4D69-AB77-CAB656EC211C}"/>
              </a:ext>
            </a:extLst>
          </p:cNvPr>
          <p:cNvSpPr>
            <a:spLocks noGrp="1"/>
          </p:cNvSpPr>
          <p:nvPr>
            <p:ph sz="quarter" idx="4" hasCustomPrompt="1"/>
          </p:nvPr>
        </p:nvSpPr>
        <p:spPr>
          <a:xfrm>
            <a:off x="6438898" y="2149311"/>
            <a:ext cx="5181601" cy="4040352"/>
          </a:xfrm>
        </p:spPr>
        <p:txBody>
          <a:bodyPr rtlCol="0">
            <a:normAutofit/>
          </a:bodyPr>
          <a:lstStyle>
            <a:lvl1pPr>
              <a:defRPr sz="1400"/>
            </a:lvl1pPr>
            <a:lvl2pPr>
              <a:defRPr sz="1400"/>
            </a:lvl2pPr>
            <a:lvl3pPr>
              <a:defRPr sz="14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2">
            <a:extLst>
              <a:ext uri="{FF2B5EF4-FFF2-40B4-BE49-F238E27FC236}">
                <a16:creationId xmlns:a16="http://schemas.microsoft.com/office/drawing/2014/main" id="{986F9159-693C-4325-939A-8C6869B22466}"/>
              </a:ext>
            </a:extLst>
          </p:cNvPr>
          <p:cNvSpPr>
            <a:spLocks noGrp="1"/>
          </p:cNvSpPr>
          <p:nvPr>
            <p:ph type="body" idx="1" hasCustomPrompt="1"/>
          </p:nvPr>
        </p:nvSpPr>
        <p:spPr>
          <a:xfrm>
            <a:off x="446314" y="1463346"/>
            <a:ext cx="5306787" cy="487003"/>
          </a:xfrm>
        </p:spPr>
        <p:txBody>
          <a:bodyPr rtlCol="0" anchor="b">
            <a:normAutofit/>
          </a:bodyPr>
          <a:lstStyle>
            <a:lvl1pPr marL="0" indent="0">
              <a:buNone/>
              <a:defRPr sz="16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20" name="Marcador de posición de contenido 3">
            <a:extLst>
              <a:ext uri="{FF2B5EF4-FFF2-40B4-BE49-F238E27FC236}">
                <a16:creationId xmlns:a16="http://schemas.microsoft.com/office/drawing/2014/main" id="{BEA361C8-0231-48E8-965E-6BB6D606C9FC}"/>
              </a:ext>
            </a:extLst>
          </p:cNvPr>
          <p:cNvSpPr>
            <a:spLocks noGrp="1"/>
          </p:cNvSpPr>
          <p:nvPr>
            <p:ph sz="half" idx="2" hasCustomPrompt="1"/>
          </p:nvPr>
        </p:nvSpPr>
        <p:spPr>
          <a:xfrm>
            <a:off x="446314" y="2149311"/>
            <a:ext cx="5306789" cy="4040352"/>
          </a:xfrm>
        </p:spPr>
        <p:txBody>
          <a:bodyPr rtlCol="0">
            <a:normAutofit/>
          </a:bodyPr>
          <a:lstStyle>
            <a:lvl1pPr>
              <a:defRPr sz="1400"/>
            </a:lvl1pPr>
            <a:lvl2pPr>
              <a:defRPr sz="1400"/>
            </a:lvl2pPr>
            <a:lvl3pPr>
              <a:defRPr sz="14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015963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ndo de comparación blanc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571500" y="1509626"/>
            <a:ext cx="4900386"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0" name="Marcador de texto 8">
            <a:extLst>
              <a:ext uri="{FF2B5EF4-FFF2-40B4-BE49-F238E27FC236}">
                <a16:creationId xmlns:a16="http://schemas.microsoft.com/office/drawing/2014/main" id="{3F93C618-7612-42AB-B890-45E85BD492F4}"/>
              </a:ext>
            </a:extLst>
          </p:cNvPr>
          <p:cNvSpPr>
            <a:spLocks noGrp="1"/>
          </p:cNvSpPr>
          <p:nvPr>
            <p:ph type="body" sz="quarter" idx="15" hasCustomPrompt="1"/>
          </p:nvPr>
        </p:nvSpPr>
        <p:spPr>
          <a:xfrm>
            <a:off x="6720114" y="1509626"/>
            <a:ext cx="4900386" cy="334508"/>
          </a:xfrm>
        </p:spPr>
        <p:txBody>
          <a:bodyPr rtlCol="0">
            <a:noAutofit/>
          </a:bodyPr>
          <a:lstStyle>
            <a:lvl1pPr marL="0" indent="0" algn="l">
              <a:buNone/>
              <a:defRPr sz="1600" b="1">
                <a:solidFill>
                  <a:schemeClr val="accent6"/>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571500" y="2156688"/>
            <a:ext cx="4900386"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3" name="Marcador de texto 8">
            <a:extLst>
              <a:ext uri="{FF2B5EF4-FFF2-40B4-BE49-F238E27FC236}">
                <a16:creationId xmlns:a16="http://schemas.microsoft.com/office/drawing/2014/main" id="{464BC696-49A6-4328-BB42-5566BAC00F80}"/>
              </a:ext>
            </a:extLst>
          </p:cNvPr>
          <p:cNvSpPr>
            <a:spLocks noGrp="1"/>
          </p:cNvSpPr>
          <p:nvPr>
            <p:ph type="body" sz="quarter" idx="18" hasCustomPrompt="1"/>
          </p:nvPr>
        </p:nvSpPr>
        <p:spPr>
          <a:xfrm>
            <a:off x="6720114" y="2156688"/>
            <a:ext cx="4900386"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3" name="Título 2">
            <a:extLst>
              <a:ext uri="{FF2B5EF4-FFF2-40B4-BE49-F238E27FC236}">
                <a16:creationId xmlns:a16="http://schemas.microsoft.com/office/drawing/2014/main" id="{E0FB9F81-CC7F-5244-95A6-279BE4B51AB1}"/>
              </a:ext>
            </a:extLst>
          </p:cNvPr>
          <p:cNvSpPr>
            <a:spLocks noGrp="1"/>
          </p:cNvSpPr>
          <p:nvPr>
            <p:ph type="title"/>
          </p:nvPr>
        </p:nvSpPr>
        <p:spPr>
          <a:xfrm>
            <a:off x="446314" y="250916"/>
            <a:ext cx="11174186" cy="1089529"/>
          </a:xfrm>
        </p:spPr>
        <p:txBody>
          <a:bodyPr rtlCol="0"/>
          <a:lstStyle/>
          <a:p>
            <a:pPr rtl="0"/>
            <a:r>
              <a:rPr lang="es-ES" noProof="0" smtClean="0"/>
              <a:t>Haga clic para modificar el estilo de título del patrón</a:t>
            </a:r>
            <a:endParaRPr lang="es-ES" noProof="0"/>
          </a:p>
        </p:txBody>
      </p:sp>
    </p:spTree>
    <p:extLst>
      <p:ext uri="{BB962C8B-B14F-4D97-AF65-F5344CB8AC3E}">
        <p14:creationId xmlns:p14="http://schemas.microsoft.com/office/powerpoint/2010/main" val="144025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to +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DEB162-E699-464C-B2EE-136D517A9B8B}"/>
              </a:ext>
            </a:extLst>
          </p:cNvPr>
          <p:cNvSpPr>
            <a:spLocks noGrp="1"/>
          </p:cNvSpPr>
          <p:nvPr>
            <p:ph type="title"/>
          </p:nvPr>
        </p:nvSpPr>
        <p:spPr>
          <a:xfrm>
            <a:off x="446314" y="250916"/>
            <a:ext cx="11174186" cy="1089529"/>
          </a:xfrm>
        </p:spPr>
        <p:txBody>
          <a:bodyPr vert="horz" wrap="square" lIns="91440" tIns="45720" rIns="91440" bIns="45720" rtlCol="0" anchor="ctr">
            <a:spAutoFit/>
          </a:bodyPr>
          <a:lstStyle>
            <a:lvl1pPr>
              <a:defRPr lang="en-GB" sz="3600" spc="-60" dirty="0"/>
            </a:lvl1pPr>
          </a:lstStyle>
          <a:p>
            <a:pPr lvl="0" rtl="0"/>
            <a:r>
              <a:rPr lang="es-ES" noProof="0" smtClean="0"/>
              <a:t>Haga clic para modificar el estilo de título del patrón</a:t>
            </a:r>
            <a:endParaRPr lang="es-ES" noProof="0"/>
          </a:p>
        </p:txBody>
      </p:sp>
      <p:sp>
        <p:nvSpPr>
          <p:cNvPr id="5" name="Marcador de posición de imagen 4">
            <a:extLst>
              <a:ext uri="{FF2B5EF4-FFF2-40B4-BE49-F238E27FC236}">
                <a16:creationId xmlns:a16="http://schemas.microsoft.com/office/drawing/2014/main" id="{92C6531E-FB8E-4000-B873-B745C681E2F5}"/>
              </a:ext>
            </a:extLst>
          </p:cNvPr>
          <p:cNvSpPr>
            <a:spLocks noGrp="1"/>
          </p:cNvSpPr>
          <p:nvPr>
            <p:ph type="pic" sz="quarter" idx="13" hasCustomPrompt="1"/>
          </p:nvPr>
        </p:nvSpPr>
        <p:spPr>
          <a:xfrm>
            <a:off x="0" y="1248876"/>
            <a:ext cx="12192000" cy="2119313"/>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735240" y="3802065"/>
            <a:ext cx="9784080"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735240" y="4294303"/>
            <a:ext cx="9784080" cy="1737360"/>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5" name="Rectángulo 14">
            <a:extLst>
              <a:ext uri="{FF2B5EF4-FFF2-40B4-BE49-F238E27FC236}">
                <a16:creationId xmlns:a16="http://schemas.microsoft.com/office/drawing/2014/main" id="{05951AB2-D568-4A7E-9408-FADC8BED4119}"/>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Tree>
    <p:extLst>
      <p:ext uri="{BB962C8B-B14F-4D97-AF65-F5344CB8AC3E}">
        <p14:creationId xmlns:p14="http://schemas.microsoft.com/office/powerpoint/2010/main" val="142414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to + tres secciones">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5" name="Marcador de posición de imagen 4">
            <a:extLst>
              <a:ext uri="{FF2B5EF4-FFF2-40B4-BE49-F238E27FC236}">
                <a16:creationId xmlns:a16="http://schemas.microsoft.com/office/drawing/2014/main" id="{92C6531E-FB8E-4000-B873-B745C681E2F5}"/>
              </a:ext>
            </a:extLst>
          </p:cNvPr>
          <p:cNvSpPr>
            <a:spLocks noGrp="1"/>
          </p:cNvSpPr>
          <p:nvPr>
            <p:ph type="pic" sz="quarter" idx="13" hasCustomPrompt="1"/>
          </p:nvPr>
        </p:nvSpPr>
        <p:spPr>
          <a:xfrm>
            <a:off x="0" y="1248876"/>
            <a:ext cx="12192000" cy="2119313"/>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735240" y="3802065"/>
            <a:ext cx="2820761" cy="334508"/>
          </a:xfrm>
        </p:spPr>
        <p:txBody>
          <a:bodyPr rtlCol="0">
            <a:noAutofit/>
          </a:bodyPr>
          <a:lstStyle>
            <a:lvl1pPr marL="0" indent="0" algn="ctr">
              <a:buNone/>
              <a:defRPr sz="1600" b="1">
                <a:solidFill>
                  <a:schemeClr val="accent6"/>
                </a:solidFill>
                <a:latin typeface="+mn-lt"/>
              </a:defRPr>
            </a:lvl1pPr>
          </a:lstStyle>
          <a:p>
            <a:pPr lvl="0" rtl="0"/>
            <a:r>
              <a:rPr lang="es-ES" noProof="0"/>
              <a:t>Editar estilos de texto del patrón</a:t>
            </a:r>
          </a:p>
        </p:txBody>
      </p:sp>
      <p:sp>
        <p:nvSpPr>
          <p:cNvPr id="10" name="Marcador de texto 8">
            <a:extLst>
              <a:ext uri="{FF2B5EF4-FFF2-40B4-BE49-F238E27FC236}">
                <a16:creationId xmlns:a16="http://schemas.microsoft.com/office/drawing/2014/main" id="{3F93C618-7612-42AB-B890-45E85BD492F4}"/>
              </a:ext>
            </a:extLst>
          </p:cNvPr>
          <p:cNvSpPr>
            <a:spLocks noGrp="1"/>
          </p:cNvSpPr>
          <p:nvPr>
            <p:ph type="body" sz="quarter" idx="15" hasCustomPrompt="1"/>
          </p:nvPr>
        </p:nvSpPr>
        <p:spPr>
          <a:xfrm>
            <a:off x="4623026" y="3802065"/>
            <a:ext cx="2820761" cy="334508"/>
          </a:xfrm>
        </p:spPr>
        <p:txBody>
          <a:bodyPr rtlCol="0">
            <a:noAutofit/>
          </a:bodyPr>
          <a:lstStyle>
            <a:lvl1pPr marL="0" indent="0" algn="ctr">
              <a:buNone/>
              <a:defRPr sz="1600" b="1">
                <a:solidFill>
                  <a:schemeClr val="accent3"/>
                </a:solidFill>
                <a:latin typeface="+mn-lt"/>
              </a:defRPr>
            </a:lvl1pPr>
          </a:lstStyle>
          <a:p>
            <a:pPr lvl="0" rtl="0"/>
            <a:r>
              <a:rPr lang="es-ES" noProof="0"/>
              <a:t>Editar estilos de texto del patrón</a:t>
            </a:r>
          </a:p>
        </p:txBody>
      </p:sp>
      <p:sp>
        <p:nvSpPr>
          <p:cNvPr id="11" name="Marcador de texto 8">
            <a:extLst>
              <a:ext uri="{FF2B5EF4-FFF2-40B4-BE49-F238E27FC236}">
                <a16:creationId xmlns:a16="http://schemas.microsoft.com/office/drawing/2014/main" id="{08664829-F6FB-4E31-BF5C-C895ADF2BA7F}"/>
              </a:ext>
            </a:extLst>
          </p:cNvPr>
          <p:cNvSpPr>
            <a:spLocks noGrp="1"/>
          </p:cNvSpPr>
          <p:nvPr>
            <p:ph type="body" sz="quarter" idx="16" hasCustomPrompt="1"/>
          </p:nvPr>
        </p:nvSpPr>
        <p:spPr>
          <a:xfrm>
            <a:off x="8635999" y="3802065"/>
            <a:ext cx="2820761" cy="334508"/>
          </a:xfrm>
        </p:spPr>
        <p:txBody>
          <a:bodyPr rtlCol="0">
            <a:noAutofit/>
          </a:bodyPr>
          <a:lstStyle>
            <a:lvl1pPr marL="0" indent="0" algn="ctr">
              <a:buNone/>
              <a:defRPr sz="1600" b="1">
                <a:solidFill>
                  <a:schemeClr val="accent5">
                    <a:lumMod val="75000"/>
                  </a:schemeClr>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735240"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3" name="Marcador de texto 8">
            <a:extLst>
              <a:ext uri="{FF2B5EF4-FFF2-40B4-BE49-F238E27FC236}">
                <a16:creationId xmlns:a16="http://schemas.microsoft.com/office/drawing/2014/main" id="{464BC696-49A6-4328-BB42-5566BAC00F80}"/>
              </a:ext>
            </a:extLst>
          </p:cNvPr>
          <p:cNvSpPr>
            <a:spLocks noGrp="1"/>
          </p:cNvSpPr>
          <p:nvPr>
            <p:ph type="body" sz="quarter" idx="18" hasCustomPrompt="1"/>
          </p:nvPr>
        </p:nvSpPr>
        <p:spPr>
          <a:xfrm>
            <a:off x="4623026"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14" name="Marcador de texto 8">
            <a:extLst>
              <a:ext uri="{FF2B5EF4-FFF2-40B4-BE49-F238E27FC236}">
                <a16:creationId xmlns:a16="http://schemas.microsoft.com/office/drawing/2014/main" id="{7E9E558E-F7EF-4347-AD3C-FDB2A9BCF618}"/>
              </a:ext>
            </a:extLst>
          </p:cNvPr>
          <p:cNvSpPr>
            <a:spLocks noGrp="1"/>
          </p:cNvSpPr>
          <p:nvPr>
            <p:ph type="body" sz="quarter" idx="19" hasCustomPrompt="1"/>
          </p:nvPr>
        </p:nvSpPr>
        <p:spPr>
          <a:xfrm>
            <a:off x="8635999" y="4294303"/>
            <a:ext cx="2820761" cy="1496898"/>
          </a:xfrm>
        </p:spPr>
        <p:txBody>
          <a:bodyPr rtlCol="0">
            <a:noAutofit/>
          </a:bodyPr>
          <a:lstStyle>
            <a:lvl1pPr marL="0" indent="0" algn="l">
              <a:spcAft>
                <a:spcPts val="600"/>
              </a:spcAft>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3" name="Título 2">
            <a:extLst>
              <a:ext uri="{FF2B5EF4-FFF2-40B4-BE49-F238E27FC236}">
                <a16:creationId xmlns:a16="http://schemas.microsoft.com/office/drawing/2014/main" id="{B9AD2AC4-32E8-BC46-848C-BEA37118CB63}"/>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Tree>
    <p:extLst>
      <p:ext uri="{BB962C8B-B14F-4D97-AF65-F5344CB8AC3E}">
        <p14:creationId xmlns:p14="http://schemas.microsoft.com/office/powerpoint/2010/main" val="2554481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to de media página + texto">
    <p:spTree>
      <p:nvGrpSpPr>
        <p:cNvPr id="1" name=""/>
        <p:cNvGrpSpPr/>
        <p:nvPr/>
      </p:nvGrpSpPr>
      <p:grpSpPr>
        <a:xfrm>
          <a:off x="0" y="0"/>
          <a:ext cx="0" cy="0"/>
          <a:chOff x="0" y="0"/>
          <a:chExt cx="0" cy="0"/>
        </a:xfrm>
      </p:grpSpPr>
      <p:sp>
        <p:nvSpPr>
          <p:cNvPr id="11" name="Marcador de posición de imagen 4">
            <a:extLst>
              <a:ext uri="{FF2B5EF4-FFF2-40B4-BE49-F238E27FC236}">
                <a16:creationId xmlns:a16="http://schemas.microsoft.com/office/drawing/2014/main" id="{679784BB-7CDD-484B-8F47-9CF1D79993F5}"/>
              </a:ext>
            </a:extLst>
          </p:cNvPr>
          <p:cNvSpPr>
            <a:spLocks noGrp="1"/>
          </p:cNvSpPr>
          <p:nvPr>
            <p:ph type="pic" sz="quarter" idx="13" hasCustomPrompt="1"/>
          </p:nvPr>
        </p:nvSpPr>
        <p:spPr>
          <a:xfrm>
            <a:off x="6299200" y="0"/>
            <a:ext cx="5892800"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8EDEB162-E699-464C-B2EE-136D517A9B8B}"/>
              </a:ext>
            </a:extLst>
          </p:cNvPr>
          <p:cNvSpPr>
            <a:spLocks noGrp="1"/>
          </p:cNvSpPr>
          <p:nvPr>
            <p:ph type="title" hasCustomPrompt="1"/>
          </p:nvPr>
        </p:nvSpPr>
        <p:spPr>
          <a:xfrm>
            <a:off x="446314" y="244477"/>
            <a:ext cx="5170715" cy="1588127"/>
          </a:xfrm>
        </p:spPr>
        <p:txBody>
          <a:bodyPr vert="horz" wrap="square" lIns="91440" tIns="45720" rIns="91440" bIns="45720" rtlCol="0" anchor="ctr">
            <a:spAutoFit/>
          </a:bodyPr>
          <a:lstStyle>
            <a:lvl1pPr>
              <a:defRPr lang="en-GB" sz="3600" spc="-60" dirty="0"/>
            </a:lvl1pPr>
          </a:lstStyle>
          <a:p>
            <a:pPr lvl="0" rtl="0"/>
            <a:r>
              <a:rPr lang="es-ES" noProof="0"/>
              <a:t>Haga clic para editar el estilo de título del patrón</a:t>
            </a:r>
          </a:p>
        </p:txBody>
      </p:sp>
      <p:sp>
        <p:nvSpPr>
          <p:cNvPr id="9" name="Marcador de texto 8">
            <a:extLst>
              <a:ext uri="{FF2B5EF4-FFF2-40B4-BE49-F238E27FC236}">
                <a16:creationId xmlns:a16="http://schemas.microsoft.com/office/drawing/2014/main" id="{FF7966C8-8738-4743-AE43-80F0C197B6C7}"/>
              </a:ext>
            </a:extLst>
          </p:cNvPr>
          <p:cNvSpPr>
            <a:spLocks noGrp="1"/>
          </p:cNvSpPr>
          <p:nvPr>
            <p:ph type="body" sz="quarter" idx="14" hasCustomPrompt="1"/>
          </p:nvPr>
        </p:nvSpPr>
        <p:spPr>
          <a:xfrm>
            <a:off x="571499" y="2061165"/>
            <a:ext cx="5045529" cy="334508"/>
          </a:xfrm>
        </p:spPr>
        <p:txBody>
          <a:bodyPr rtlCol="0">
            <a:noAutofit/>
          </a:bodyPr>
          <a:lstStyle>
            <a:lvl1pPr marL="0" indent="0" algn="l">
              <a:buNone/>
              <a:defRPr sz="1600" b="1">
                <a:solidFill>
                  <a:schemeClr val="accent3"/>
                </a:solidFill>
                <a:latin typeface="+mn-lt"/>
              </a:defRPr>
            </a:lvl1pPr>
          </a:lstStyle>
          <a:p>
            <a:pPr lvl="0" rtl="0"/>
            <a:r>
              <a:rPr lang="es-ES" noProof="0"/>
              <a:t>Editar estilos de texto del patrón</a:t>
            </a:r>
          </a:p>
        </p:txBody>
      </p:sp>
      <p:sp>
        <p:nvSpPr>
          <p:cNvPr id="12" name="Marcador de texto 8">
            <a:extLst>
              <a:ext uri="{FF2B5EF4-FFF2-40B4-BE49-F238E27FC236}">
                <a16:creationId xmlns:a16="http://schemas.microsoft.com/office/drawing/2014/main" id="{B1885C44-356C-410C-B697-9BA0E2858222}"/>
              </a:ext>
            </a:extLst>
          </p:cNvPr>
          <p:cNvSpPr>
            <a:spLocks noGrp="1"/>
          </p:cNvSpPr>
          <p:nvPr>
            <p:ph type="body" sz="quarter" idx="17" hasCustomPrompt="1"/>
          </p:nvPr>
        </p:nvSpPr>
        <p:spPr>
          <a:xfrm>
            <a:off x="571499" y="2708227"/>
            <a:ext cx="5045529" cy="3561943"/>
          </a:xfrm>
        </p:spPr>
        <p:txBody>
          <a:bodyPr rtlCol="0">
            <a:noAutofit/>
          </a:bodyPr>
          <a:lstStyle>
            <a:lvl1pPr marL="0" indent="0" algn="l">
              <a:buNone/>
              <a:defRPr sz="1400" b="0">
                <a:solidFill>
                  <a:schemeClr val="tx1">
                    <a:lumMod val="75000"/>
                    <a:lumOff val="25000"/>
                  </a:schemeClr>
                </a:solidFill>
                <a:latin typeface="+mn-lt"/>
              </a:defRPr>
            </a:lvl1pPr>
          </a:lstStyle>
          <a:p>
            <a:pPr lvl="0" rtl="0"/>
            <a:r>
              <a:rPr lang="es-ES" noProof="0"/>
              <a:t>Editar estilos de texto del patrón</a:t>
            </a: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8" name="Rectángulo 7">
            <a:extLst>
              <a:ext uri="{FF2B5EF4-FFF2-40B4-BE49-F238E27FC236}">
                <a16:creationId xmlns:a16="http://schemas.microsoft.com/office/drawing/2014/main" id="{1E6A75B6-7B4E-496F-A846-0FFBB6E1D164}"/>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0" name="Marcador de posición de número de diapositiva 5">
            <a:extLst>
              <a:ext uri="{FF2B5EF4-FFF2-40B4-BE49-F238E27FC236}">
                <a16:creationId xmlns:a16="http://schemas.microsoft.com/office/drawing/2014/main" id="{7648ACB4-9C22-4636-800F-578055A5BC10}"/>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2043872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Diagrama de flujo: Documento 3">
            <a:extLst>
              <a:ext uri="{FF2B5EF4-FFF2-40B4-BE49-F238E27FC236}">
                <a16:creationId xmlns:a16="http://schemas.microsoft.com/office/drawing/2014/main" id="{D5C833BC-89A8-4D28-9D63-F45F14D694BF}"/>
              </a:ext>
            </a:extLst>
          </p:cNvPr>
          <p:cNvSpPr/>
          <p:nvPr userDrawn="1"/>
        </p:nvSpPr>
        <p:spPr>
          <a:xfrm flipH="1">
            <a:off x="123987" y="124955"/>
            <a:ext cx="11953415" cy="4408002"/>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17 w 21617"/>
              <a:gd name="connsiteY0" fmla="*/ 0 h 23765"/>
              <a:gd name="connsiteX1" fmla="*/ 21617 w 21617"/>
              <a:gd name="connsiteY1" fmla="*/ 0 h 23765"/>
              <a:gd name="connsiteX2" fmla="*/ 21617 w 21617"/>
              <a:gd name="connsiteY2" fmla="*/ 17322 h 23765"/>
              <a:gd name="connsiteX3" fmla="*/ 0 w 21617"/>
              <a:gd name="connsiteY3" fmla="*/ 22875 h 23765"/>
              <a:gd name="connsiteX4" fmla="*/ 17 w 21617"/>
              <a:gd name="connsiteY4" fmla="*/ 0 h 23765"/>
              <a:gd name="connsiteX0" fmla="*/ 17 w 21617"/>
              <a:gd name="connsiteY0" fmla="*/ 0 h 24368"/>
              <a:gd name="connsiteX1" fmla="*/ 21617 w 21617"/>
              <a:gd name="connsiteY1" fmla="*/ 0 h 24368"/>
              <a:gd name="connsiteX2" fmla="*/ 21617 w 21617"/>
              <a:gd name="connsiteY2" fmla="*/ 17322 h 24368"/>
              <a:gd name="connsiteX3" fmla="*/ 0 w 21617"/>
              <a:gd name="connsiteY3" fmla="*/ 22875 h 24368"/>
              <a:gd name="connsiteX4" fmla="*/ 17 w 21617"/>
              <a:gd name="connsiteY4" fmla="*/ 0 h 24368"/>
              <a:gd name="connsiteX0" fmla="*/ 17 w 21617"/>
              <a:gd name="connsiteY0" fmla="*/ 0 h 24514"/>
              <a:gd name="connsiteX1" fmla="*/ 21617 w 21617"/>
              <a:gd name="connsiteY1" fmla="*/ 0 h 24514"/>
              <a:gd name="connsiteX2" fmla="*/ 21617 w 21617"/>
              <a:gd name="connsiteY2" fmla="*/ 17322 h 24514"/>
              <a:gd name="connsiteX3" fmla="*/ 0 w 21617"/>
              <a:gd name="connsiteY3" fmla="*/ 22875 h 24514"/>
              <a:gd name="connsiteX4" fmla="*/ 17 w 21617"/>
              <a:gd name="connsiteY4" fmla="*/ 0 h 24514"/>
              <a:gd name="connsiteX0" fmla="*/ 17 w 21617"/>
              <a:gd name="connsiteY0" fmla="*/ 0 h 24569"/>
              <a:gd name="connsiteX1" fmla="*/ 21617 w 21617"/>
              <a:gd name="connsiteY1" fmla="*/ 0 h 24569"/>
              <a:gd name="connsiteX2" fmla="*/ 21617 w 21617"/>
              <a:gd name="connsiteY2" fmla="*/ 17322 h 24569"/>
              <a:gd name="connsiteX3" fmla="*/ 0 w 21617"/>
              <a:gd name="connsiteY3" fmla="*/ 22875 h 24569"/>
              <a:gd name="connsiteX4" fmla="*/ 17 w 21617"/>
              <a:gd name="connsiteY4" fmla="*/ 0 h 24569"/>
              <a:gd name="connsiteX0" fmla="*/ 17 w 21617"/>
              <a:gd name="connsiteY0" fmla="*/ 0 h 24698"/>
              <a:gd name="connsiteX1" fmla="*/ 21617 w 21617"/>
              <a:gd name="connsiteY1" fmla="*/ 0 h 24698"/>
              <a:gd name="connsiteX2" fmla="*/ 21617 w 21617"/>
              <a:gd name="connsiteY2" fmla="*/ 17322 h 24698"/>
              <a:gd name="connsiteX3" fmla="*/ 0 w 21617"/>
              <a:gd name="connsiteY3" fmla="*/ 22875 h 24698"/>
              <a:gd name="connsiteX4" fmla="*/ 17 w 21617"/>
              <a:gd name="connsiteY4" fmla="*/ 0 h 24698"/>
              <a:gd name="connsiteX0" fmla="*/ 17 w 21617"/>
              <a:gd name="connsiteY0" fmla="*/ 0 h 24785"/>
              <a:gd name="connsiteX1" fmla="*/ 21617 w 21617"/>
              <a:gd name="connsiteY1" fmla="*/ 0 h 24785"/>
              <a:gd name="connsiteX2" fmla="*/ 21617 w 21617"/>
              <a:gd name="connsiteY2" fmla="*/ 17322 h 24785"/>
              <a:gd name="connsiteX3" fmla="*/ 0 w 21617"/>
              <a:gd name="connsiteY3" fmla="*/ 22875 h 24785"/>
              <a:gd name="connsiteX4" fmla="*/ 17 w 21617"/>
              <a:gd name="connsiteY4" fmla="*/ 0 h 24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17" h="24785">
                <a:moveTo>
                  <a:pt x="17" y="0"/>
                </a:moveTo>
                <a:lnTo>
                  <a:pt x="21617" y="0"/>
                </a:lnTo>
                <a:lnTo>
                  <a:pt x="21617" y="17322"/>
                </a:lnTo>
                <a:cubicBezTo>
                  <a:pt x="10919" y="19230"/>
                  <a:pt x="10221" y="28798"/>
                  <a:pt x="0" y="22875"/>
                </a:cubicBezTo>
                <a:cubicBezTo>
                  <a:pt x="6" y="15250"/>
                  <a:pt x="11" y="7625"/>
                  <a:pt x="1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3" name="Subtítulo 2">
            <a:extLst>
              <a:ext uri="{FF2B5EF4-FFF2-40B4-BE49-F238E27FC236}">
                <a16:creationId xmlns:a16="http://schemas.microsoft.com/office/drawing/2014/main" id="{FA174F0C-3444-43F9-9DFF-354C44272A65}"/>
              </a:ext>
            </a:extLst>
          </p:cNvPr>
          <p:cNvSpPr>
            <a:spLocks noGrp="1"/>
          </p:cNvSpPr>
          <p:nvPr>
            <p:ph type="subTitle" idx="1" hasCustomPrompt="1"/>
          </p:nvPr>
        </p:nvSpPr>
        <p:spPr>
          <a:xfrm>
            <a:off x="694871" y="5603181"/>
            <a:ext cx="9144000" cy="341632"/>
          </a:xfrm>
        </p:spPr>
        <p:txBody>
          <a:bodyPr vert="horz" lIns="91440" tIns="45720" rIns="91440" bIns="45720" rtlCol="0">
            <a:spAutoFit/>
          </a:bodyPr>
          <a:lstStyle>
            <a:lvl1pPr marL="0" indent="0">
              <a:buNone/>
              <a:defRPr lang="en-GB" sz="1800" dirty="0">
                <a:solidFill>
                  <a:schemeClr val="accent2">
                    <a:lumMod val="50000"/>
                  </a:schemeClr>
                </a:solidFill>
                <a:latin typeface="+mn-lt"/>
              </a:defRPr>
            </a:lvl1pPr>
          </a:lstStyle>
          <a:p>
            <a:pPr marL="228600" lvl="0" indent="-228600" rtl="0"/>
            <a:r>
              <a:rPr lang="es-ES" noProof="0"/>
              <a:t>Subtítulo</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10607040" cy="701731"/>
          </a:xfrm>
        </p:spPr>
        <p:txBody>
          <a:bodyPr vert="horz" lIns="91440" tIns="45720" rIns="91440" bIns="45720" rtlCol="0" anchor="b">
            <a:spAutoFit/>
          </a:bodyPr>
          <a:lstStyle>
            <a:lvl1pPr>
              <a:defRPr lang="en-GB" sz="4400" b="1" dirty="0">
                <a:solidFill>
                  <a:schemeClr val="tx1">
                    <a:lumMod val="75000"/>
                    <a:lumOff val="25000"/>
                  </a:schemeClr>
                </a:solidFill>
                <a:latin typeface="+mj-lt"/>
              </a:defRPr>
            </a:lvl1pPr>
          </a:lstStyle>
          <a:p>
            <a:pPr marL="0" lvl="0" rtl="0"/>
            <a:r>
              <a:rPr lang="es-ES" noProof="0"/>
              <a:t>Título</a:t>
            </a:r>
          </a:p>
        </p:txBody>
      </p:sp>
      <p:sp>
        <p:nvSpPr>
          <p:cNvPr id="11" name="Rectángulo 10">
            <a:extLst>
              <a:ext uri="{FF2B5EF4-FFF2-40B4-BE49-F238E27FC236}">
                <a16:creationId xmlns:a16="http://schemas.microsoft.com/office/drawing/2014/main" id="{45C25376-E6F9-4E5A-A81D-E7FA342FB230}"/>
              </a:ext>
            </a:extLst>
          </p:cNvPr>
          <p:cNvSpPr/>
          <p:nvPr userDrawn="1"/>
        </p:nvSpPr>
        <p:spPr>
          <a:xfrm>
            <a:off x="435429" y="4726452"/>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58224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14" name="Diagrama de flujo: Documento 3">
            <a:extLst>
              <a:ext uri="{FF2B5EF4-FFF2-40B4-BE49-F238E27FC236}">
                <a16:creationId xmlns:a16="http://schemas.microsoft.com/office/drawing/2014/main" id="{7F75D8AF-79DE-4E2B-A15F-8EC66948BC31}"/>
              </a:ext>
            </a:extLst>
          </p:cNvPr>
          <p:cNvSpPr/>
          <p:nvPr userDrawn="1"/>
        </p:nvSpPr>
        <p:spPr>
          <a:xfrm flipH="1" flipV="1">
            <a:off x="114590" y="4581492"/>
            <a:ext cx="11962815" cy="2152681"/>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17 w 21617"/>
              <a:gd name="connsiteY0" fmla="*/ 0 h 23765"/>
              <a:gd name="connsiteX1" fmla="*/ 21617 w 21617"/>
              <a:gd name="connsiteY1" fmla="*/ 0 h 23765"/>
              <a:gd name="connsiteX2" fmla="*/ 21617 w 21617"/>
              <a:gd name="connsiteY2" fmla="*/ 17322 h 23765"/>
              <a:gd name="connsiteX3" fmla="*/ 0 w 21617"/>
              <a:gd name="connsiteY3" fmla="*/ 22875 h 23765"/>
              <a:gd name="connsiteX4" fmla="*/ 17 w 21617"/>
              <a:gd name="connsiteY4" fmla="*/ 0 h 23765"/>
              <a:gd name="connsiteX0" fmla="*/ 17 w 21617"/>
              <a:gd name="connsiteY0" fmla="*/ 0 h 24368"/>
              <a:gd name="connsiteX1" fmla="*/ 21617 w 21617"/>
              <a:gd name="connsiteY1" fmla="*/ 0 h 24368"/>
              <a:gd name="connsiteX2" fmla="*/ 21617 w 21617"/>
              <a:gd name="connsiteY2" fmla="*/ 17322 h 24368"/>
              <a:gd name="connsiteX3" fmla="*/ 0 w 21617"/>
              <a:gd name="connsiteY3" fmla="*/ 22875 h 24368"/>
              <a:gd name="connsiteX4" fmla="*/ 17 w 21617"/>
              <a:gd name="connsiteY4" fmla="*/ 0 h 24368"/>
              <a:gd name="connsiteX0" fmla="*/ 17 w 21617"/>
              <a:gd name="connsiteY0" fmla="*/ 0 h 24514"/>
              <a:gd name="connsiteX1" fmla="*/ 21617 w 21617"/>
              <a:gd name="connsiteY1" fmla="*/ 0 h 24514"/>
              <a:gd name="connsiteX2" fmla="*/ 21617 w 21617"/>
              <a:gd name="connsiteY2" fmla="*/ 17322 h 24514"/>
              <a:gd name="connsiteX3" fmla="*/ 0 w 21617"/>
              <a:gd name="connsiteY3" fmla="*/ 22875 h 24514"/>
              <a:gd name="connsiteX4" fmla="*/ 17 w 21617"/>
              <a:gd name="connsiteY4" fmla="*/ 0 h 24514"/>
              <a:gd name="connsiteX0" fmla="*/ 17 w 21617"/>
              <a:gd name="connsiteY0" fmla="*/ 0 h 24569"/>
              <a:gd name="connsiteX1" fmla="*/ 21617 w 21617"/>
              <a:gd name="connsiteY1" fmla="*/ 0 h 24569"/>
              <a:gd name="connsiteX2" fmla="*/ 21617 w 21617"/>
              <a:gd name="connsiteY2" fmla="*/ 17322 h 24569"/>
              <a:gd name="connsiteX3" fmla="*/ 0 w 21617"/>
              <a:gd name="connsiteY3" fmla="*/ 22875 h 24569"/>
              <a:gd name="connsiteX4" fmla="*/ 17 w 21617"/>
              <a:gd name="connsiteY4" fmla="*/ 0 h 24569"/>
              <a:gd name="connsiteX0" fmla="*/ 17 w 21617"/>
              <a:gd name="connsiteY0" fmla="*/ 0 h 24698"/>
              <a:gd name="connsiteX1" fmla="*/ 21617 w 21617"/>
              <a:gd name="connsiteY1" fmla="*/ 0 h 24698"/>
              <a:gd name="connsiteX2" fmla="*/ 21617 w 21617"/>
              <a:gd name="connsiteY2" fmla="*/ 17322 h 24698"/>
              <a:gd name="connsiteX3" fmla="*/ 0 w 21617"/>
              <a:gd name="connsiteY3" fmla="*/ 22875 h 24698"/>
              <a:gd name="connsiteX4" fmla="*/ 17 w 21617"/>
              <a:gd name="connsiteY4" fmla="*/ 0 h 24698"/>
              <a:gd name="connsiteX0" fmla="*/ 17 w 21617"/>
              <a:gd name="connsiteY0" fmla="*/ 0 h 24785"/>
              <a:gd name="connsiteX1" fmla="*/ 21617 w 21617"/>
              <a:gd name="connsiteY1" fmla="*/ 0 h 24785"/>
              <a:gd name="connsiteX2" fmla="*/ 21617 w 21617"/>
              <a:gd name="connsiteY2" fmla="*/ 17322 h 24785"/>
              <a:gd name="connsiteX3" fmla="*/ 0 w 21617"/>
              <a:gd name="connsiteY3" fmla="*/ 22875 h 24785"/>
              <a:gd name="connsiteX4" fmla="*/ 17 w 21617"/>
              <a:gd name="connsiteY4" fmla="*/ 0 h 24785"/>
              <a:gd name="connsiteX0" fmla="*/ 34 w 21634"/>
              <a:gd name="connsiteY0" fmla="*/ 0 h 36778"/>
              <a:gd name="connsiteX1" fmla="*/ 21634 w 21634"/>
              <a:gd name="connsiteY1" fmla="*/ 0 h 36778"/>
              <a:gd name="connsiteX2" fmla="*/ 21634 w 21634"/>
              <a:gd name="connsiteY2" fmla="*/ 17322 h 36778"/>
              <a:gd name="connsiteX3" fmla="*/ 0 w 21634"/>
              <a:gd name="connsiteY3" fmla="*/ 35787 h 36778"/>
              <a:gd name="connsiteX4" fmla="*/ 34 w 21634"/>
              <a:gd name="connsiteY4" fmla="*/ 0 h 36778"/>
              <a:gd name="connsiteX0" fmla="*/ 34 w 21634"/>
              <a:gd name="connsiteY0" fmla="*/ 0 h 41874"/>
              <a:gd name="connsiteX1" fmla="*/ 21634 w 21634"/>
              <a:gd name="connsiteY1" fmla="*/ 0 h 41874"/>
              <a:gd name="connsiteX2" fmla="*/ 21634 w 21634"/>
              <a:gd name="connsiteY2" fmla="*/ 17322 h 41874"/>
              <a:gd name="connsiteX3" fmla="*/ 0 w 21634"/>
              <a:gd name="connsiteY3" fmla="*/ 35787 h 41874"/>
              <a:gd name="connsiteX4" fmla="*/ 34 w 21634"/>
              <a:gd name="connsiteY4" fmla="*/ 0 h 41874"/>
              <a:gd name="connsiteX0" fmla="*/ 34 w 21634"/>
              <a:gd name="connsiteY0" fmla="*/ 0 h 42123"/>
              <a:gd name="connsiteX1" fmla="*/ 21634 w 21634"/>
              <a:gd name="connsiteY1" fmla="*/ 0 h 42123"/>
              <a:gd name="connsiteX2" fmla="*/ 21634 w 21634"/>
              <a:gd name="connsiteY2" fmla="*/ 17322 h 42123"/>
              <a:gd name="connsiteX3" fmla="*/ 0 w 21634"/>
              <a:gd name="connsiteY3" fmla="*/ 35787 h 42123"/>
              <a:gd name="connsiteX4" fmla="*/ 34 w 21634"/>
              <a:gd name="connsiteY4" fmla="*/ 0 h 42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34" h="42123">
                <a:moveTo>
                  <a:pt x="34" y="0"/>
                </a:moveTo>
                <a:lnTo>
                  <a:pt x="21634" y="0"/>
                </a:lnTo>
                <a:lnTo>
                  <a:pt x="21634" y="17322"/>
                </a:lnTo>
                <a:cubicBezTo>
                  <a:pt x="10970" y="21444"/>
                  <a:pt x="9198" y="56098"/>
                  <a:pt x="0" y="35787"/>
                </a:cubicBezTo>
                <a:cubicBezTo>
                  <a:pt x="6" y="28162"/>
                  <a:pt x="28" y="7625"/>
                  <a:pt x="3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tx1"/>
              </a:solidFill>
            </a:endParaRPr>
          </a:p>
        </p:txBody>
      </p:sp>
      <p:sp>
        <p:nvSpPr>
          <p:cNvPr id="2" name="Título 1">
            <a:extLst>
              <a:ext uri="{FF2B5EF4-FFF2-40B4-BE49-F238E27FC236}">
                <a16:creationId xmlns:a16="http://schemas.microsoft.com/office/drawing/2014/main" id="{8C9A3716-1F35-4634-B53D-27722735B2D5}"/>
              </a:ext>
            </a:extLst>
          </p:cNvPr>
          <p:cNvSpPr>
            <a:spLocks noGrp="1"/>
          </p:cNvSpPr>
          <p:nvPr>
            <p:ph type="title" hasCustomPrompt="1"/>
          </p:nvPr>
        </p:nvSpPr>
        <p:spPr>
          <a:xfrm>
            <a:off x="696686" y="1611383"/>
            <a:ext cx="9666514" cy="746846"/>
          </a:xfrm>
        </p:spPr>
        <p:txBody>
          <a:bodyPr rtlCol="0" anchor="t">
            <a:noAutofit/>
          </a:bodyPr>
          <a:lstStyle>
            <a:lvl1pPr>
              <a:defRPr sz="4800" spc="-150">
                <a:solidFill>
                  <a:schemeClr val="tx1">
                    <a:lumMod val="75000"/>
                    <a:lumOff val="25000"/>
                  </a:schemeClr>
                </a:solidFill>
              </a:defRPr>
            </a:lvl1pPr>
          </a:lstStyle>
          <a:p>
            <a:pPr rtl="0"/>
            <a:r>
              <a:rPr lang="es-ES" noProof="0"/>
              <a:t>Encabezado de sección 1</a:t>
            </a:r>
          </a:p>
        </p:txBody>
      </p:sp>
      <p:sp>
        <p:nvSpPr>
          <p:cNvPr id="3" name="Marcador de texto 2">
            <a:extLst>
              <a:ext uri="{FF2B5EF4-FFF2-40B4-BE49-F238E27FC236}">
                <a16:creationId xmlns:a16="http://schemas.microsoft.com/office/drawing/2014/main" id="{F96A4796-E4C0-42FE-9F82-5D46B8789E25}"/>
              </a:ext>
            </a:extLst>
          </p:cNvPr>
          <p:cNvSpPr>
            <a:spLocks noGrp="1"/>
          </p:cNvSpPr>
          <p:nvPr>
            <p:ph type="body" idx="1" hasCustomPrompt="1"/>
          </p:nvPr>
        </p:nvSpPr>
        <p:spPr>
          <a:xfrm>
            <a:off x="696686" y="2464424"/>
            <a:ext cx="9666514" cy="221599"/>
          </a:xfrm>
        </p:spPr>
        <p:txBody>
          <a:bodyPr tIns="0" bIns="0" rtlCol="0">
            <a:spAutoFit/>
          </a:bodyPr>
          <a:lstStyle>
            <a:lvl1pPr marL="0" indent="0">
              <a:buNone/>
              <a:defRPr sz="16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Subtítulo</a:t>
            </a:r>
          </a:p>
        </p:txBody>
      </p:sp>
      <p:sp>
        <p:nvSpPr>
          <p:cNvPr id="13" name="Rectángulo 12">
            <a:extLst>
              <a:ext uri="{FF2B5EF4-FFF2-40B4-BE49-F238E27FC236}">
                <a16:creationId xmlns:a16="http://schemas.microsoft.com/office/drawing/2014/main" id="{560C8850-C2CD-4E0B-AA6F-6B884EB94B4B}"/>
              </a:ext>
            </a:extLst>
          </p:cNvPr>
          <p:cNvSpPr/>
          <p:nvPr userDrawn="1"/>
        </p:nvSpPr>
        <p:spPr>
          <a:xfrm>
            <a:off x="435429" y="1532049"/>
            <a:ext cx="72571"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80D3D7B7-CDD7-4664-B2D8-6F60FEAEAC45}"/>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Marcador de posición de número de diapositiva 5">
            <a:extLst>
              <a:ext uri="{FF2B5EF4-FFF2-40B4-BE49-F238E27FC236}">
                <a16:creationId xmlns:a16="http://schemas.microsoft.com/office/drawing/2014/main" id="{9E81145E-5F17-4CB6-9E17-ECF3BB38DE75}"/>
              </a:ext>
            </a:extLst>
          </p:cNvPr>
          <p:cNvSpPr txBox="1">
            <a:spLocks/>
          </p:cNvSpPr>
          <p:nvPr userDrawn="1"/>
        </p:nvSpPr>
        <p:spPr>
          <a:xfrm>
            <a:off x="11360016" y="6369050"/>
            <a:ext cx="335909" cy="365125"/>
          </a:xfrm>
          <a:prstGeom prst="rect">
            <a:avLst/>
          </a:prstGeom>
          <a:solidFill>
            <a:schemeClr val="bg1">
              <a:lumMod val="85000"/>
            </a:schemeClr>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tx1"/>
                </a:solidFill>
              </a:rPr>
              <a:pPr rtl="0"/>
              <a:t>‹Nº›</a:t>
            </a:fld>
            <a:endParaRPr lang="es-ES" b="1" noProof="0">
              <a:solidFill>
                <a:schemeClr val="tx1"/>
              </a:solidFill>
            </a:endParaRPr>
          </a:p>
        </p:txBody>
      </p:sp>
    </p:spTree>
    <p:extLst>
      <p:ext uri="{BB962C8B-B14F-4D97-AF65-F5344CB8AC3E}">
        <p14:creationId xmlns:p14="http://schemas.microsoft.com/office/powerpoint/2010/main" val="2367219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os objetos">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
        <p:nvSpPr>
          <p:cNvPr id="11" name="Marcador de posición de contenido 2">
            <a:extLst>
              <a:ext uri="{FF2B5EF4-FFF2-40B4-BE49-F238E27FC236}">
                <a16:creationId xmlns:a16="http://schemas.microsoft.com/office/drawing/2014/main" id="{758E3AAF-44AA-41E0-AE18-8B461598AD07}"/>
              </a:ext>
            </a:extLst>
          </p:cNvPr>
          <p:cNvSpPr>
            <a:spLocks noGrp="1"/>
          </p:cNvSpPr>
          <p:nvPr>
            <p:ph sz="half" idx="1" hasCustomPrompt="1"/>
          </p:nvPr>
        </p:nvSpPr>
        <p:spPr>
          <a:xfrm>
            <a:off x="446314" y="1825625"/>
            <a:ext cx="5306787"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3" name="Marcador de posición de contenido 3">
            <a:extLst>
              <a:ext uri="{FF2B5EF4-FFF2-40B4-BE49-F238E27FC236}">
                <a16:creationId xmlns:a16="http://schemas.microsoft.com/office/drawing/2014/main" id="{FC1B8B60-5429-4EF9-93D0-2CCCF562B916}"/>
              </a:ext>
            </a:extLst>
          </p:cNvPr>
          <p:cNvSpPr>
            <a:spLocks noGrp="1"/>
          </p:cNvSpPr>
          <p:nvPr>
            <p:ph sz="half" idx="2" hasCustomPrompt="1"/>
          </p:nvPr>
        </p:nvSpPr>
        <p:spPr>
          <a:xfrm>
            <a:off x="64389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694700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a:xfrm>
            <a:off x="839788" y="235445"/>
            <a:ext cx="3932237" cy="2086725"/>
          </a:xfrm>
        </p:spPr>
        <p:txBody>
          <a:bodyPr rtlCol="0"/>
          <a:lstStyle/>
          <a:p>
            <a:pPr rtl="0"/>
            <a:r>
              <a:rPr lang="es-ES" noProof="0" smtClean="0"/>
              <a:t>Haga clic para modificar el estilo de título del patrón</a:t>
            </a:r>
            <a:endParaRPr lang="es-ES" noProof="0"/>
          </a:p>
        </p:txBody>
      </p:sp>
      <p:sp>
        <p:nvSpPr>
          <p:cNvPr id="15" name="Marcador de posición de texto 3">
            <a:extLst>
              <a:ext uri="{FF2B5EF4-FFF2-40B4-BE49-F238E27FC236}">
                <a16:creationId xmlns:a16="http://schemas.microsoft.com/office/drawing/2014/main" id="{9B6692B7-0F8A-4381-96B4-5F358BFD1E90}"/>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16" name="Marcador de contenido 2">
            <a:extLst>
              <a:ext uri="{FF2B5EF4-FFF2-40B4-BE49-F238E27FC236}">
                <a16:creationId xmlns:a16="http://schemas.microsoft.com/office/drawing/2014/main" id="{B43535EE-90E2-422C-B7AC-4D346E8D6E04}"/>
              </a:ext>
            </a:extLst>
          </p:cNvPr>
          <p:cNvSpPr>
            <a:spLocks noGrp="1"/>
          </p:cNvSpPr>
          <p:nvPr>
            <p:ph idx="1" hasCustomPrompt="1"/>
          </p:nvPr>
        </p:nvSpPr>
        <p:spPr>
          <a:xfrm>
            <a:off x="5183188" y="500215"/>
            <a:ext cx="6172200" cy="5368773"/>
          </a:xfrm>
        </p:spPr>
        <p:txBody>
          <a:bodyPr rtlCol="0">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176424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n con leyenda">
    <p:bg>
      <p:bgPr>
        <a:solidFill>
          <a:schemeClr val="bg1">
            <a:lumMod val="95000"/>
          </a:schemeClr>
        </a:solidFill>
        <a:effectLst/>
      </p:bgPr>
    </p:bg>
    <p:spTree>
      <p:nvGrpSpPr>
        <p:cNvPr id="1" name=""/>
        <p:cNvGrpSpPr/>
        <p:nvPr/>
      </p:nvGrpSpPr>
      <p:grpSpPr>
        <a:xfrm>
          <a:off x="0" y="0"/>
          <a:ext cx="0" cy="0"/>
          <a:chOff x="0" y="0"/>
          <a:chExt cx="0" cy="0"/>
        </a:xfrm>
      </p:grpSpPr>
      <p:sp>
        <p:nvSpPr>
          <p:cNvPr id="8" name="Marco 7">
            <a:extLst>
              <a:ext uri="{FF2B5EF4-FFF2-40B4-BE49-F238E27FC236}">
                <a16:creationId xmlns:a16="http://schemas.microsoft.com/office/drawing/2014/main" id="{53B0C39E-3796-4132-81FF-5A58EAF300A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7" name="Rectángulo 6">
            <a:extLst>
              <a:ext uri="{FF2B5EF4-FFF2-40B4-BE49-F238E27FC236}">
                <a16:creationId xmlns:a16="http://schemas.microsoft.com/office/drawing/2014/main" id="{0FA6C5C5-5069-4AE6-8A3D-3F2C6B9506E4}"/>
              </a:ext>
            </a:extLst>
          </p:cNvPr>
          <p:cNvSpPr/>
          <p:nvPr userDrawn="1"/>
        </p:nvSpPr>
        <p:spPr>
          <a:xfrm>
            <a:off x="446314" y="-1"/>
            <a:ext cx="1188720" cy="128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9" name="Rectángulo 8">
            <a:extLst>
              <a:ext uri="{FF2B5EF4-FFF2-40B4-BE49-F238E27FC236}">
                <a16:creationId xmlns:a16="http://schemas.microsoft.com/office/drawing/2014/main" id="{C8943364-C409-4EE8-8020-9809E6B2B1AA}"/>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2" name="Marcador de número de diapositiva 5">
            <a:extLst>
              <a:ext uri="{FF2B5EF4-FFF2-40B4-BE49-F238E27FC236}">
                <a16:creationId xmlns:a16="http://schemas.microsoft.com/office/drawing/2014/main" id="{A67D090F-9522-445C-B984-52BE590455DC}"/>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4" name="Título 3">
            <a:extLst>
              <a:ext uri="{FF2B5EF4-FFF2-40B4-BE49-F238E27FC236}">
                <a16:creationId xmlns:a16="http://schemas.microsoft.com/office/drawing/2014/main" id="{00F7C607-177E-BC4B-9F1D-E0CD83EF0470}"/>
              </a:ext>
            </a:extLst>
          </p:cNvPr>
          <p:cNvSpPr>
            <a:spLocks noGrp="1"/>
          </p:cNvSpPr>
          <p:nvPr>
            <p:ph type="title"/>
          </p:nvPr>
        </p:nvSpPr>
        <p:spPr>
          <a:xfrm>
            <a:off x="839788" y="235445"/>
            <a:ext cx="3932237" cy="2086725"/>
          </a:xfrm>
        </p:spPr>
        <p:txBody>
          <a:bodyPr rtlCol="0"/>
          <a:lstStyle/>
          <a:p>
            <a:pPr rtl="0"/>
            <a:r>
              <a:rPr lang="es-ES" noProof="0" smtClean="0"/>
              <a:t>Haga clic para modificar el estilo de título del patrón</a:t>
            </a:r>
            <a:endParaRPr lang="es-ES" noProof="0"/>
          </a:p>
        </p:txBody>
      </p:sp>
      <p:sp>
        <p:nvSpPr>
          <p:cNvPr id="15" name="Marcador de posición de texto 3">
            <a:extLst>
              <a:ext uri="{FF2B5EF4-FFF2-40B4-BE49-F238E27FC236}">
                <a16:creationId xmlns:a16="http://schemas.microsoft.com/office/drawing/2014/main" id="{9B6692B7-0F8A-4381-96B4-5F358BFD1E90}"/>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11" name="Marcador de posición de imagen 2">
            <a:extLst>
              <a:ext uri="{FF2B5EF4-FFF2-40B4-BE49-F238E27FC236}">
                <a16:creationId xmlns:a16="http://schemas.microsoft.com/office/drawing/2014/main" id="{131CB29F-0BE0-476F-B57A-7638E9BFAE76}"/>
              </a:ext>
            </a:extLst>
          </p:cNvPr>
          <p:cNvSpPr>
            <a:spLocks noGrp="1"/>
          </p:cNvSpPr>
          <p:nvPr>
            <p:ph type="pic" idx="1"/>
          </p:nvPr>
        </p:nvSpPr>
        <p:spPr>
          <a:xfrm>
            <a:off x="5183188" y="500215"/>
            <a:ext cx="6172200" cy="5368773"/>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smtClean="0"/>
              <a:t>Haga clic en el icono para agregar una imagen</a:t>
            </a:r>
            <a:endParaRPr lang="es-ES" noProof="0"/>
          </a:p>
        </p:txBody>
      </p:sp>
    </p:spTree>
    <p:extLst>
      <p:ext uri="{BB962C8B-B14F-4D97-AF65-F5344CB8AC3E}">
        <p14:creationId xmlns:p14="http://schemas.microsoft.com/office/powerpoint/2010/main" val="1640996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432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de citas">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4E46C0F6-F728-4FF0-A7F3-F6AECCD35B33}"/>
              </a:ext>
            </a:extLst>
          </p:cNvPr>
          <p:cNvSpPr>
            <a:spLocks noGrp="1"/>
          </p:cNvSpPr>
          <p:nvPr>
            <p:ph type="pic" sz="quarter" idx="13" hasCustomPrompt="1"/>
          </p:nvPr>
        </p:nvSpPr>
        <p:spPr>
          <a:xfrm>
            <a:off x="120650" y="136525"/>
            <a:ext cx="11950700" cy="6584951"/>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7" name="Marcador de texto 6">
            <a:extLst>
              <a:ext uri="{FF2B5EF4-FFF2-40B4-BE49-F238E27FC236}">
                <a16:creationId xmlns:a16="http://schemas.microsoft.com/office/drawing/2014/main" id="{E4DAD220-8CE3-4FF4-957A-1E24442C6565}"/>
              </a:ext>
            </a:extLst>
          </p:cNvPr>
          <p:cNvSpPr>
            <a:spLocks noGrp="1"/>
          </p:cNvSpPr>
          <p:nvPr>
            <p:ph type="body" sz="quarter" idx="14" hasCustomPrompt="1"/>
          </p:nvPr>
        </p:nvSpPr>
        <p:spPr>
          <a:xfrm>
            <a:off x="1587500" y="4022725"/>
            <a:ext cx="10033000" cy="1236236"/>
          </a:xfrm>
          <a:solidFill>
            <a:schemeClr val="tx1">
              <a:alpha val="68000"/>
            </a:schemeClr>
          </a:solidFill>
        </p:spPr>
        <p:txBody>
          <a:bodyPr lIns="274320" tIns="274320" rIns="274320" bIns="274320" rtlCol="0" anchor="ctr">
            <a:spAutoFit/>
          </a:bodyPr>
          <a:lstStyle>
            <a:lvl1pPr marL="0" indent="0">
              <a:lnSpc>
                <a:spcPct val="100000"/>
              </a:lnSpc>
              <a:buNone/>
              <a:defRPr sz="1800" b="0">
                <a:solidFill>
                  <a:schemeClr val="bg1"/>
                </a:solidFill>
              </a:defRPr>
            </a:lvl1pPr>
          </a:lstStyle>
          <a:p>
            <a:pPr lvl="0" rtl="0"/>
            <a:r>
              <a:rPr lang="es-ES" noProof="0"/>
              <a:t>Editar estilos de texto del patrón</a:t>
            </a:r>
          </a:p>
          <a:p>
            <a:pPr lvl="0" rtl="0"/>
            <a:endParaRPr lang="es-ES" noProof="0"/>
          </a:p>
        </p:txBody>
      </p:sp>
      <p:sp>
        <p:nvSpPr>
          <p:cNvPr id="8" name="Marcador de texto 6">
            <a:extLst>
              <a:ext uri="{FF2B5EF4-FFF2-40B4-BE49-F238E27FC236}">
                <a16:creationId xmlns:a16="http://schemas.microsoft.com/office/drawing/2014/main" id="{58FDDD78-44AA-4B92-90B8-DFC56D688C50}"/>
              </a:ext>
            </a:extLst>
          </p:cNvPr>
          <p:cNvSpPr>
            <a:spLocks noGrp="1"/>
          </p:cNvSpPr>
          <p:nvPr>
            <p:ph type="body" sz="quarter" idx="15" hasCustomPrompt="1"/>
          </p:nvPr>
        </p:nvSpPr>
        <p:spPr>
          <a:xfrm>
            <a:off x="336550" y="3269342"/>
            <a:ext cx="1155366" cy="2576090"/>
          </a:xfrm>
          <a:noFill/>
        </p:spPr>
        <p:txBody>
          <a:bodyPr wrap="square" lIns="182880" tIns="182880" rIns="182880" bIns="91440" rtlCol="0">
            <a:spAutoFit/>
          </a:bodyPr>
          <a:lstStyle>
            <a:lvl1pPr marL="0" indent="0">
              <a:buNone/>
              <a:defRPr sz="16600" b="1">
                <a:solidFill>
                  <a:schemeClr val="bg1"/>
                </a:solidFill>
                <a:latin typeface="Arial" panose="020B0604020202020204" pitchFamily="34" charset="0"/>
                <a:cs typeface="Arial" panose="020B0604020202020204" pitchFamily="34" charset="0"/>
              </a:defRPr>
            </a:lvl1pPr>
          </a:lstStyle>
          <a:p>
            <a:pPr lvl="0" rtl="0"/>
            <a:r>
              <a:rPr lang="es-ES" noProof="0"/>
              <a:t>“</a:t>
            </a:r>
          </a:p>
        </p:txBody>
      </p:sp>
      <p:sp>
        <p:nvSpPr>
          <p:cNvPr id="9" name="Marco 8">
            <a:extLst>
              <a:ext uri="{FF2B5EF4-FFF2-40B4-BE49-F238E27FC236}">
                <a16:creationId xmlns:a16="http://schemas.microsoft.com/office/drawing/2014/main" id="{0283712C-6C33-4303-985C-6493AAFAF405}"/>
              </a:ext>
            </a:extLst>
          </p:cNvPr>
          <p:cNvSpPr/>
          <p:nvPr userDrawn="1"/>
        </p:nvSpPr>
        <p:spPr>
          <a:xfrm>
            <a:off x="-2" y="0"/>
            <a:ext cx="12192001" cy="6858000"/>
          </a:xfrm>
          <a:prstGeom prst="frame">
            <a:avLst>
              <a:gd name="adj1" fmla="val 17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0" name="Rectángulo 9">
            <a:extLst>
              <a:ext uri="{FF2B5EF4-FFF2-40B4-BE49-F238E27FC236}">
                <a16:creationId xmlns:a16="http://schemas.microsoft.com/office/drawing/2014/main" id="{5793B617-BDEC-4471-BF16-3ADF8D92DD69}"/>
              </a:ext>
            </a:extLst>
          </p:cNvPr>
          <p:cNvSpPr/>
          <p:nvPr userDrawn="1"/>
        </p:nvSpPr>
        <p:spPr>
          <a:xfrm>
            <a:off x="11360016" y="6369050"/>
            <a:ext cx="335909" cy="48895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11" name="Marcador de posición de número de diapositiva 5">
            <a:extLst>
              <a:ext uri="{FF2B5EF4-FFF2-40B4-BE49-F238E27FC236}">
                <a16:creationId xmlns:a16="http://schemas.microsoft.com/office/drawing/2014/main" id="{33D238BD-C38B-4BEB-92A5-657AAB9C5351}"/>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
        <p:nvSpPr>
          <p:cNvPr id="2" name="Título 1">
            <a:extLst>
              <a:ext uri="{FF2B5EF4-FFF2-40B4-BE49-F238E27FC236}">
                <a16:creationId xmlns:a16="http://schemas.microsoft.com/office/drawing/2014/main" id="{50E81040-AE93-4763-96F3-062F0F2D8F14}"/>
              </a:ext>
            </a:extLst>
          </p:cNvPr>
          <p:cNvSpPr>
            <a:spLocks noGrp="1"/>
          </p:cNvSpPr>
          <p:nvPr>
            <p:ph type="title"/>
          </p:nvPr>
        </p:nvSpPr>
        <p:spPr/>
        <p:txBody>
          <a:bodyPr rtlCol="0"/>
          <a:lstStyle/>
          <a:p>
            <a:pPr rtl="0"/>
            <a:r>
              <a:rPr lang="es-ES" noProof="0" smtClean="0"/>
              <a:t>Haga clic para modificar el estilo de título del patrón</a:t>
            </a:r>
            <a:endParaRPr lang="es-ES" noProof="0"/>
          </a:p>
        </p:txBody>
      </p:sp>
    </p:spTree>
    <p:extLst>
      <p:ext uri="{BB962C8B-B14F-4D97-AF65-F5344CB8AC3E}">
        <p14:creationId xmlns:p14="http://schemas.microsoft.com/office/powerpoint/2010/main" val="207014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sitiva de agradecimiento">
    <p:spTree>
      <p:nvGrpSpPr>
        <p:cNvPr id="1" name=""/>
        <p:cNvGrpSpPr/>
        <p:nvPr/>
      </p:nvGrpSpPr>
      <p:grpSpPr>
        <a:xfrm>
          <a:off x="0" y="0"/>
          <a:ext cx="0" cy="0"/>
          <a:chOff x="0" y="0"/>
          <a:chExt cx="0" cy="0"/>
        </a:xfrm>
      </p:grpSpPr>
      <p:sp>
        <p:nvSpPr>
          <p:cNvPr id="9" name="Marcador de posición de imagen 3">
            <a:extLst>
              <a:ext uri="{FF2B5EF4-FFF2-40B4-BE49-F238E27FC236}">
                <a16:creationId xmlns:a16="http://schemas.microsoft.com/office/drawing/2014/main" id="{7C719AD2-39D2-425C-90E5-8FD2D783ADDF}"/>
              </a:ext>
            </a:extLst>
          </p:cNvPr>
          <p:cNvSpPr>
            <a:spLocks noGrp="1"/>
          </p:cNvSpPr>
          <p:nvPr>
            <p:ph type="pic" sz="quarter" idx="13" hasCustomPrompt="1"/>
          </p:nvPr>
        </p:nvSpPr>
        <p:spPr>
          <a:xfrm>
            <a:off x="0" y="0"/>
            <a:ext cx="12192000" cy="6858000"/>
          </a:xfrm>
          <a:solidFill>
            <a:schemeClr val="bg1">
              <a:lumMod val="95000"/>
            </a:schemeClr>
          </a:solidFill>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a:t>Insertar imagen</a:t>
            </a:r>
          </a:p>
        </p:txBody>
      </p:sp>
      <p:sp>
        <p:nvSpPr>
          <p:cNvPr id="2" name="Título 1">
            <a:extLst>
              <a:ext uri="{FF2B5EF4-FFF2-40B4-BE49-F238E27FC236}">
                <a16:creationId xmlns:a16="http://schemas.microsoft.com/office/drawing/2014/main" id="{0E11612A-63A3-4175-9F77-FA03CCD38D4B}"/>
              </a:ext>
            </a:extLst>
          </p:cNvPr>
          <p:cNvSpPr>
            <a:spLocks noGrp="1"/>
          </p:cNvSpPr>
          <p:nvPr>
            <p:ph type="ctrTitle" hasCustomPrompt="1"/>
          </p:nvPr>
        </p:nvSpPr>
        <p:spPr>
          <a:xfrm>
            <a:off x="694871" y="4901450"/>
            <a:ext cx="4907643" cy="701731"/>
          </a:xfrm>
        </p:spPr>
        <p:txBody>
          <a:bodyPr vert="horz" wrap="square" lIns="91440" tIns="45720" rIns="91440" bIns="45720" rtlCol="0" anchor="b">
            <a:spAutoFit/>
          </a:bodyPr>
          <a:lstStyle>
            <a:lvl1pPr>
              <a:defRPr lang="en-GB" sz="4400" b="1" spc="-150" dirty="0">
                <a:solidFill>
                  <a:schemeClr val="bg1"/>
                </a:solidFill>
                <a:latin typeface="+mj-lt"/>
              </a:defRPr>
            </a:lvl1pPr>
          </a:lstStyle>
          <a:p>
            <a:pPr marL="0" lvl="0" rtl="0"/>
            <a:r>
              <a:rPr lang="es-ES" noProof="0"/>
              <a:t>Gracias</a:t>
            </a:r>
          </a:p>
        </p:txBody>
      </p:sp>
    </p:spTree>
    <p:extLst>
      <p:ext uri="{BB962C8B-B14F-4D97-AF65-F5344CB8AC3E}">
        <p14:creationId xmlns:p14="http://schemas.microsoft.com/office/powerpoint/2010/main" val="73419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1B3994-EC85-4CEE-B849-7AE33810F50A}"/>
              </a:ext>
            </a:extLst>
          </p:cNvPr>
          <p:cNvSpPr>
            <a:spLocks noGrp="1"/>
          </p:cNvSpPr>
          <p:nvPr>
            <p:ph type="title"/>
          </p:nvPr>
        </p:nvSpPr>
        <p:spPr>
          <a:xfrm>
            <a:off x="446314" y="250916"/>
            <a:ext cx="11174186" cy="1089529"/>
          </a:xfrm>
          <a:prstGeom prst="rect">
            <a:avLst/>
          </a:prstGeom>
        </p:spPr>
        <p:txBody>
          <a:bodyPr vert="horz" wrap="square" lIns="91440" tIns="45720" rIns="91440" bIns="45720" rtlCol="0" anchor="ctr">
            <a:spAutoFit/>
          </a:bodyPr>
          <a:lstStyle/>
          <a:p>
            <a:pPr lvl="0" rtl="0"/>
            <a:r>
              <a:rPr lang="es-ES" noProof="0"/>
              <a:t>Haga clic para modificar el estilo de título del patrón</a:t>
            </a:r>
          </a:p>
        </p:txBody>
      </p:sp>
      <p:sp>
        <p:nvSpPr>
          <p:cNvPr id="3" name="Marcador de posición de texto 2">
            <a:extLst>
              <a:ext uri="{FF2B5EF4-FFF2-40B4-BE49-F238E27FC236}">
                <a16:creationId xmlns:a16="http://schemas.microsoft.com/office/drawing/2014/main" id="{EE88709A-CA63-4EAC-968C-8873D088E691}"/>
              </a:ext>
            </a:extLst>
          </p:cNvPr>
          <p:cNvSpPr>
            <a:spLocks noGrp="1"/>
          </p:cNvSpPr>
          <p:nvPr>
            <p:ph type="body" idx="1"/>
          </p:nvPr>
        </p:nvSpPr>
        <p:spPr>
          <a:xfrm>
            <a:off x="446314" y="1253331"/>
            <a:ext cx="11174186" cy="4770098"/>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6BBA3C17-8AAC-4933-A7DA-CD7D3F840BEB}"/>
              </a:ext>
            </a:extLst>
          </p:cNvPr>
          <p:cNvSpPr>
            <a:spLocks noGrp="1"/>
          </p:cNvSpPr>
          <p:nvPr>
            <p:ph type="ftr" sz="quarter" idx="3"/>
          </p:nvPr>
        </p:nvSpPr>
        <p:spPr>
          <a:xfrm>
            <a:off x="446314" y="6356350"/>
            <a:ext cx="4114800" cy="365125"/>
          </a:xfrm>
          <a:prstGeom prst="rect">
            <a:avLst/>
          </a:prstGeom>
        </p:spPr>
        <p:txBody>
          <a:bodyPr vert="horz" lIns="91440" tIns="45720" rIns="91440" bIns="45720" rtlCol="0" anchor="ctr"/>
          <a:lstStyle>
            <a:lvl1pPr algn="l">
              <a:defRPr sz="1200">
                <a:solidFill>
                  <a:schemeClr val="tx1">
                    <a:tint val="75000"/>
                  </a:schemeClr>
                </a:solidFill>
                <a:latin typeface="+mj-lt"/>
              </a:defRPr>
            </a:lvl1pPr>
          </a:lstStyle>
          <a:p>
            <a:pPr rtl="0"/>
            <a:endParaRPr lang="es-ES" noProof="0"/>
          </a:p>
        </p:txBody>
      </p:sp>
      <p:sp>
        <p:nvSpPr>
          <p:cNvPr id="7" name="Rectángulo 6">
            <a:extLst>
              <a:ext uri="{FF2B5EF4-FFF2-40B4-BE49-F238E27FC236}">
                <a16:creationId xmlns:a16="http://schemas.microsoft.com/office/drawing/2014/main" id="{72B1D122-60D0-8B4D-896A-2A770C0B6343}"/>
              </a:ext>
            </a:extLst>
          </p:cNvPr>
          <p:cNvSpPr/>
          <p:nvPr userDrawn="1"/>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0">
              <a:solidFill>
                <a:schemeClr val="tx1"/>
              </a:solidFill>
            </a:endParaRPr>
          </a:p>
        </p:txBody>
      </p:sp>
      <p:sp>
        <p:nvSpPr>
          <p:cNvPr id="8" name="Marcador de número de diapositiva 5">
            <a:extLst>
              <a:ext uri="{FF2B5EF4-FFF2-40B4-BE49-F238E27FC236}">
                <a16:creationId xmlns:a16="http://schemas.microsoft.com/office/drawing/2014/main" id="{6B5B9FA1-1805-A944-AC99-868579EBA1AD}"/>
              </a:ext>
            </a:extLst>
          </p:cNvPr>
          <p:cNvSpPr txBox="1">
            <a:spLocks/>
          </p:cNvSpPr>
          <p:nvPr userDrawn="1"/>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noProof="0" smtClean="0">
                <a:solidFill>
                  <a:schemeClr val="bg1"/>
                </a:solidFill>
              </a:rPr>
              <a:pPr rtl="0"/>
              <a:t>‹Nº›</a:t>
            </a:fld>
            <a:endParaRPr lang="es-ES" b="1" noProof="0">
              <a:solidFill>
                <a:schemeClr val="bg1"/>
              </a:solidFill>
            </a:endParaRPr>
          </a:p>
        </p:txBody>
      </p:sp>
    </p:spTree>
    <p:extLst>
      <p:ext uri="{BB962C8B-B14F-4D97-AF65-F5344CB8AC3E}">
        <p14:creationId xmlns:p14="http://schemas.microsoft.com/office/powerpoint/2010/main" val="39815756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61" r:id="rId4"/>
    <p:sldLayoutId id="2147483662" r:id="rId5"/>
    <p:sldLayoutId id="2147483650" r:id="rId6"/>
    <p:sldLayoutId id="2147483668" r:id="rId7"/>
    <p:sldLayoutId id="2147483674" r:id="rId8"/>
    <p:sldLayoutId id="2147483666" r:id="rId9"/>
    <p:sldLayoutId id="2147483664" r:id="rId10"/>
    <p:sldLayoutId id="2147483663" r:id="rId11"/>
    <p:sldLayoutId id="2147483667" r:id="rId12"/>
    <p:sldLayoutId id="2147483671" r:id="rId13"/>
    <p:sldLayoutId id="2147483672" r:id="rId14"/>
    <p:sldLayoutId id="2147483673" r:id="rId15"/>
    <p:sldLayoutId id="2147483675" r:id="rId16"/>
    <p:sldLayoutId id="2147483676" r:id="rId17"/>
    <p:sldLayoutId id="2147483665" r:id="rId18"/>
    <p:sldLayoutId id="2147483669" r:id="rId19"/>
    <p:sldLayoutId id="2147483670" r:id="rId20"/>
  </p:sldLayoutIdLst>
  <p:hf hdr="0" ftr="0" dt="0"/>
  <p:txStyles>
    <p:titleStyle>
      <a:lvl1pPr algn="l" defTabSz="914400" rtl="0" eaLnBrk="1" latinLnBrk="0" hangingPunct="1">
        <a:lnSpc>
          <a:spcPct val="90000"/>
        </a:lnSpc>
        <a:spcBef>
          <a:spcPct val="0"/>
        </a:spcBef>
        <a:buNone/>
        <a:defRPr lang="en-GB" sz="3600" b="1" kern="1200" spc="-60" baseline="0" dirty="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60" userDrawn="1">
          <p15:clr>
            <a:srgbClr val="F26B43"/>
          </p15:clr>
        </p15:guide>
        <p15:guide id="4" pos="7320" userDrawn="1">
          <p15:clr>
            <a:srgbClr val="F26B43"/>
          </p15:clr>
        </p15:guide>
        <p15:guide id="5" orient="horz" pos="360" userDrawn="1">
          <p15:clr>
            <a:srgbClr val="F26B43"/>
          </p15:clr>
        </p15:guide>
        <p15:guide id="6" orient="horz" pos="39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ítulo 50">
            <a:extLst>
              <a:ext uri="{FF2B5EF4-FFF2-40B4-BE49-F238E27FC236}">
                <a16:creationId xmlns:a16="http://schemas.microsoft.com/office/drawing/2014/main" id="{D8694222-4D81-4A9A-93A2-23C89102F234}"/>
              </a:ext>
            </a:extLst>
          </p:cNvPr>
          <p:cNvSpPr>
            <a:spLocks noGrp="1"/>
          </p:cNvSpPr>
          <p:nvPr>
            <p:ph type="ctrTitle"/>
          </p:nvPr>
        </p:nvSpPr>
        <p:spPr>
          <a:xfrm>
            <a:off x="499399" y="4757781"/>
            <a:ext cx="8126127" cy="1920526"/>
          </a:xfrm>
        </p:spPr>
        <p:txBody>
          <a:bodyPr rtlCol="0"/>
          <a:lstStyle/>
          <a:p>
            <a:r>
              <a:rPr lang="es-ES" dirty="0"/>
              <a:t>Limpieza filtro de </a:t>
            </a:r>
            <a:r>
              <a:rPr lang="es-ES" dirty="0" smtClean="0"/>
              <a:t>partículas </a:t>
            </a:r>
            <a:r>
              <a:rPr lang="es-ES" dirty="0"/>
              <a:t>por contaminación de cenizas sin eliminarlo</a:t>
            </a:r>
          </a:p>
        </p:txBody>
      </p:sp>
      <p:pic>
        <p:nvPicPr>
          <p:cNvPr id="3" name="Marcador de posición de imagen 2"/>
          <p:cNvPicPr>
            <a:picLocks noGrp="1" noChangeAspect="1"/>
          </p:cNvPicPr>
          <p:nvPr>
            <p:ph type="pic" sz="quarter" idx="10"/>
          </p:nvPr>
        </p:nvPicPr>
        <p:blipFill>
          <a:blip r:embed="rId3"/>
          <a:srcRect t="25566" b="25566"/>
          <a:stretch>
            <a:fillRect/>
          </a:stretch>
        </p:blipFill>
        <p:spPr>
          <a:xfrm>
            <a:off x="171126" y="215659"/>
            <a:ext cx="11866903" cy="4344159"/>
          </a:xfrm>
          <a:prstGeom prst="rect">
            <a:avLst/>
          </a:prstGeom>
        </p:spPr>
      </p:pic>
      <p:sp>
        <p:nvSpPr>
          <p:cNvPr id="5" name="Rectángulo 4"/>
          <p:cNvSpPr/>
          <p:nvPr/>
        </p:nvSpPr>
        <p:spPr>
          <a:xfrm>
            <a:off x="8157328" y="4757781"/>
            <a:ext cx="3946689" cy="1754326"/>
          </a:xfrm>
          <a:prstGeom prst="rect">
            <a:avLst/>
          </a:prstGeom>
        </p:spPr>
        <p:txBody>
          <a:bodyPr wrap="square">
            <a:spAutoFit/>
          </a:bodyPr>
          <a:lstStyle/>
          <a:p>
            <a:r>
              <a:rPr lang="es-CL" dirty="0"/>
              <a:t>Alumna: Bárbara Sansana Salazar</a:t>
            </a:r>
          </a:p>
          <a:p>
            <a:r>
              <a:rPr lang="es-CL" dirty="0"/>
              <a:t>Profesora: Lissette Salamanca</a:t>
            </a:r>
          </a:p>
          <a:p>
            <a:r>
              <a:rPr lang="es-CL" dirty="0"/>
              <a:t>Asignatura: Funciones y Geometría</a:t>
            </a:r>
          </a:p>
          <a:p>
            <a:r>
              <a:rPr lang="es-CL" dirty="0"/>
              <a:t>Carrera: Ingeniería en mecánica y electromovilidad automotriz  </a:t>
            </a:r>
          </a:p>
        </p:txBody>
      </p:sp>
    </p:spTree>
    <p:extLst>
      <p:ext uri="{BB962C8B-B14F-4D97-AF65-F5344CB8AC3E}">
        <p14:creationId xmlns:p14="http://schemas.microsoft.com/office/powerpoint/2010/main" val="38307560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descr="Bloque de fondo de número de diapositiva">
            <a:extLst>
              <a:ext uri="{FF2B5EF4-FFF2-40B4-BE49-F238E27FC236}">
                <a16:creationId xmlns:a16="http://schemas.microsoft.com/office/drawing/2014/main" id="{4EB8303B-9502-480C-9C51-6EF9094D5E4F}"/>
              </a:ext>
            </a:extLst>
          </p:cNvPr>
          <p:cNvSpPr/>
          <p:nvPr/>
        </p:nvSpPr>
        <p:spPr>
          <a:xfrm>
            <a:off x="11360016" y="6369050"/>
            <a:ext cx="335909" cy="48895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a:solidFill>
                <a:schemeClr val="tx1"/>
              </a:solidFill>
            </a:endParaRPr>
          </a:p>
        </p:txBody>
      </p:sp>
      <p:sp>
        <p:nvSpPr>
          <p:cNvPr id="17" name="Marcador de número de diapositiva 5">
            <a:extLst>
              <a:ext uri="{FF2B5EF4-FFF2-40B4-BE49-F238E27FC236}">
                <a16:creationId xmlns:a16="http://schemas.microsoft.com/office/drawing/2014/main" id="{3A910B8A-C82A-4E81-9270-CD27D2778597}"/>
              </a:ext>
            </a:extLst>
          </p:cNvPr>
          <p:cNvSpPr txBox="1">
            <a:spLocks/>
          </p:cNvSpPr>
          <p:nvPr/>
        </p:nvSpPr>
        <p:spPr>
          <a:xfrm>
            <a:off x="11360016" y="6369050"/>
            <a:ext cx="335909" cy="365125"/>
          </a:xfrm>
          <a:prstGeom prst="rect">
            <a:avLst/>
          </a:prstGeom>
          <a:solidFill>
            <a:schemeClr val="accent2"/>
          </a:solidFill>
        </p:spPr>
        <p:txBody>
          <a:bodyPr vert="horz" lIns="0" tIns="45720" rIns="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1000" b="0" kern="1200">
                <a:solidFill>
                  <a:srgbClr val="01C6F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fld id="{78048C4E-7BD1-46A5-B2F2-6AD408DAAD47}" type="slidenum">
              <a:rPr lang="es-ES" b="1" smtClean="0">
                <a:solidFill>
                  <a:schemeClr val="bg1"/>
                </a:solidFill>
              </a:rPr>
              <a:pPr rtl="0"/>
              <a:t>2</a:t>
            </a:fld>
            <a:endParaRPr lang="es-ES" b="1">
              <a:solidFill>
                <a:schemeClr val="bg1"/>
              </a:solidFill>
            </a:endParaRPr>
          </a:p>
        </p:txBody>
      </p:sp>
      <p:sp>
        <p:nvSpPr>
          <p:cNvPr id="7" name="Rectángulo 6"/>
          <p:cNvSpPr/>
          <p:nvPr/>
        </p:nvSpPr>
        <p:spPr>
          <a:xfrm>
            <a:off x="766712" y="844494"/>
            <a:ext cx="5681221" cy="2259336"/>
          </a:xfrm>
          <a:prstGeom prst="rect">
            <a:avLst/>
          </a:prstGeom>
        </p:spPr>
        <p:txBody>
          <a:bodyPr wrap="square">
            <a:spAutoFit/>
          </a:bodyPr>
          <a:lstStyle/>
          <a:p>
            <a:pPr algn="just">
              <a:lnSpc>
                <a:spcPct val="107000"/>
              </a:lnSpc>
              <a:spcAft>
                <a:spcPts val="800"/>
              </a:spcAft>
            </a:pPr>
            <a:r>
              <a:rPr lang="es-ES" sz="1400" b="1" dirty="0" smtClean="0">
                <a:latin typeface="Calibri" panose="020F0502020204030204" pitchFamily="34" charset="0"/>
                <a:ea typeface="Calibri" panose="020F0502020204030204" pitchFamily="34" charset="0"/>
                <a:cs typeface="Times New Roman" panose="02020603050405020304" pitchFamily="18" charset="0"/>
              </a:rPr>
              <a:t>Problemática </a:t>
            </a:r>
            <a:endParaRPr lang="es-ES" sz="1400" b="1" dirty="0" smtClean="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ES" sz="1400" dirty="0" smtClean="0">
                <a:latin typeface="Calibri" panose="020F0502020204030204" pitchFamily="34" charset="0"/>
                <a:ea typeface="Calibri" panose="020F0502020204030204" pitchFamily="34" charset="0"/>
                <a:cs typeface="Times New Roman" panose="02020603050405020304" pitchFamily="18" charset="0"/>
              </a:rPr>
              <a:t>Cuando </a:t>
            </a:r>
            <a:r>
              <a:rPr lang="es-ES" sz="1400" dirty="0">
                <a:latin typeface="Calibri" panose="020F0502020204030204" pitchFamily="34" charset="0"/>
                <a:ea typeface="Calibri" panose="020F0502020204030204" pitchFamily="34" charset="0"/>
                <a:cs typeface="Times New Roman" panose="02020603050405020304" pitchFamily="18" charset="0"/>
              </a:rPr>
              <a:t>se habla del sistema de filtro de partículas siempre nos referimos a un problema muy común </a:t>
            </a:r>
            <a:r>
              <a:rPr lang="es-ES" sz="1400" dirty="0" smtClean="0">
                <a:latin typeface="Calibri" panose="020F0502020204030204" pitchFamily="34" charset="0"/>
                <a:ea typeface="Calibri" panose="020F0502020204030204" pitchFamily="34" charset="0"/>
                <a:cs typeface="Times New Roman" panose="02020603050405020304" pitchFamily="18" charset="0"/>
              </a:rPr>
              <a:t>hoy </a:t>
            </a:r>
            <a:r>
              <a:rPr lang="es-ES" sz="1400" dirty="0">
                <a:latin typeface="Calibri" panose="020F0502020204030204" pitchFamily="34" charset="0"/>
                <a:ea typeface="Calibri" panose="020F0502020204030204" pitchFamily="34" charset="0"/>
                <a:cs typeface="Times New Roman" panose="02020603050405020304" pitchFamily="18" charset="0"/>
              </a:rPr>
              <a:t>en </a:t>
            </a:r>
            <a:r>
              <a:rPr lang="es-ES" sz="1400" dirty="0" smtClean="0">
                <a:latin typeface="Calibri" panose="020F0502020204030204" pitchFamily="34" charset="0"/>
                <a:ea typeface="Calibri" panose="020F0502020204030204" pitchFamily="34" charset="0"/>
                <a:cs typeface="Times New Roman" panose="02020603050405020304" pitchFamily="18" charset="0"/>
              </a:rPr>
              <a:t>día. </a:t>
            </a:r>
            <a:r>
              <a:rPr lang="es-ES" sz="1400" dirty="0" smtClean="0">
                <a:latin typeface="Calibri" panose="020F0502020204030204" pitchFamily="34" charset="0"/>
                <a:ea typeface="Calibri" panose="020F0502020204030204" pitchFamily="34" charset="0"/>
                <a:cs typeface="Times New Roman" panose="02020603050405020304" pitchFamily="18" charset="0"/>
              </a:rPr>
              <a:t>Esto</a:t>
            </a:r>
            <a:r>
              <a:rPr lang="es-ES" sz="1400" dirty="0" smtClean="0">
                <a:latin typeface="Calibri" panose="020F0502020204030204" pitchFamily="34" charset="0"/>
                <a:ea typeface="Calibri" panose="020F0502020204030204" pitchFamily="34" charset="0"/>
                <a:cs typeface="Times New Roman" panose="02020603050405020304" pitchFamily="18" charset="0"/>
              </a:rPr>
              <a:t> </a:t>
            </a:r>
            <a:r>
              <a:rPr lang="es-ES" sz="1400" dirty="0">
                <a:latin typeface="Calibri" panose="020F0502020204030204" pitchFamily="34" charset="0"/>
                <a:ea typeface="Calibri" panose="020F0502020204030204" pitchFamily="34" charset="0"/>
                <a:cs typeface="Times New Roman" panose="02020603050405020304" pitchFamily="18" charset="0"/>
              </a:rPr>
              <a:t>hace que los vehículos pierdan la potencia, se limite la velocidad, </a:t>
            </a:r>
            <a:r>
              <a:rPr lang="es-ES" sz="1400" dirty="0" smtClean="0">
                <a:latin typeface="Calibri" panose="020F0502020204030204" pitchFamily="34" charset="0"/>
                <a:ea typeface="Calibri" panose="020F0502020204030204" pitchFamily="34" charset="0"/>
                <a:cs typeface="Times New Roman" panose="02020603050405020304" pitchFamily="18" charset="0"/>
              </a:rPr>
              <a:t>en algunos casos se ve incrementado el </a:t>
            </a:r>
            <a:r>
              <a:rPr lang="es-ES" sz="1400" dirty="0">
                <a:latin typeface="Calibri" panose="020F0502020204030204" pitchFamily="34" charset="0"/>
                <a:ea typeface="Calibri" panose="020F0502020204030204" pitchFamily="34" charset="0"/>
                <a:cs typeface="Times New Roman" panose="02020603050405020304" pitchFamily="18" charset="0"/>
              </a:rPr>
              <a:t>nivel de aceite del cárter principal del motor y se presentan testigos en el </a:t>
            </a:r>
            <a:r>
              <a:rPr lang="es-ES" sz="1400" dirty="0" smtClean="0">
                <a:latin typeface="Calibri" panose="020F0502020204030204" pitchFamily="34" charset="0"/>
                <a:ea typeface="Calibri" panose="020F0502020204030204" pitchFamily="34" charset="0"/>
                <a:cs typeface="Times New Roman" panose="02020603050405020304" pitchFamily="18" charset="0"/>
              </a:rPr>
              <a:t>tablero.  </a:t>
            </a:r>
            <a:r>
              <a:rPr lang="es-ES" sz="1400" dirty="0" smtClean="0">
                <a:latin typeface="Calibri" panose="020F0502020204030204" pitchFamily="34" charset="0"/>
                <a:ea typeface="Calibri" panose="020F0502020204030204" pitchFamily="34" charset="0"/>
                <a:cs typeface="Times New Roman" panose="02020603050405020304" pitchFamily="18" charset="0"/>
              </a:rPr>
              <a:t>Ante este problema es comúnmente recomendado</a:t>
            </a:r>
            <a:r>
              <a:rPr lang="es-ES" sz="1400" dirty="0" smtClean="0">
                <a:latin typeface="Calibri" panose="020F0502020204030204" pitchFamily="34" charset="0"/>
                <a:ea typeface="Calibri" panose="020F0502020204030204" pitchFamily="34" charset="0"/>
                <a:cs typeface="Times New Roman" panose="02020603050405020304" pitchFamily="18" charset="0"/>
              </a:rPr>
              <a:t> </a:t>
            </a:r>
            <a:r>
              <a:rPr lang="es-ES" sz="1400" dirty="0">
                <a:latin typeface="Calibri" panose="020F0502020204030204" pitchFamily="34" charset="0"/>
                <a:ea typeface="Calibri" panose="020F0502020204030204" pitchFamily="34" charset="0"/>
                <a:cs typeface="Times New Roman" panose="02020603050405020304" pitchFamily="18" charset="0"/>
              </a:rPr>
              <a:t>retirar definitivamente el filtro, también existen las regeneraciones forzadas, </a:t>
            </a:r>
            <a:r>
              <a:rPr lang="es-ES" sz="1400" dirty="0" smtClean="0">
                <a:latin typeface="Calibri" panose="020F0502020204030204" pitchFamily="34" charset="0"/>
                <a:ea typeface="Calibri" panose="020F0502020204030204" pitchFamily="34" charset="0"/>
                <a:cs typeface="Times New Roman" panose="02020603050405020304" pitchFamily="18" charset="0"/>
              </a:rPr>
              <a:t>que regularmente </a:t>
            </a:r>
            <a:r>
              <a:rPr lang="es-ES" sz="1400" dirty="0">
                <a:latin typeface="Calibri" panose="020F0502020204030204" pitchFamily="34" charset="0"/>
                <a:ea typeface="Calibri" panose="020F0502020204030204" pitchFamily="34" charset="0"/>
                <a:cs typeface="Times New Roman" panose="02020603050405020304" pitchFamily="18" charset="0"/>
              </a:rPr>
              <a:t>se </a:t>
            </a:r>
            <a:r>
              <a:rPr lang="es-ES" sz="1400" dirty="0" smtClean="0">
                <a:latin typeface="Calibri" panose="020F0502020204030204" pitchFamily="34" charset="0"/>
                <a:ea typeface="Calibri" panose="020F0502020204030204" pitchFamily="34" charset="0"/>
                <a:cs typeface="Times New Roman" panose="02020603050405020304" pitchFamily="18" charset="0"/>
              </a:rPr>
              <a:t>aplican </a:t>
            </a:r>
            <a:r>
              <a:rPr lang="es-ES" sz="1400" dirty="0" smtClean="0">
                <a:latin typeface="Calibri" panose="020F0502020204030204" pitchFamily="34" charset="0"/>
                <a:ea typeface="Calibri" panose="020F0502020204030204" pitchFamily="34" charset="0"/>
                <a:cs typeface="Times New Roman" panose="02020603050405020304" pitchFamily="18" charset="0"/>
              </a:rPr>
              <a:t>varias </a:t>
            </a:r>
            <a:r>
              <a:rPr lang="es-ES" sz="1400" dirty="0">
                <a:latin typeface="Calibri" panose="020F0502020204030204" pitchFamily="34" charset="0"/>
                <a:ea typeface="Calibri" panose="020F0502020204030204" pitchFamily="34" charset="0"/>
                <a:cs typeface="Times New Roman" panose="02020603050405020304" pitchFamily="18" charset="0"/>
              </a:rPr>
              <a:t>veces con alto costo y no siempre con buenos resultados. </a:t>
            </a:r>
            <a:endParaRPr lang="es-CL"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p:cNvSpPr/>
          <p:nvPr/>
        </p:nvSpPr>
        <p:spPr>
          <a:xfrm>
            <a:off x="5753493" y="3571632"/>
            <a:ext cx="6096000" cy="1933543"/>
          </a:xfrm>
          <a:prstGeom prst="rect">
            <a:avLst/>
          </a:prstGeom>
        </p:spPr>
        <p:txBody>
          <a:bodyPr>
            <a:spAutoFit/>
          </a:bodyPr>
          <a:lstStyle/>
          <a:p>
            <a:pPr algn="just">
              <a:lnSpc>
                <a:spcPct val="107000"/>
              </a:lnSpc>
              <a:spcAft>
                <a:spcPts val="800"/>
              </a:spcAft>
            </a:pPr>
            <a:r>
              <a:rPr lang="es-ES" sz="1400" b="1" dirty="0">
                <a:latin typeface="Calibri" panose="020F0502020204030204" pitchFamily="34" charset="0"/>
                <a:ea typeface="Calibri" panose="020F0502020204030204" pitchFamily="34" charset="0"/>
                <a:cs typeface="Times New Roman" panose="02020603050405020304" pitchFamily="18" charset="0"/>
              </a:rPr>
              <a:t>Uso de matemáticas </a:t>
            </a:r>
            <a:endParaRPr lang="es-CL" sz="1400" b="1" dirty="0">
              <a:latin typeface="Calibri" panose="020F0502020204030204" pitchFamily="34" charset="0"/>
              <a:ea typeface="Calibri" panose="020F0502020204030204" pitchFamily="34" charset="0"/>
              <a:cs typeface="Times New Roman" panose="02020603050405020304" pitchFamily="18" charset="0"/>
            </a:endParaRPr>
          </a:p>
          <a:p>
            <a:pPr algn="just"/>
            <a:r>
              <a:rPr lang="es-ES" sz="1400" dirty="0">
                <a:latin typeface="Calibri" panose="020F0502020204030204" pitchFamily="34" charset="0"/>
                <a:ea typeface="Calibri" panose="020F0502020204030204" pitchFamily="34" charset="0"/>
                <a:cs typeface="Times New Roman" panose="02020603050405020304" pitchFamily="18" charset="0"/>
              </a:rPr>
              <a:t>Para saber cuánto es el porcentaje de saturación se utilizan las matemáticas, entendiendo que el área del filtro de partículas (DPF) debe ser proporcional al </a:t>
            </a:r>
            <a:r>
              <a:rPr lang="es-ES" sz="1400" dirty="0" smtClean="0">
                <a:latin typeface="Calibri" panose="020F0502020204030204" pitchFamily="34" charset="0"/>
                <a:ea typeface="Calibri" panose="020F0502020204030204" pitchFamily="34" charset="0"/>
                <a:cs typeface="Times New Roman" panose="02020603050405020304" pitchFamily="18" charset="0"/>
              </a:rPr>
              <a:t>área de la línea </a:t>
            </a:r>
            <a:r>
              <a:rPr lang="es-ES" sz="1400" dirty="0" smtClean="0">
                <a:latin typeface="Calibri" panose="020F0502020204030204" pitchFamily="34" charset="0"/>
                <a:ea typeface="Calibri" panose="020F0502020204030204" pitchFamily="34" charset="0"/>
                <a:cs typeface="Times New Roman" panose="02020603050405020304" pitchFamily="18" charset="0"/>
              </a:rPr>
              <a:t>de </a:t>
            </a:r>
            <a:r>
              <a:rPr lang="es-ES" sz="1400" dirty="0">
                <a:latin typeface="Calibri" panose="020F0502020204030204" pitchFamily="34" charset="0"/>
                <a:ea typeface="Calibri" panose="020F0502020204030204" pitchFamily="34" charset="0"/>
                <a:cs typeface="Times New Roman" panose="02020603050405020304" pitchFamily="18" charset="0"/>
              </a:rPr>
              <a:t>escape en </a:t>
            </a:r>
            <a:r>
              <a:rPr lang="es-ES" sz="1400" dirty="0" smtClean="0">
                <a:latin typeface="Calibri" panose="020F0502020204030204" pitchFamily="34" charset="0"/>
                <a:ea typeface="Calibri" panose="020F0502020204030204" pitchFamily="34" charset="0"/>
                <a:cs typeface="Times New Roman" panose="02020603050405020304" pitchFamily="18" charset="0"/>
              </a:rPr>
              <a:t>general. </a:t>
            </a:r>
            <a:r>
              <a:rPr lang="es-ES" sz="1400" dirty="0">
                <a:latin typeface="Calibri" panose="020F0502020204030204" pitchFamily="34" charset="0"/>
                <a:ea typeface="Calibri" panose="020F0502020204030204" pitchFamily="34" charset="0"/>
                <a:cs typeface="Times New Roman" panose="02020603050405020304" pitchFamily="18" charset="0"/>
              </a:rPr>
              <a:t>E</a:t>
            </a:r>
            <a:r>
              <a:rPr lang="es-ES" sz="1400" dirty="0" smtClean="0">
                <a:latin typeface="Calibri" panose="020F0502020204030204" pitchFamily="34" charset="0"/>
                <a:ea typeface="Calibri" panose="020F0502020204030204" pitchFamily="34" charset="0"/>
                <a:cs typeface="Times New Roman" panose="02020603050405020304" pitchFamily="18" charset="0"/>
              </a:rPr>
              <a:t>sto se puede calcular o estimar a través de las </a:t>
            </a:r>
            <a:r>
              <a:rPr lang="es-ES" sz="1400" dirty="0">
                <a:latin typeface="Calibri" panose="020F0502020204030204" pitchFamily="34" charset="0"/>
                <a:ea typeface="Calibri" panose="020F0502020204030204" pitchFamily="34" charset="0"/>
                <a:cs typeface="Times New Roman" panose="02020603050405020304" pitchFamily="18" charset="0"/>
              </a:rPr>
              <a:t>celdas que se encuentran obstruidas. </a:t>
            </a:r>
            <a:endParaRPr lang="es-ES" sz="1400" dirty="0">
              <a:latin typeface="Calibri" panose="020F0502020204030204" pitchFamily="34" charset="0"/>
              <a:ea typeface="Calibri" panose="020F0502020204030204" pitchFamily="34" charset="0"/>
              <a:cs typeface="Times New Roman" panose="02020603050405020304" pitchFamily="18" charset="0"/>
            </a:endParaRPr>
          </a:p>
          <a:p>
            <a:pPr algn="just"/>
            <a:r>
              <a:rPr lang="es-ES" sz="1400" dirty="0" smtClean="0">
                <a:latin typeface="Calibri" panose="020F0502020204030204" pitchFamily="34" charset="0"/>
                <a:ea typeface="Calibri" panose="020F0502020204030204" pitchFamily="34" charset="0"/>
                <a:cs typeface="Times New Roman" panose="02020603050405020304" pitchFamily="18" charset="0"/>
              </a:rPr>
              <a:t> </a:t>
            </a:r>
            <a:r>
              <a:rPr lang="es-ES" sz="1400" dirty="0">
                <a:latin typeface="Calibri" panose="020F0502020204030204" pitchFamily="34" charset="0"/>
                <a:ea typeface="Calibri" panose="020F0502020204030204" pitchFamily="34" charset="0"/>
                <a:cs typeface="Times New Roman" panose="02020603050405020304" pitchFamily="18" charset="0"/>
              </a:rPr>
              <a:t>Al estar obstruidas se incrementará en mayor o menor medida la presión de los gases en el tramo que comprende la salida del motor y el DPF, comparando el teorema de Bernoulli donde se agregan las </a:t>
            </a:r>
            <a:r>
              <a:rPr lang="es-ES" sz="1400" dirty="0" smtClean="0">
                <a:latin typeface="Calibri" panose="020F0502020204030204" pitchFamily="34" charset="0"/>
                <a:ea typeface="Calibri" panose="020F0502020204030204" pitchFamily="34" charset="0"/>
                <a:cs typeface="Times New Roman" panose="02020603050405020304" pitchFamily="18" charset="0"/>
              </a:rPr>
              <a:t>matemáticas.</a:t>
            </a:r>
            <a:endParaRPr lang="es-CL" sz="1400" dirty="0"/>
          </a:p>
        </p:txBody>
      </p:sp>
      <p:pic>
        <p:nvPicPr>
          <p:cNvPr id="9" name="Imagen 8"/>
          <p:cNvPicPr>
            <a:picLocks noChangeAspect="1"/>
          </p:cNvPicPr>
          <p:nvPr/>
        </p:nvPicPr>
        <p:blipFill>
          <a:blip r:embed="rId3"/>
          <a:stretch>
            <a:fillRect/>
          </a:stretch>
        </p:blipFill>
        <p:spPr>
          <a:xfrm>
            <a:off x="6691519" y="506405"/>
            <a:ext cx="4668497" cy="2371898"/>
          </a:xfrm>
          <a:prstGeom prst="rect">
            <a:avLst/>
          </a:prstGeom>
        </p:spPr>
      </p:pic>
      <p:pic>
        <p:nvPicPr>
          <p:cNvPr id="10" name="Imagen 9"/>
          <p:cNvPicPr>
            <a:picLocks noChangeAspect="1"/>
          </p:cNvPicPr>
          <p:nvPr/>
        </p:nvPicPr>
        <p:blipFill>
          <a:blip r:embed="rId4"/>
          <a:stretch>
            <a:fillRect/>
          </a:stretch>
        </p:blipFill>
        <p:spPr>
          <a:xfrm>
            <a:off x="842126" y="3571632"/>
            <a:ext cx="4555503" cy="2342624"/>
          </a:xfrm>
          <a:prstGeom prst="rect">
            <a:avLst/>
          </a:prstGeom>
        </p:spPr>
      </p:pic>
    </p:spTree>
    <p:extLst>
      <p:ext uri="{BB962C8B-B14F-4D97-AF65-F5344CB8AC3E}">
        <p14:creationId xmlns:p14="http://schemas.microsoft.com/office/powerpoint/2010/main" val="31590853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24FAFA63-EF73-4268-8107-6CD20923D700}"/>
              </a:ext>
            </a:extLst>
          </p:cNvPr>
          <p:cNvSpPr>
            <a:spLocks noGrp="1"/>
          </p:cNvSpPr>
          <p:nvPr>
            <p:ph type="title"/>
          </p:nvPr>
        </p:nvSpPr>
        <p:spPr>
          <a:xfrm>
            <a:off x="446314" y="500215"/>
            <a:ext cx="11174186" cy="590931"/>
          </a:xfrm>
        </p:spPr>
        <p:txBody>
          <a:bodyPr rtlCol="0"/>
          <a:lstStyle/>
          <a:p>
            <a:pPr rtl="0"/>
            <a:r>
              <a:rPr lang="es-ES" b="0" dirty="0" smtClean="0"/>
              <a:t>Objetivo y preguntas</a:t>
            </a:r>
            <a:endParaRPr lang="es-ES" b="0" dirty="0"/>
          </a:p>
        </p:txBody>
      </p:sp>
      <p:sp>
        <p:nvSpPr>
          <p:cNvPr id="13" name="Marcador de contenido 12">
            <a:extLst>
              <a:ext uri="{FF2B5EF4-FFF2-40B4-BE49-F238E27FC236}">
                <a16:creationId xmlns:a16="http://schemas.microsoft.com/office/drawing/2014/main" id="{265BEEEB-C965-402F-B778-B1CD1494ACE6}"/>
              </a:ext>
            </a:extLst>
          </p:cNvPr>
          <p:cNvSpPr>
            <a:spLocks noGrp="1"/>
          </p:cNvSpPr>
          <p:nvPr>
            <p:ph idx="1"/>
          </p:nvPr>
        </p:nvSpPr>
        <p:spPr>
          <a:xfrm>
            <a:off x="446315" y="1463040"/>
            <a:ext cx="2937908" cy="3024119"/>
          </a:xfrm>
        </p:spPr>
        <p:txBody>
          <a:bodyPr rtlCol="0"/>
          <a:lstStyle/>
          <a:p>
            <a:pPr algn="just"/>
            <a:r>
              <a:rPr lang="es-ES" dirty="0">
                <a:latin typeface="Arial" panose="020B0604020202020204" pitchFamily="34" charset="0"/>
                <a:cs typeface="Arial" panose="020B0604020202020204" pitchFamily="34" charset="0"/>
              </a:rPr>
              <a:t>Generar una limpieza manual del filtro de partículas de camioneta Mazda BT-50 y Ford ranger, sin eliminarlo, ya que lo que se recomienda son regeneraciones forzadas, las cuales no tuvieron buen resultado. En algunos casos se generan un alto nivel de saturación en las celdas del DPF o filtro de partículas, debido a la alta cantidad de cenizas de combustión.</a:t>
            </a:r>
            <a:endParaRPr lang="es-CL" dirty="0">
              <a:latin typeface="Arial" panose="020B0604020202020204" pitchFamily="34" charset="0"/>
              <a:cs typeface="Arial" panose="020B0604020202020204" pitchFamily="34" charset="0"/>
            </a:endParaRPr>
          </a:p>
          <a:p>
            <a:pPr rtl="0"/>
            <a:endParaRPr lang="es-ES" dirty="0"/>
          </a:p>
        </p:txBody>
      </p:sp>
      <p:sp>
        <p:nvSpPr>
          <p:cNvPr id="2" name="Rectángulo 1"/>
          <p:cNvSpPr/>
          <p:nvPr/>
        </p:nvSpPr>
        <p:spPr>
          <a:xfrm>
            <a:off x="4572000" y="1647329"/>
            <a:ext cx="7173798" cy="4678204"/>
          </a:xfrm>
          <a:prstGeom prst="rect">
            <a:avLst/>
          </a:prstGeom>
        </p:spPr>
        <p:txBody>
          <a:bodyPr wrap="square">
            <a:spAutoFit/>
          </a:bodyPr>
          <a:lstStyle/>
          <a:p>
            <a:pPr algn="just"/>
            <a:r>
              <a:rPr lang="es-ES" sz="1200" b="1" dirty="0" smtClean="0">
                <a:latin typeface="Arial" panose="020B0604020202020204" pitchFamily="34" charset="0"/>
                <a:cs typeface="Arial" panose="020B0604020202020204" pitchFamily="34" charset="0"/>
              </a:rPr>
              <a:t>¿Qué </a:t>
            </a:r>
            <a:r>
              <a:rPr lang="es-ES" sz="1200" b="1" dirty="0">
                <a:latin typeface="Arial" panose="020B0604020202020204" pitchFamily="34" charset="0"/>
                <a:cs typeface="Arial" panose="020B0604020202020204" pitchFamily="34" charset="0"/>
              </a:rPr>
              <a:t>es el </a:t>
            </a:r>
            <a:r>
              <a:rPr lang="es-ES" sz="1200" b="1" dirty="0" smtClean="0">
                <a:latin typeface="Arial" panose="020B0604020202020204" pitchFamily="34" charset="0"/>
                <a:cs typeface="Arial" panose="020B0604020202020204" pitchFamily="34" charset="0"/>
              </a:rPr>
              <a:t>DPF?</a:t>
            </a:r>
            <a:r>
              <a:rPr lang="es-ES" sz="1200" b="1" dirty="0"/>
              <a:t> </a:t>
            </a:r>
            <a:r>
              <a:rPr lang="es-ES" sz="1100" dirty="0"/>
              <a:t>Un filtro de partículas </a:t>
            </a:r>
            <a:r>
              <a:rPr lang="es-ES" sz="1100" dirty="0" err="1"/>
              <a:t>diesel</a:t>
            </a:r>
            <a:r>
              <a:rPr lang="es-ES" sz="1100" dirty="0"/>
              <a:t> (DPF </a:t>
            </a:r>
            <a:r>
              <a:rPr lang="es-ES" sz="1100" dirty="0" err="1"/>
              <a:t>Diesel</a:t>
            </a:r>
            <a:r>
              <a:rPr lang="es-ES" sz="1100" dirty="0"/>
              <a:t> </a:t>
            </a:r>
            <a:r>
              <a:rPr lang="es-ES" sz="1100" dirty="0" err="1"/>
              <a:t>Particulates</a:t>
            </a:r>
            <a:r>
              <a:rPr lang="es-ES" sz="1100" dirty="0"/>
              <a:t> </a:t>
            </a:r>
            <a:r>
              <a:rPr lang="es-ES" sz="1100" dirty="0" err="1"/>
              <a:t>Filter</a:t>
            </a:r>
            <a:r>
              <a:rPr lang="es-ES" sz="1100" dirty="0"/>
              <a:t>) es un filtro que captura y almacena hollín del sistema de escape (algunos se refieren a ellos como trampas de hollín) para reducir las emisiones de los automóviles con inyección </a:t>
            </a:r>
            <a:r>
              <a:rPr lang="es-ES" sz="1100" dirty="0" smtClean="0"/>
              <a:t>diésel.</a:t>
            </a:r>
            <a:endParaRPr lang="es-ES" sz="1100" dirty="0"/>
          </a:p>
          <a:p>
            <a:pPr algn="just"/>
            <a:r>
              <a:rPr lang="es-ES" sz="1100" b="1" dirty="0" smtClean="0">
                <a:latin typeface="Arial" panose="020B0604020202020204" pitchFamily="34" charset="0"/>
                <a:cs typeface="Arial" panose="020B0604020202020204" pitchFamily="34" charset="0"/>
              </a:rPr>
              <a:t>¿</a:t>
            </a:r>
            <a:r>
              <a:rPr lang="es-ES" sz="1100" b="1" dirty="0">
                <a:latin typeface="Arial" panose="020B0604020202020204" pitchFamily="34" charset="0"/>
                <a:cs typeface="Arial" panose="020B0604020202020204" pitchFamily="34" charset="0"/>
              </a:rPr>
              <a:t>Por qué se tapa el </a:t>
            </a:r>
            <a:r>
              <a:rPr lang="es-ES" sz="1100" b="1" dirty="0" smtClean="0">
                <a:latin typeface="Arial" panose="020B0604020202020204" pitchFamily="34" charset="0"/>
                <a:cs typeface="Arial" panose="020B0604020202020204" pitchFamily="34" charset="0"/>
              </a:rPr>
              <a:t>DPF?</a:t>
            </a:r>
          </a:p>
          <a:p>
            <a:pPr algn="just"/>
            <a:r>
              <a:rPr lang="es-ES" sz="1100" dirty="0"/>
              <a:t>La capacidad del filtro de partículas diésel es limitada ya que el hollín comienza a llenar el filtro, este hollín atrapado periódicamente debe vaciarse o quemarse para regenerar el DPF.</a:t>
            </a:r>
          </a:p>
          <a:p>
            <a:pPr algn="just"/>
            <a:r>
              <a:rPr lang="es-ES" sz="1100" dirty="0"/>
              <a:t>Este proceso de regeneración limpia el exceso de hollín depositado en el filtro, lo que reduce la emisión nociva de escape y ayuda a prevenir el humo negro, especialmente al acelerar.</a:t>
            </a:r>
          </a:p>
          <a:p>
            <a:pPr algn="just"/>
            <a:r>
              <a:rPr lang="es-ES" sz="1100" b="1" dirty="0" smtClean="0">
                <a:latin typeface="Arial" panose="020B0604020202020204" pitchFamily="34" charset="0"/>
                <a:cs typeface="Arial" panose="020B0604020202020204" pitchFamily="34" charset="0"/>
              </a:rPr>
              <a:t>¿</a:t>
            </a:r>
            <a:r>
              <a:rPr lang="es-ES" sz="1100" b="1" dirty="0">
                <a:latin typeface="Arial" panose="020B0604020202020204" pitchFamily="34" charset="0"/>
                <a:cs typeface="Arial" panose="020B0604020202020204" pitchFamily="34" charset="0"/>
              </a:rPr>
              <a:t>Por qué no eliminar el </a:t>
            </a:r>
            <a:r>
              <a:rPr lang="es-ES" sz="1100" b="1" dirty="0" smtClean="0">
                <a:latin typeface="Arial" panose="020B0604020202020204" pitchFamily="34" charset="0"/>
                <a:cs typeface="Arial" panose="020B0604020202020204" pitchFamily="34" charset="0"/>
              </a:rPr>
              <a:t>DPF definitivamente?</a:t>
            </a:r>
          </a:p>
          <a:p>
            <a:pPr algn="just"/>
            <a:r>
              <a:rPr lang="es-ES" sz="1100" dirty="0">
                <a:latin typeface="Arial" panose="020B0604020202020204" pitchFamily="34" charset="0"/>
                <a:cs typeface="Arial" panose="020B0604020202020204" pitchFamily="34" charset="0"/>
              </a:rPr>
              <a:t>En conclusión, el DPF Off o sacar el filtro DPF de un motor diésel no es una buena idea. Esto puede aumentar la cantidad de partículas de hollín y otros contaminantes emitidos por el motor, dañar otros componentes del sistema de escape y hacer que el vehículo no cumpla con las regulaciones de emisiones.</a:t>
            </a:r>
          </a:p>
          <a:p>
            <a:pPr algn="just"/>
            <a:r>
              <a:rPr lang="es-ES" sz="1100" b="1" dirty="0" smtClean="0">
                <a:latin typeface="Arial" panose="020B0604020202020204" pitchFamily="34" charset="0"/>
                <a:cs typeface="Arial" panose="020B0604020202020204" pitchFamily="34" charset="0"/>
              </a:rPr>
              <a:t>¿Qu</a:t>
            </a:r>
            <a:r>
              <a:rPr lang="es-ES" sz="1100" b="1" dirty="0">
                <a:latin typeface="Arial" panose="020B0604020202020204" pitchFamily="34" charset="0"/>
                <a:cs typeface="Arial" panose="020B0604020202020204" pitchFamily="34" charset="0"/>
              </a:rPr>
              <a:t>é</a:t>
            </a:r>
            <a:r>
              <a:rPr lang="es-ES" sz="1100" b="1" dirty="0" smtClean="0">
                <a:latin typeface="Arial" panose="020B0604020202020204" pitchFamily="34" charset="0"/>
                <a:cs typeface="Arial" panose="020B0604020202020204" pitchFamily="34" charset="0"/>
              </a:rPr>
              <a:t> </a:t>
            </a:r>
            <a:r>
              <a:rPr lang="es-ES" sz="1100" b="1" dirty="0">
                <a:latin typeface="Arial" panose="020B0604020202020204" pitchFamily="34" charset="0"/>
                <a:cs typeface="Arial" panose="020B0604020202020204" pitchFamily="34" charset="0"/>
              </a:rPr>
              <a:t>son las regeneraciones forzadas</a:t>
            </a:r>
            <a:r>
              <a:rPr lang="es-ES" sz="1100" b="1" dirty="0" smtClean="0">
                <a:latin typeface="Arial" panose="020B0604020202020204" pitchFamily="34" charset="0"/>
                <a:cs typeface="Arial" panose="020B0604020202020204" pitchFamily="34" charset="0"/>
              </a:rPr>
              <a:t>?</a:t>
            </a:r>
          </a:p>
          <a:p>
            <a:pPr algn="just"/>
            <a:r>
              <a:rPr lang="es-ES" sz="1100" dirty="0">
                <a:latin typeface="Arial" panose="020B0604020202020204" pitchFamily="34" charset="0"/>
                <a:cs typeface="Arial" panose="020B0604020202020204" pitchFamily="34" charset="0"/>
              </a:rPr>
              <a:t>La ‘regeneración’ es el proceso que quema las partículas de hollín acumuladas en el DPF como CO2. La unidad de control CDI inicia la regeneración de DPF elevando la temperatura de escape a más de 550 </a:t>
            </a:r>
            <a:r>
              <a:rPr lang="es-ES" sz="1100" baseline="30000" dirty="0">
                <a:latin typeface="Arial" panose="020B0604020202020204" pitchFamily="34" charset="0"/>
                <a:cs typeface="Arial" panose="020B0604020202020204" pitchFamily="34" charset="0"/>
              </a:rPr>
              <a:t>o</a:t>
            </a:r>
            <a:r>
              <a:rPr lang="es-ES" sz="1100" dirty="0">
                <a:latin typeface="Arial" panose="020B0604020202020204" pitchFamily="34" charset="0"/>
                <a:cs typeface="Arial" panose="020B0604020202020204" pitchFamily="34" charset="0"/>
              </a:rPr>
              <a:t> C. El DPF retiene las cenizas no combustibles como </a:t>
            </a:r>
            <a:r>
              <a:rPr lang="es-ES" sz="1100" dirty="0" smtClean="0">
                <a:latin typeface="Arial" panose="020B0604020202020204" pitchFamily="34" charset="0"/>
                <a:cs typeface="Arial" panose="020B0604020202020204" pitchFamily="34" charset="0"/>
              </a:rPr>
              <a:t>subproducto.</a:t>
            </a:r>
            <a:endParaRPr lang="es-ES" sz="1100" b="1" dirty="0">
              <a:latin typeface="Arial" panose="020B0604020202020204" pitchFamily="34" charset="0"/>
              <a:cs typeface="Arial" panose="020B0604020202020204" pitchFamily="34" charset="0"/>
            </a:endParaRPr>
          </a:p>
          <a:p>
            <a:pPr algn="just"/>
            <a:r>
              <a:rPr lang="es-ES" sz="1100" b="1" dirty="0" smtClean="0">
                <a:latin typeface="Arial" panose="020B0604020202020204" pitchFamily="34" charset="0"/>
                <a:cs typeface="Arial" panose="020B0604020202020204" pitchFamily="34" charset="0"/>
              </a:rPr>
              <a:t>¿La regeneración </a:t>
            </a:r>
            <a:r>
              <a:rPr lang="es-ES" sz="1100" b="1" dirty="0">
                <a:latin typeface="Arial" panose="020B0604020202020204" pitchFamily="34" charset="0"/>
                <a:cs typeface="Arial" panose="020B0604020202020204" pitchFamily="34" charset="0"/>
              </a:rPr>
              <a:t>forzada da garantía de que el vehículo quede operando en un 100% en primera instancia</a:t>
            </a:r>
            <a:r>
              <a:rPr lang="es-ES" sz="1100" b="1" dirty="0" smtClean="0">
                <a:latin typeface="Arial" panose="020B0604020202020204" pitchFamily="34" charset="0"/>
                <a:cs typeface="Arial" panose="020B0604020202020204" pitchFamily="34" charset="0"/>
              </a:rPr>
              <a:t>?</a:t>
            </a:r>
          </a:p>
          <a:p>
            <a:pPr algn="just"/>
            <a:r>
              <a:rPr lang="es-ES" sz="1100" dirty="0">
                <a:latin typeface="Arial" panose="020B0604020202020204" pitchFamily="34" charset="0"/>
                <a:cs typeface="Arial" panose="020B0604020202020204" pitchFamily="34" charset="0"/>
              </a:rPr>
              <a:t>Depende del estado de saturación del DPF puede ser adecuado o no.</a:t>
            </a:r>
          </a:p>
          <a:p>
            <a:pPr algn="just"/>
            <a:r>
              <a:rPr lang="es-ES" sz="1100" dirty="0">
                <a:latin typeface="Arial" panose="020B0604020202020204" pitchFamily="34" charset="0"/>
                <a:cs typeface="Arial" panose="020B0604020202020204" pitchFamily="34" charset="0"/>
              </a:rPr>
              <a:t>Cuando se llegan a altas saturaciones y se eleva mucho la temperatura, puede que el material retenido en el interior se expanda y fracture la cerámica y eche a perder el filtro de partículas.</a:t>
            </a:r>
          </a:p>
          <a:p>
            <a:pPr algn="just"/>
            <a:r>
              <a:rPr lang="es-ES" sz="1100" dirty="0">
                <a:latin typeface="Arial" panose="020B0604020202020204" pitchFamily="34" charset="0"/>
                <a:cs typeface="Arial" panose="020B0604020202020204" pitchFamily="34" charset="0"/>
              </a:rPr>
              <a:t>Esto se debe a que no solo se acumula hollín, también se van acumulando cenizas procedentes de los aceites y del desgaste de los propios componentes.</a:t>
            </a:r>
          </a:p>
          <a:p>
            <a:pPr algn="just"/>
            <a:r>
              <a:rPr lang="es-ES" sz="1100" dirty="0">
                <a:latin typeface="Arial" panose="020B0604020202020204" pitchFamily="34" charset="0"/>
                <a:cs typeface="Arial" panose="020B0604020202020204" pitchFamily="34" charset="0"/>
              </a:rPr>
              <a:t>La ceniza, aunque se haga el proceso de combustión durante las regeneraciones, no se elimina y va saturando el DPF.</a:t>
            </a:r>
          </a:p>
          <a:p>
            <a:pPr algn="just"/>
            <a:endParaRPr lang="es-ES" sz="11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47970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24FAFA63-EF73-4268-8107-6CD20923D700}"/>
              </a:ext>
            </a:extLst>
          </p:cNvPr>
          <p:cNvSpPr>
            <a:spLocks noGrp="1"/>
          </p:cNvSpPr>
          <p:nvPr>
            <p:ph type="title"/>
          </p:nvPr>
        </p:nvSpPr>
        <p:spPr>
          <a:xfrm>
            <a:off x="7576065" y="644849"/>
            <a:ext cx="5030658" cy="590931"/>
          </a:xfrm>
        </p:spPr>
        <p:txBody>
          <a:bodyPr rtlCol="0"/>
          <a:lstStyle/>
          <a:p>
            <a:pPr algn="just" rtl="0"/>
            <a:r>
              <a:rPr lang="es-ES" dirty="0" smtClean="0"/>
              <a:t>Materiales a utilizar </a:t>
            </a:r>
            <a:endParaRPr lang="es-ES" dirty="0"/>
          </a:p>
        </p:txBody>
      </p:sp>
      <p:sp>
        <p:nvSpPr>
          <p:cNvPr id="13" name="Marcador de contenido 12">
            <a:extLst>
              <a:ext uri="{FF2B5EF4-FFF2-40B4-BE49-F238E27FC236}">
                <a16:creationId xmlns:a16="http://schemas.microsoft.com/office/drawing/2014/main" id="{265BEEEB-C965-402F-B778-B1CD1494ACE6}"/>
              </a:ext>
            </a:extLst>
          </p:cNvPr>
          <p:cNvSpPr>
            <a:spLocks noGrp="1"/>
          </p:cNvSpPr>
          <p:nvPr>
            <p:ph idx="1"/>
          </p:nvPr>
        </p:nvSpPr>
        <p:spPr>
          <a:xfrm>
            <a:off x="7953137" y="1418718"/>
            <a:ext cx="3974856" cy="2524498"/>
          </a:xfrm>
        </p:spPr>
        <p:txBody>
          <a:bodyPr rtlCol="0"/>
          <a:lstStyle/>
          <a:p>
            <a:pPr lvl="0" algn="just"/>
            <a:r>
              <a:rPr lang="es-ES" sz="1400" dirty="0" smtClean="0">
                <a:latin typeface="Arial" panose="020B0604020202020204" pitchFamily="34" charset="0"/>
                <a:cs typeface="Arial" panose="020B0604020202020204" pitchFamily="34" charset="0"/>
              </a:rPr>
              <a:t>Una </a:t>
            </a:r>
            <a:r>
              <a:rPr lang="es-ES" sz="1400" dirty="0">
                <a:latin typeface="Arial" panose="020B0604020202020204" pitchFamily="34" charset="0"/>
                <a:cs typeface="Arial" panose="020B0604020202020204" pitchFamily="34" charset="0"/>
              </a:rPr>
              <a:t>bomba centrífuga</a:t>
            </a:r>
            <a:endParaRPr lang="es-CL" sz="1400" dirty="0">
              <a:latin typeface="Arial" panose="020B0604020202020204" pitchFamily="34" charset="0"/>
              <a:cs typeface="Arial" panose="020B0604020202020204" pitchFamily="34" charset="0"/>
            </a:endParaRPr>
          </a:p>
          <a:p>
            <a:pPr lvl="0" algn="just"/>
            <a:r>
              <a:rPr lang="es-ES" sz="1400" dirty="0">
                <a:latin typeface="Arial" panose="020B0604020202020204" pitchFamily="34" charset="0"/>
                <a:cs typeface="Arial" panose="020B0604020202020204" pitchFamily="34" charset="0"/>
              </a:rPr>
              <a:t>Un solvente industrial en base a agua</a:t>
            </a:r>
            <a:endParaRPr lang="es-CL" sz="1400" dirty="0">
              <a:latin typeface="Arial" panose="020B0604020202020204" pitchFamily="34" charset="0"/>
              <a:cs typeface="Arial" panose="020B0604020202020204" pitchFamily="34" charset="0"/>
            </a:endParaRPr>
          </a:p>
          <a:p>
            <a:pPr lvl="0" algn="just"/>
            <a:r>
              <a:rPr lang="es-ES" sz="1400" dirty="0">
                <a:latin typeface="Arial" panose="020B0604020202020204" pitchFamily="34" charset="0"/>
                <a:cs typeface="Arial" panose="020B0604020202020204" pitchFamily="34" charset="0"/>
              </a:rPr>
              <a:t>Mangueras de 1 pulgada</a:t>
            </a:r>
            <a:endParaRPr lang="es-CL" sz="1400" dirty="0">
              <a:latin typeface="Arial" panose="020B0604020202020204" pitchFamily="34" charset="0"/>
              <a:cs typeface="Arial" panose="020B0604020202020204" pitchFamily="34" charset="0"/>
            </a:endParaRPr>
          </a:p>
          <a:p>
            <a:pPr algn="just"/>
            <a:r>
              <a:rPr lang="es-ES" sz="1400" dirty="0">
                <a:latin typeface="Arial" panose="020B0604020202020204" pitchFamily="34" charset="0"/>
                <a:cs typeface="Arial" panose="020B0604020202020204" pitchFamily="34" charset="0"/>
              </a:rPr>
              <a:t>Un balde de 20 litros </a:t>
            </a:r>
          </a:p>
        </p:txBody>
      </p:sp>
      <p:sp>
        <p:nvSpPr>
          <p:cNvPr id="2" name="CuadroTexto 1"/>
          <p:cNvSpPr txBox="1"/>
          <p:nvPr/>
        </p:nvSpPr>
        <p:spPr>
          <a:xfrm>
            <a:off x="716437" y="940315"/>
            <a:ext cx="5250730" cy="3970318"/>
          </a:xfrm>
          <a:prstGeom prst="rect">
            <a:avLst/>
          </a:prstGeom>
          <a:noFill/>
        </p:spPr>
        <p:txBody>
          <a:bodyPr wrap="square" rtlCol="0">
            <a:spAutoFit/>
          </a:bodyPr>
          <a:lstStyle/>
          <a:p>
            <a:pPr algn="just"/>
            <a:r>
              <a:rPr lang="es-CL" dirty="0" smtClean="0">
                <a:latin typeface="Arial" panose="020B0604020202020204" pitchFamily="34" charset="0"/>
                <a:cs typeface="Arial" panose="020B0604020202020204" pitchFamily="34" charset="0"/>
              </a:rPr>
              <a:t>En este caso, ya que las regeneraciones no funcionaron, se procede a sacar la unidad completa, desde la parte baja del vehículo, posteriormente se coloca dentro del balde, luego se incorpora por uno de los extremos una manguera la cual esta conectada a la bomba centrífuga, el propósito es hacer recircular a través del filtro de partículas el solvente industrial accionado por la bomba centrifuga con el fin de remover la mayor cantidad de partículas de hollín que se encuentran en el interior. </a:t>
            </a:r>
          </a:p>
          <a:p>
            <a:pPr algn="just"/>
            <a:r>
              <a:rPr lang="es-CL" dirty="0" smtClean="0">
                <a:latin typeface="Arial" panose="020B0604020202020204" pitchFamily="34" charset="0"/>
                <a:cs typeface="Arial" panose="020B0604020202020204" pitchFamily="34" charset="0"/>
              </a:rPr>
              <a:t>Posteriormente la unidad se debe quitar del balde y sopletear con aire comprimido al interior del filtro con el fin de quitar el agua de las celdas. </a:t>
            </a:r>
            <a:endParaRPr lang="es-CL"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3"/>
          <a:stretch>
            <a:fillRect/>
          </a:stretch>
        </p:blipFill>
        <p:spPr>
          <a:xfrm>
            <a:off x="6674177" y="3316419"/>
            <a:ext cx="4919220" cy="2883893"/>
          </a:xfrm>
          <a:prstGeom prst="rect">
            <a:avLst/>
          </a:prstGeom>
        </p:spPr>
      </p:pic>
    </p:spTree>
    <p:extLst>
      <p:ext uri="{BB962C8B-B14F-4D97-AF65-F5344CB8AC3E}">
        <p14:creationId xmlns:p14="http://schemas.microsoft.com/office/powerpoint/2010/main" val="224440517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MSFT_01">
      <a:dk1>
        <a:sysClr val="windowText" lastClr="000000"/>
      </a:dk1>
      <a:lt1>
        <a:sysClr val="window" lastClr="FFFFFF"/>
      </a:lt1>
      <a:dk2>
        <a:srgbClr val="3F3F3F"/>
      </a:dk2>
      <a:lt2>
        <a:srgbClr val="FFFFFF"/>
      </a:lt2>
      <a:accent1>
        <a:srgbClr val="01C6FD"/>
      </a:accent1>
      <a:accent2>
        <a:srgbClr val="067F9C"/>
      </a:accent2>
      <a:accent3>
        <a:srgbClr val="014E52"/>
      </a:accent3>
      <a:accent4>
        <a:srgbClr val="ED7D31"/>
      </a:accent4>
      <a:accent5>
        <a:srgbClr val="79AE02"/>
      </a:accent5>
      <a:accent6>
        <a:srgbClr val="0070C0"/>
      </a:accent6>
      <a:hlink>
        <a:srgbClr val="01C6FD"/>
      </a:hlink>
      <a:folHlink>
        <a:srgbClr val="954F72"/>
      </a:folHlink>
    </a:clrScheme>
    <a:fontScheme name="MSFT_01">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0677717_TF89715846" id="{EA9DA29A-4F4B-4A51-AAEF-5D726F3D5AAE}" vid="{08152E00-DFD4-4991-814E-5D320BB647B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0439D9-8631-4FC1-BCE0-1BDB23425EE1}">
  <ds:schemaRefs>
    <ds:schemaRef ds:uri="http://purl.org/dc/elements/1.1/"/>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fb0879af-3eba-417a-a55a-ffe6dcd6ca77"/>
    <ds:schemaRef ds:uri="http://purl.org/dc/terms/"/>
    <ds:schemaRef ds:uri="6dc4bcd6-49db-4c07-9060-8acfc67cef9f"/>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67D8A4B1-1036-4F2B-9C1A-A86F68D314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3BE856-B6C2-4675-AE16-47A27D415D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Presentación de océano</Template>
  <TotalTime>0</TotalTime>
  <Words>810</Words>
  <Application>Microsoft Office PowerPoint</Application>
  <PresentationFormat>Panorámica</PresentationFormat>
  <Paragraphs>37</Paragraphs>
  <Slides>4</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Arial</vt:lpstr>
      <vt:lpstr>Calibri</vt:lpstr>
      <vt:lpstr>Century Gothic</vt:lpstr>
      <vt:lpstr>Times New Roman</vt:lpstr>
      <vt:lpstr>Tema de Office</vt:lpstr>
      <vt:lpstr>Limpieza filtro de partículas por contaminación de cenizas sin eliminarlo</vt:lpstr>
      <vt:lpstr>Presentación de PowerPoint</vt:lpstr>
      <vt:lpstr>Objetivo y preguntas</vt:lpstr>
      <vt:lpstr>Materiales a utilizar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2023-11-23T00:36:39Z</dcterms:created>
  <dcterms:modified xsi:type="dcterms:W3CDTF">2023-11-23T02:25:43Z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