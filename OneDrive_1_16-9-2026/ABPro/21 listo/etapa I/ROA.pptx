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1"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24" autoAdjust="0"/>
    <p:restoredTop sz="94660"/>
  </p:normalViewPr>
  <p:slideViewPr>
    <p:cSldViewPr snapToGrid="0">
      <p:cViewPr varScale="1">
        <p:scale>
          <a:sx n="88" d="100"/>
          <a:sy n="88" d="100"/>
        </p:scale>
        <p:origin x="200" y="6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1-29T08:47:24.574" idx="1">
    <p:pos x="10" y="10"/>
    <p:text>considerar los mismos comentarios del word</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11/28/23</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8" name="Title 1"/>
          <p:cNvSpPr>
            <a:spLocks noGrp="1"/>
          </p:cNvSpPr>
          <p:nvPr>
            <p:ph type="title"/>
          </p:nvPr>
        </p:nvSpPr>
        <p:spPr>
          <a:xfrm>
            <a:off x="685801" y="609600"/>
            <a:ext cx="10131425" cy="1456267"/>
          </a:xfrm>
        </p:spPr>
        <p:txBody>
          <a:bodyPr/>
          <a:lstStyle/>
          <a:p>
            <a:r>
              <a:rPr lang="es-ES"/>
              <a:t>Haga clic para modificar el estilo de título del patrón</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11/28/23</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DAA1AB-42FC-1949-F00C-05D4AC39648B}"/>
              </a:ext>
            </a:extLst>
          </p:cNvPr>
          <p:cNvSpPr>
            <a:spLocks noGrp="1"/>
          </p:cNvSpPr>
          <p:nvPr>
            <p:ph type="ctrTitle"/>
          </p:nvPr>
        </p:nvSpPr>
        <p:spPr>
          <a:xfrm>
            <a:off x="2160232" y="1066801"/>
            <a:ext cx="7197726" cy="2421464"/>
          </a:xfrm>
        </p:spPr>
        <p:txBody>
          <a:bodyPr anchor="t"/>
          <a:lstStyle/>
          <a:p>
            <a:pPr algn="ctr"/>
            <a:r>
              <a:rPr lang="es-MX" dirty="0">
                <a:latin typeface="Arial" panose="020B0604020202020204" pitchFamily="34" charset="0"/>
                <a:cs typeface="Arial" panose="020B0604020202020204" pitchFamily="34" charset="0"/>
              </a:rPr>
              <a:t>Elevador para vehículos eléctricos </a:t>
            </a:r>
            <a:endParaRPr lang="es-CL"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8FBD261B-A4BB-45A9-6D42-4754F745CD49}"/>
              </a:ext>
            </a:extLst>
          </p:cNvPr>
          <p:cNvSpPr>
            <a:spLocks noGrp="1"/>
          </p:cNvSpPr>
          <p:nvPr>
            <p:ph type="subTitle" idx="1"/>
          </p:nvPr>
        </p:nvSpPr>
        <p:spPr>
          <a:xfrm>
            <a:off x="3962398" y="3488265"/>
            <a:ext cx="7551939" cy="3551727"/>
          </a:xfrm>
        </p:spPr>
        <p:txBody>
          <a:bodyPr>
            <a:normAutofit fontScale="92500" lnSpcReduction="10000"/>
          </a:bodyPr>
          <a:lstStyle/>
          <a:p>
            <a:pPr algn="l"/>
            <a:r>
              <a:rPr lang="es-MX" sz="1600" b="1" dirty="0">
                <a:latin typeface="Arial" panose="020B0604020202020204" pitchFamily="34" charset="0"/>
                <a:cs typeface="Arial" panose="020B0604020202020204" pitchFamily="34" charset="0"/>
              </a:rPr>
              <a:t>Carrera:                                   </a:t>
            </a:r>
            <a:r>
              <a:rPr lang="es-MX" sz="1600" dirty="0">
                <a:latin typeface="Arial" panose="020B0604020202020204" pitchFamily="34" charset="0"/>
                <a:cs typeface="Arial" panose="020B0604020202020204" pitchFamily="34" charset="0"/>
              </a:rPr>
              <a:t>mecánica y electromovilidad </a:t>
            </a:r>
            <a:endParaRPr lang="es-MX" sz="1600" b="1" dirty="0">
              <a:latin typeface="Arial" panose="020B0604020202020204" pitchFamily="34" charset="0"/>
              <a:cs typeface="Arial" panose="020B0604020202020204" pitchFamily="34" charset="0"/>
            </a:endParaRPr>
          </a:p>
          <a:p>
            <a:pPr algn="l"/>
            <a:r>
              <a:rPr lang="es-MX" sz="1600" b="1" dirty="0">
                <a:latin typeface="Arial" panose="020B0604020202020204" pitchFamily="34" charset="0"/>
                <a:cs typeface="Arial" panose="020B0604020202020204" pitchFamily="34" charset="0"/>
              </a:rPr>
              <a:t>Asignatura:	</a:t>
            </a:r>
            <a:r>
              <a:rPr lang="es-MX" sz="1600" dirty="0">
                <a:latin typeface="Arial" panose="020B0604020202020204" pitchFamily="34" charset="0"/>
                <a:cs typeface="Arial" panose="020B0604020202020204" pitchFamily="34" charset="0"/>
              </a:rPr>
              <a:t>                            Funciones y Geometría</a:t>
            </a:r>
          </a:p>
          <a:p>
            <a:pPr algn="l"/>
            <a:r>
              <a:rPr lang="es-MX" sz="1600" b="1" dirty="0">
                <a:latin typeface="Arial" panose="020B0604020202020204" pitchFamily="34" charset="0"/>
                <a:cs typeface="Arial" panose="020B0604020202020204" pitchFamily="34" charset="0"/>
              </a:rPr>
              <a:t>Sección:	</a:t>
            </a:r>
            <a:r>
              <a:rPr lang="es-MX" sz="1600" dirty="0">
                <a:latin typeface="Arial" panose="020B0604020202020204" pitchFamily="34" charset="0"/>
                <a:cs typeface="Arial" panose="020B0604020202020204" pitchFamily="34" charset="0"/>
              </a:rPr>
              <a:t>                             21.</a:t>
            </a:r>
          </a:p>
          <a:p>
            <a:pPr algn="l"/>
            <a:r>
              <a:rPr lang="es-MX" sz="1600" b="1" dirty="0">
                <a:latin typeface="Arial" panose="020B0604020202020204" pitchFamily="34" charset="0"/>
                <a:cs typeface="Arial" panose="020B0604020202020204" pitchFamily="34" charset="0"/>
              </a:rPr>
              <a:t>Nombre del docente:          </a:t>
            </a:r>
            <a:r>
              <a:rPr lang="es-MX" sz="1600" dirty="0">
                <a:latin typeface="Arial" panose="020B0604020202020204" pitchFamily="34" charset="0"/>
                <a:cs typeface="Arial" panose="020B0604020202020204" pitchFamily="34" charset="0"/>
              </a:rPr>
              <a:t>Lisette Salamanca</a:t>
            </a:r>
            <a:endParaRPr lang="es-MX" sz="1600" b="1" dirty="0">
              <a:latin typeface="Arial" panose="020B0604020202020204" pitchFamily="34" charset="0"/>
              <a:cs typeface="Arial" panose="020B0604020202020204" pitchFamily="34" charset="0"/>
            </a:endParaRPr>
          </a:p>
          <a:p>
            <a:pPr algn="l"/>
            <a:r>
              <a:rPr lang="es-MX" sz="1600" b="1" dirty="0">
                <a:latin typeface="Arial" panose="020B0604020202020204" pitchFamily="34" charset="0"/>
                <a:cs typeface="Arial" panose="020B0604020202020204" pitchFamily="34" charset="0"/>
              </a:rPr>
              <a:t>integrantes del grupo:    </a:t>
            </a:r>
            <a:r>
              <a:rPr lang="es-MX" sz="1600" dirty="0">
                <a:latin typeface="Arial" panose="020B0604020202020204" pitchFamily="34" charset="0"/>
                <a:cs typeface="Arial" panose="020B0604020202020204" pitchFamily="34" charset="0"/>
              </a:rPr>
              <a:t>Rodolfo Herrera</a:t>
            </a:r>
          </a:p>
          <a:p>
            <a:pPr algn="l"/>
            <a:r>
              <a:rPr lang="es-MX" sz="1600" dirty="0">
                <a:latin typeface="Arial" panose="020B0604020202020204" pitchFamily="34" charset="0"/>
                <a:cs typeface="Arial" panose="020B0604020202020204" pitchFamily="34" charset="0"/>
              </a:rPr>
              <a:t>                                                      Fernando Rivera</a:t>
            </a:r>
          </a:p>
          <a:p>
            <a:pPr algn="l"/>
            <a:r>
              <a:rPr lang="es-MX" sz="1600" dirty="0">
                <a:latin typeface="Arial" panose="020B0604020202020204" pitchFamily="34" charset="0"/>
                <a:cs typeface="Arial" panose="020B0604020202020204" pitchFamily="34" charset="0"/>
              </a:rPr>
              <a:t>                                                      Sebastián Roa</a:t>
            </a:r>
          </a:p>
          <a:p>
            <a:pPr algn="l"/>
            <a:r>
              <a:rPr lang="es-MX" sz="1600" dirty="0">
                <a:latin typeface="Arial" panose="020B0604020202020204" pitchFamily="34" charset="0"/>
                <a:cs typeface="Arial" panose="020B0604020202020204" pitchFamily="34" charset="0"/>
              </a:rPr>
              <a:t>                                                      </a:t>
            </a:r>
            <a:r>
              <a:rPr lang="es-MX" sz="1600" dirty="0" err="1">
                <a:latin typeface="Arial" panose="020B0604020202020204" pitchFamily="34" charset="0"/>
                <a:cs typeface="Arial" panose="020B0604020202020204" pitchFamily="34" charset="0"/>
              </a:rPr>
              <a:t>Stiven</a:t>
            </a:r>
            <a:r>
              <a:rPr lang="es-MX" sz="1600" dirty="0">
                <a:latin typeface="Arial" panose="020B0604020202020204" pitchFamily="34" charset="0"/>
                <a:cs typeface="Arial" panose="020B0604020202020204" pitchFamily="34" charset="0"/>
              </a:rPr>
              <a:t> Quevedo</a:t>
            </a:r>
          </a:p>
          <a:p>
            <a:pPr algn="l"/>
            <a:r>
              <a:rPr lang="es-MX" sz="1600" dirty="0">
                <a:latin typeface="Arial" panose="020B0604020202020204" pitchFamily="34" charset="0"/>
                <a:cs typeface="Arial" panose="020B0604020202020204" pitchFamily="34" charset="0"/>
              </a:rPr>
              <a:t>                                                                                        </a:t>
            </a:r>
          </a:p>
          <a:p>
            <a:pPr algn="l"/>
            <a:r>
              <a:rPr lang="es-MX" sz="1600" dirty="0">
                <a:latin typeface="Arial" panose="020B0604020202020204" pitchFamily="34" charset="0"/>
                <a:cs typeface="Arial" panose="020B0604020202020204" pitchFamily="34" charset="0"/>
              </a:rPr>
              <a:t>                                                                                   23 de noviembre de 2023</a:t>
            </a:r>
          </a:p>
          <a:p>
            <a:pPr algn="l"/>
            <a:endParaRPr lang="es-MX" dirty="0"/>
          </a:p>
          <a:p>
            <a:pPr algn="l"/>
            <a:endParaRPr lang="es-CL" dirty="0"/>
          </a:p>
        </p:txBody>
      </p:sp>
    </p:spTree>
    <p:extLst>
      <p:ext uri="{BB962C8B-B14F-4D97-AF65-F5344CB8AC3E}">
        <p14:creationId xmlns:p14="http://schemas.microsoft.com/office/powerpoint/2010/main" val="157029511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a:xfrm>
            <a:off x="685801" y="925497"/>
            <a:ext cx="10131425" cy="1456267"/>
          </a:xfrm>
        </p:spPr>
        <p:txBody>
          <a:bodyPr/>
          <a:lstStyle/>
          <a:p>
            <a:pPr algn="ctr"/>
            <a:r>
              <a:rPr lang="es-MX" dirty="0"/>
              <a:t>Definición del proyecto</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685800" y="1604433"/>
            <a:ext cx="10131425" cy="3649133"/>
          </a:xfrm>
        </p:spPr>
        <p:txBody>
          <a:bodyPr anchor="ctr"/>
          <a:lstStyle/>
          <a:p>
            <a:pPr algn="just"/>
            <a:r>
              <a:rPr lang="es-MX" dirty="0">
                <a:latin typeface="Arial" panose="020B0604020202020204" pitchFamily="34" charset="0"/>
                <a:cs typeface="Arial" panose="020B0604020202020204" pitchFamily="34" charset="0"/>
              </a:rPr>
              <a:t>El proyecto consiste en la modificación de un e</a:t>
            </a:r>
            <a:r>
              <a:rPr lang="es-CL" sz="1800" dirty="0">
                <a:effectLst/>
                <a:latin typeface="Arial" panose="020B0604020202020204" pitchFamily="34" charset="0"/>
                <a:ea typeface="Times New Roman" panose="02020603050405020304" pitchFamily="18" charset="0"/>
                <a:cs typeface="Arial" panose="020B0604020202020204" pitchFamily="34" charset="0"/>
              </a:rPr>
              <a:t>levador electrohidráulico  tradicional de 4 toneladas. Este,</a:t>
            </a:r>
            <a:r>
              <a:rPr lang="es-CL" dirty="0">
                <a:latin typeface="Arial" panose="020B0604020202020204" pitchFamily="34" charset="0"/>
                <a:ea typeface="Times New Roman" panose="02020603050405020304" pitchFamily="18" charset="0"/>
                <a:cs typeface="Arial" panose="020B0604020202020204" pitchFamily="34" charset="0"/>
              </a:rPr>
              <a:t> lo adaptaremos para elevar automóviles eléctricos, se elevarán de cada rueda independientemente, con el fin de facilitar la intervención, ya sea para extraer la batería del automóvil, para mantenciones al sistema eléctrico o electrónico, o para lo que se estime conveniente su uso. Esto ayudará a una mayor eficiencia y seguridad durante la intervención.</a:t>
            </a:r>
            <a:endParaRPr lang="es-C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389215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p:txBody>
          <a:bodyPr/>
          <a:lstStyle/>
          <a:p>
            <a:pPr algn="ctr"/>
            <a:r>
              <a:rPr lang="es-MX" dirty="0"/>
              <a:t>Tema de investigación, nociones matemáticas y problemática a abordar </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685801" y="2142067"/>
            <a:ext cx="10131425" cy="4489552"/>
          </a:xfrm>
        </p:spPr>
        <p:txBody>
          <a:bodyPr anchor="t"/>
          <a:lstStyle/>
          <a:p>
            <a:pPr algn="just">
              <a:spcAft>
                <a:spcPts val="800"/>
              </a:spcAft>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La electromovilidad ha crecido considerablemente en los últimos años.</a:t>
            </a:r>
            <a:r>
              <a:rPr lang="es-CL" dirty="0">
                <a:latin typeface="Calibri" panose="020F0502020204030204" pitchFamily="34" charset="0"/>
                <a:ea typeface="Times New Roman" panose="02020603050405020304" pitchFamily="18" charset="0"/>
                <a:cs typeface="Times New Roman" panose="02020603050405020304" pitchFamily="18" charset="0"/>
              </a:rPr>
              <a:t> </a:t>
            </a:r>
            <a:r>
              <a:rPr lang="es-CL" sz="1800" dirty="0">
                <a:effectLst/>
                <a:latin typeface="Arial" panose="020B0604020202020204" pitchFamily="34" charset="0"/>
                <a:ea typeface="Times New Roman" panose="02020603050405020304" pitchFamily="18" charset="0"/>
              </a:rPr>
              <a:t>En nuestro país, las cifras van al alza: los vehículos eléctricos que circulaban en 2020 alcanzaban las 1.791 unidades, mientras que, en junio de 2023, esta cifra llegó a las 6.812 unidades.</a:t>
            </a:r>
          </a:p>
          <a:p>
            <a:pPr marL="342900" lvl="0" indent="-342900">
              <a:buFont typeface="Symbol" panose="05050102010706020507" pitchFamily="18" charset="2"/>
              <a:buChar char=""/>
            </a:pPr>
            <a:r>
              <a:rPr lang="es-CL" sz="1800" b="1" dirty="0">
                <a:effectLst/>
                <a:latin typeface="Arial" panose="020B0604020202020204" pitchFamily="34" charset="0"/>
                <a:ea typeface="Times New Roman" panose="02020603050405020304" pitchFamily="18" charset="0"/>
                <a:cs typeface="Times New Roman" panose="02020603050405020304" pitchFamily="18" charset="0"/>
              </a:rPr>
              <a:t>Para llevar a cabo el proyecto necesitaremos nociones </a:t>
            </a:r>
            <a:r>
              <a:rPr lang="es-CL" b="1" dirty="0">
                <a:latin typeface="Arial" panose="020B0604020202020204" pitchFamily="34" charset="0"/>
                <a:ea typeface="Times New Roman" panose="02020603050405020304" pitchFamily="18" charset="0"/>
                <a:cs typeface="Times New Roman" panose="02020603050405020304" pitchFamily="18" charset="0"/>
              </a:rPr>
              <a:t>ma</a:t>
            </a:r>
            <a:r>
              <a:rPr lang="es-CL" sz="1800" b="1" dirty="0">
                <a:effectLst/>
                <a:latin typeface="Arial" panose="020B0604020202020204" pitchFamily="34" charset="0"/>
                <a:ea typeface="Times New Roman" panose="02020603050405020304" pitchFamily="18" charset="0"/>
                <a:cs typeface="Times New Roman" panose="02020603050405020304" pitchFamily="18" charset="0"/>
              </a:rPr>
              <a:t>temáticas: </a:t>
            </a:r>
            <a:r>
              <a:rPr lang="es-CL" sz="1800" dirty="0">
                <a:effectLst/>
                <a:latin typeface="Arial" panose="020B0604020202020204" pitchFamily="34" charset="0"/>
                <a:ea typeface="Times New Roman" panose="02020603050405020304" pitchFamily="18" charset="0"/>
                <a:cs typeface="Times New Roman" panose="02020603050405020304" pitchFamily="18" charset="0"/>
              </a:rPr>
              <a:t>Calcular ángulos mínimos y máximos de funcionamiento de los brazos elevadores, mediante el Seno, Coseno, Tangente. Calcular distancias y tolerancias al adaptar y utilizar el sistema de elevación. Calcular la fuerza con la cual trabaja el sistema electrohidráulico.</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Aft>
                <a:spcPts val="800"/>
              </a:spcAft>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La principal problemática es la extracción de las baterías y componentes del automóvil eléctrico, que se ven un tanto complicadas al utilizar elevador electrohidráulico  tradicional, mayormente por el espacio que utiliza este al levantarlo y por la inestabilidad que genera retirar alguno de los componentes inferiores.</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Aft>
                <a:spcPts val="800"/>
              </a:spcAft>
            </a:pPr>
            <a:endParaRPr lang="es-CL" dirty="0"/>
          </a:p>
        </p:txBody>
      </p:sp>
    </p:spTree>
    <p:extLst>
      <p:ext uri="{BB962C8B-B14F-4D97-AF65-F5344CB8AC3E}">
        <p14:creationId xmlns:p14="http://schemas.microsoft.com/office/powerpoint/2010/main" val="125983952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a:xfrm>
            <a:off x="597024" y="-195637"/>
            <a:ext cx="10131425" cy="1385246"/>
          </a:xfrm>
        </p:spPr>
        <p:txBody>
          <a:bodyPr/>
          <a:lstStyle/>
          <a:p>
            <a:pPr algn="ctr"/>
            <a:r>
              <a:rPr lang="es-MX" dirty="0"/>
              <a:t>Objetivos y preguntas de investigación </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319596" y="887767"/>
            <a:ext cx="11363418" cy="6090082"/>
          </a:xfrm>
        </p:spPr>
        <p:txBody>
          <a:bodyPr anchor="t"/>
          <a:lstStyle/>
          <a:p>
            <a:pPr algn="just"/>
            <a:r>
              <a:rPr lang="es-MX" dirty="0">
                <a:latin typeface="Arial" panose="020B0604020202020204" pitchFamily="34" charset="0"/>
                <a:cs typeface="Arial" panose="020B0604020202020204" pitchFamily="34" charset="0"/>
              </a:rPr>
              <a:t>El objetivo principal del proyecto es facilitar las mantenciones y reparaciones de las baterías, y sistemas electrónicos generales de los vehículos eléctricos, creando un sistema de elevación de automóviles que los eleve desde las ruedas, con el fin realizar un trabajo de forma eficiente y segura, cuidando tanto la integridad de quienes realicen las intervenciones, como la integridad de la unidad que será intervenida.</a:t>
            </a:r>
          </a:p>
          <a:p>
            <a:pPr algn="just"/>
            <a:r>
              <a:rPr lang="es-MX" dirty="0">
                <a:latin typeface="Arial" panose="020B0604020202020204" pitchFamily="34" charset="0"/>
                <a:cs typeface="Arial" panose="020B0604020202020204" pitchFamily="34" charset="0"/>
              </a:rPr>
              <a:t>	¿Qué sistema crearemos?</a:t>
            </a:r>
          </a:p>
          <a:p>
            <a:pPr marL="457200" lvl="1" indent="0" algn="just">
              <a:buNone/>
            </a:pPr>
            <a:r>
              <a:rPr lang="es-MX" dirty="0">
                <a:latin typeface="Arial" panose="020B0604020202020204" pitchFamily="34" charset="0"/>
                <a:cs typeface="Arial" panose="020B0604020202020204" pitchFamily="34" charset="0"/>
              </a:rPr>
              <a:t>Vamos a crear un sistema donde los automóviles eléctricos sean elevados desde las 4 ruedas de forma independiente, esto a partir de la modificación de un elevador de 2 columnas con paso inferior.</a:t>
            </a:r>
          </a:p>
          <a:p>
            <a:pPr lvl="1" algn="just"/>
            <a:r>
              <a:rPr lang="es-MX" dirty="0">
                <a:latin typeface="Arial" panose="020B0604020202020204" pitchFamily="34" charset="0"/>
                <a:cs typeface="Arial" panose="020B0604020202020204" pitchFamily="34" charset="0"/>
              </a:rPr>
              <a:t>¿Cómo lo realizaremos?</a:t>
            </a:r>
          </a:p>
          <a:p>
            <a:pPr marL="457200" lvl="1" indent="0" algn="just">
              <a:buNone/>
            </a:pPr>
            <a:r>
              <a:rPr lang="es-MX" dirty="0">
                <a:latin typeface="Arial" panose="020B0604020202020204" pitchFamily="34" charset="0"/>
                <a:cs typeface="Arial" panose="020B0604020202020204" pitchFamily="34" charset="0"/>
              </a:rPr>
              <a:t>Adaptaremos los extremos del elevador que elevan el vehículo, alargándolos y confeccionando una base la cual encaje en cada rueda del automóvil, esta se adaptará al tamaño de la rueda para elevarlo correctamente.</a:t>
            </a:r>
          </a:p>
          <a:p>
            <a:pPr lvl="1" algn="just"/>
            <a:r>
              <a:rPr lang="es-MX" dirty="0">
                <a:latin typeface="Arial" panose="020B0604020202020204" pitchFamily="34" charset="0"/>
                <a:cs typeface="Arial" panose="020B0604020202020204" pitchFamily="34" charset="0"/>
              </a:rPr>
              <a:t>¿Qué lograremos con esto?</a:t>
            </a:r>
          </a:p>
          <a:p>
            <a:pPr marL="457200" lvl="1" indent="0" algn="just">
              <a:buNone/>
            </a:pPr>
            <a:r>
              <a:rPr lang="es-MX" dirty="0">
                <a:latin typeface="Arial" panose="020B0604020202020204" pitchFamily="34" charset="0"/>
                <a:cs typeface="Arial" panose="020B0604020202020204" pitchFamily="34" charset="0"/>
              </a:rPr>
              <a:t>Lograremos mayor estabilidad al momento de elevar el vehículo, lo que significa una mayor seguridad para quienes intervengan la unidad, junto con una aislación completa del automóvil.</a:t>
            </a:r>
          </a:p>
          <a:p>
            <a:pPr lvl="1" algn="just"/>
            <a:r>
              <a:rPr lang="es-MX" dirty="0">
                <a:latin typeface="Arial" panose="020B0604020202020204" pitchFamily="34" charset="0"/>
                <a:cs typeface="Arial" panose="020B0604020202020204" pitchFamily="34" charset="0"/>
              </a:rPr>
              <a:t>¿Se comercializa este sistema actualmente?</a:t>
            </a:r>
          </a:p>
          <a:p>
            <a:pPr marL="457200" lvl="1" indent="0" algn="just">
              <a:buNone/>
            </a:pPr>
            <a:r>
              <a:rPr lang="es-MX" dirty="0">
                <a:latin typeface="Arial" panose="020B0604020202020204" pitchFamily="34" charset="0"/>
                <a:cs typeface="Arial" panose="020B0604020202020204" pitchFamily="34" charset="0"/>
              </a:rPr>
              <a:t>Actualmente no hay ningún proveedor que comercialice este tipo de elevadores que estamos planteando, lo que hace que este sistema sea una gran innovación para un futuro en la electromovilidad</a:t>
            </a:r>
          </a:p>
          <a:p>
            <a:pPr marL="457200" lvl="1" indent="0" algn="just">
              <a:buNone/>
            </a:pPr>
            <a:endParaRPr lang="es-C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104269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p:txBody>
          <a:bodyPr/>
          <a:lstStyle/>
          <a:p>
            <a:pPr algn="ctr"/>
            <a:r>
              <a:rPr lang="es-MX" dirty="0"/>
              <a:t>Temas iniciales involucrados</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p:txBody>
          <a:bodyPr anchor="t"/>
          <a:lstStyle/>
          <a:p>
            <a:pPr marL="342900" lvl="0" indent="-342900">
              <a:lnSpc>
                <a:spcPct val="150000"/>
              </a:lnSpc>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Seguridad para quienes intervengan los automóviles eléctricos</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Mayor eficiencia y menor dificultad para trabajar en los sistemas electrónicos del automóvil eléctrico.</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Fabricación y adaptación del sistema de elevación.</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800"/>
              </a:spcAft>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Cálculo de ángulos y distancia del brazo elevador necesarios para elevar el automóvil.</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s-CL" dirty="0"/>
          </a:p>
        </p:txBody>
      </p:sp>
    </p:spTree>
    <p:extLst>
      <p:ext uri="{BB962C8B-B14F-4D97-AF65-F5344CB8AC3E}">
        <p14:creationId xmlns:p14="http://schemas.microsoft.com/office/powerpoint/2010/main" val="21149691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a:xfrm>
            <a:off x="685800" y="0"/>
            <a:ext cx="10131425" cy="1456267"/>
          </a:xfrm>
        </p:spPr>
        <p:txBody>
          <a:bodyPr/>
          <a:lstStyle/>
          <a:p>
            <a:pPr algn="ctr"/>
            <a:r>
              <a:rPr lang="es-MX" dirty="0"/>
              <a:t>Cronograma y materiales a utilizar</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685801" y="1225118"/>
            <a:ext cx="10131425" cy="5539665"/>
          </a:xfrm>
        </p:spPr>
        <p:txBody>
          <a:bodyPr anchor="t">
            <a:normAutofit/>
          </a:bodyPr>
          <a:lstStyle/>
          <a:p>
            <a:pPr marL="0" indent="0">
              <a:buNone/>
            </a:pPr>
            <a:endParaRPr lang="es-MX" dirty="0"/>
          </a:p>
          <a:p>
            <a:pPr marL="0" indent="0">
              <a:buNone/>
            </a:pPr>
            <a:r>
              <a:rPr lang="es-CL" dirty="0"/>
              <a:t>Etapa 1: Realizar la presentación del proyecto </a:t>
            </a:r>
            <a:r>
              <a:rPr lang="es-CL" b="1" dirty="0"/>
              <a:t>23 de noviembre</a:t>
            </a:r>
          </a:p>
          <a:p>
            <a:pPr marL="0" indent="0">
              <a:buNone/>
            </a:pPr>
            <a:r>
              <a:rPr lang="es-CL" dirty="0"/>
              <a:t>Etapa 2: Uso de evidencias </a:t>
            </a:r>
            <a:r>
              <a:rPr lang="es-CL" b="1" dirty="0"/>
              <a:t>07 de diciembre</a:t>
            </a:r>
          </a:p>
          <a:p>
            <a:pPr marL="0" indent="0">
              <a:buNone/>
            </a:pPr>
            <a:r>
              <a:rPr lang="es-CL" dirty="0"/>
              <a:t>Etapa 3: Presentación del producto </a:t>
            </a:r>
            <a:r>
              <a:rPr lang="es-CL" b="1" dirty="0"/>
              <a:t>14 de diciembre</a:t>
            </a:r>
          </a:p>
          <a:p>
            <a:pPr marL="0" indent="0">
              <a:buNone/>
            </a:pPr>
            <a:endParaRPr lang="es-CL" dirty="0"/>
          </a:p>
          <a:p>
            <a:pPr marL="0" indent="0">
              <a:buNone/>
            </a:pPr>
            <a:r>
              <a:rPr lang="es-MX" dirty="0"/>
              <a:t>•	Para realizar el proyecto, necesitaremos un elevador de 4000 kg, el que utilizaremos como base para la modificación.</a:t>
            </a:r>
          </a:p>
          <a:p>
            <a:pPr marL="0" indent="0">
              <a:buNone/>
            </a:pPr>
            <a:r>
              <a:rPr lang="es-MX" dirty="0"/>
              <a:t>•	Perfil de fierro rectangular de 100x80mm, y un espesor de 8mm y 6 metros de largo.</a:t>
            </a:r>
          </a:p>
          <a:p>
            <a:pPr marL="0" indent="0">
              <a:buNone/>
            </a:pPr>
            <a:r>
              <a:rPr lang="es-MX" dirty="0"/>
              <a:t>•	Perfil de fierro 100x80mm macizo de 6 metros de largo.</a:t>
            </a:r>
          </a:p>
          <a:p>
            <a:pPr marL="0" indent="0">
              <a:buNone/>
            </a:pPr>
            <a:r>
              <a:rPr lang="es-MX" dirty="0"/>
              <a:t>•	Platina T1 de 3x4 metros y 10 mm de espesor.</a:t>
            </a:r>
          </a:p>
          <a:p>
            <a:pPr marL="0" indent="0">
              <a:buNone/>
            </a:pPr>
            <a:r>
              <a:rPr lang="es-MX" dirty="0"/>
              <a:t>•	Bujes y pasadores moldeados en torno según la medida que se requiera.</a:t>
            </a:r>
          </a:p>
          <a:p>
            <a:pPr marL="0" indent="0">
              <a:buNone/>
            </a:pPr>
            <a:r>
              <a:rPr lang="es-MX" dirty="0"/>
              <a:t>•	Pernos y tuercas de diferentes medidas para fijar partes y piezas.</a:t>
            </a:r>
          </a:p>
          <a:p>
            <a:pPr marL="0" indent="0">
              <a:buNone/>
            </a:pPr>
            <a:r>
              <a:rPr lang="es-MX" dirty="0"/>
              <a:t>•	Insumos para su realización, como electrodos de soldadura, discos de corte, oxigeno de oxicorte, etc.</a:t>
            </a:r>
          </a:p>
          <a:p>
            <a:pPr marL="0" indent="0">
              <a:buNone/>
            </a:pPr>
            <a:endParaRPr lang="es-CL" dirty="0"/>
          </a:p>
        </p:txBody>
      </p:sp>
    </p:spTree>
    <p:extLst>
      <p:ext uri="{BB962C8B-B14F-4D97-AF65-F5344CB8AC3E}">
        <p14:creationId xmlns:p14="http://schemas.microsoft.com/office/powerpoint/2010/main" val="413510218"/>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{084E5C7B-3D3B-4AFD-AEFC-ABFCEE003AED}tf03457452</Template>
  <TotalTime>978</TotalTime>
  <Words>726</Words>
  <Application>Microsoft Macintosh PowerPoint</Application>
  <PresentationFormat>Panorámica</PresentationFormat>
  <Paragraphs>45</Paragraphs>
  <Slides>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vt:i4>
      </vt:variant>
    </vt:vector>
  </HeadingPairs>
  <TitlesOfParts>
    <vt:vector size="12" baseType="lpstr">
      <vt:lpstr>Arial</vt:lpstr>
      <vt:lpstr>Calibri</vt:lpstr>
      <vt:lpstr>Calibri Light</vt:lpstr>
      <vt:lpstr>Symbol</vt:lpstr>
      <vt:lpstr>Times New Roman</vt:lpstr>
      <vt:lpstr>Celestial</vt:lpstr>
      <vt:lpstr>Elevador para vehículos eléctricos </vt:lpstr>
      <vt:lpstr>Definición del proyecto</vt:lpstr>
      <vt:lpstr>Tema de investigación, nociones matemáticas y problemática a abordar </vt:lpstr>
      <vt:lpstr>Objetivos y preguntas de investigación </vt:lpstr>
      <vt:lpstr>Temas iniciales involucrados</vt:lpstr>
      <vt:lpstr>Cronograma y materiales a utilizar</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Elevador para vehículos eléctricos </dc:title>
  <dc:creator>Isidora Rivera Gomez</dc:creator>
  <cp:lastModifiedBy>LISSETTE ANDREA SALAMANCA MELLA</cp:lastModifiedBy>
  <cp:revision>3</cp:revision>
  <dcterms:created xsi:type="dcterms:W3CDTF">2023-11-24T01:25:51Z</dcterms:created>
  <dcterms:modified xsi:type="dcterms:W3CDTF">2023-11-29T11:47:37Z</dcterms:modified>
</cp:coreProperties>
</file>