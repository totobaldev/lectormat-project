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60" r:id="rId4"/>
    <p:sldId id="259" r:id="rId5"/>
    <p:sldId id="261" r:id="rId6"/>
    <p:sldId id="272" r:id="rId7"/>
    <p:sldId id="263" r:id="rId8"/>
    <p:sldId id="264" r:id="rId9"/>
    <p:sldId id="266" r:id="rId10"/>
    <p:sldId id="267" r:id="rId11"/>
    <p:sldId id="265" r:id="rId12"/>
    <p:sldId id="271" r:id="rId13"/>
    <p:sldId id="262" r:id="rId14"/>
    <p:sldId id="269" r:id="rId15"/>
    <p:sldId id="270" r:id="rId16"/>
    <p:sldId id="273" r:id="rId17"/>
    <p:sldId id="274" r:id="rId18"/>
    <p:sldId id="275" r:id="rId19"/>
  </p:sldIdLst>
  <p:sldSz cx="9144000" cy="6858000" type="screen4x3"/>
  <p:notesSz cx="6858000" cy="9144000"/>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SSETTE ANDREA SALAMANCA MELLA" initials="LASM" lastIdx="9" clrIdx="0">
    <p:extLst>
      <p:ext uri="{19B8F6BF-5375-455C-9EA6-DF929625EA0E}">
        <p15:presenceInfo xmlns:p15="http://schemas.microsoft.com/office/powerpoint/2012/main" userId="S::lissette.salamanca@inacapmail.cl::e8cae1b9-6bd0-45e5-8679-6c0a2293f1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0202"/>
    <a:srgbClr val="F4020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986373-8A35-469F-A025-72816300EFC6}" v="22" dt="2023-12-08T01:14:03.653"/>
    <p1510:client id="{2C72AEB5-1CF3-45CC-BD03-F1C89E492FDE}" v="42" dt="2023-12-07T20:17:46.53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396" autoAdjust="0"/>
    <p:restoredTop sz="50000" autoAdjust="0"/>
  </p:normalViewPr>
  <p:slideViewPr>
    <p:cSldViewPr snapToGrid="0" snapToObjects="1">
      <p:cViewPr varScale="1">
        <p:scale>
          <a:sx n="110" d="100"/>
          <a:sy n="110" d="100"/>
        </p:scale>
        <p:origin x="288" y="1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cisco Gatica" userId="e84b4d5513d84ff2" providerId="LiveId" clId="{7D986373-8A35-469F-A025-72816300EFC6}"/>
    <pc:docChg chg="undo custSel addSld modSld sldOrd">
      <pc:chgData name="Francisco Gatica" userId="e84b4d5513d84ff2" providerId="LiveId" clId="{7D986373-8A35-469F-A025-72816300EFC6}" dt="2023-12-08T01:14:27.624" v="492" actId="20577"/>
      <pc:docMkLst>
        <pc:docMk/>
      </pc:docMkLst>
      <pc:sldChg chg="modSp mod">
        <pc:chgData name="Francisco Gatica" userId="e84b4d5513d84ff2" providerId="LiveId" clId="{7D986373-8A35-469F-A025-72816300EFC6}" dt="2023-12-08T01:00:42.886" v="354" actId="255"/>
        <pc:sldMkLst>
          <pc:docMk/>
          <pc:sldMk cId="808890695" sldId="256"/>
        </pc:sldMkLst>
        <pc:spChg chg="mod">
          <ac:chgData name="Francisco Gatica" userId="e84b4d5513d84ff2" providerId="LiveId" clId="{7D986373-8A35-469F-A025-72816300EFC6}" dt="2023-12-08T01:00:42.886" v="354" actId="255"/>
          <ac:spMkLst>
            <pc:docMk/>
            <pc:sldMk cId="808890695" sldId="256"/>
            <ac:spMk id="15" creationId="{00000000-0000-0000-0000-000000000000}"/>
          </ac:spMkLst>
        </pc:spChg>
        <pc:spChg chg="mod">
          <ac:chgData name="Francisco Gatica" userId="e84b4d5513d84ff2" providerId="LiveId" clId="{7D986373-8A35-469F-A025-72816300EFC6}" dt="2023-12-08T00:53:40.343" v="341" actId="1076"/>
          <ac:spMkLst>
            <pc:docMk/>
            <pc:sldMk cId="808890695" sldId="256"/>
            <ac:spMk id="16" creationId="{00000000-0000-0000-0000-000000000000}"/>
          </ac:spMkLst>
        </pc:spChg>
      </pc:sldChg>
      <pc:sldChg chg="modSp mod">
        <pc:chgData name="Francisco Gatica" userId="e84b4d5513d84ff2" providerId="LiveId" clId="{7D986373-8A35-469F-A025-72816300EFC6}" dt="2023-12-08T01:10:03.323" v="427" actId="20577"/>
        <pc:sldMkLst>
          <pc:docMk/>
          <pc:sldMk cId="2447766711" sldId="258"/>
        </pc:sldMkLst>
        <pc:spChg chg="mod">
          <ac:chgData name="Francisco Gatica" userId="e84b4d5513d84ff2" providerId="LiveId" clId="{7D986373-8A35-469F-A025-72816300EFC6}" dt="2023-12-08T01:10:03.323" v="427" actId="20577"/>
          <ac:spMkLst>
            <pc:docMk/>
            <pc:sldMk cId="2447766711" sldId="258"/>
            <ac:spMk id="2" creationId="{7877DF80-21C4-EA3A-FD0F-8EF2DF6FC7DA}"/>
          </ac:spMkLst>
        </pc:spChg>
        <pc:spChg chg="mod">
          <ac:chgData name="Francisco Gatica" userId="e84b4d5513d84ff2" providerId="LiveId" clId="{7D986373-8A35-469F-A025-72816300EFC6}" dt="2023-12-08T00:59:03.504" v="342" actId="255"/>
          <ac:spMkLst>
            <pc:docMk/>
            <pc:sldMk cId="2447766711" sldId="258"/>
            <ac:spMk id="3" creationId="{20406765-36F6-1D83-9982-63932940E2D8}"/>
          </ac:spMkLst>
        </pc:spChg>
      </pc:sldChg>
      <pc:sldChg chg="modSp mod ord">
        <pc:chgData name="Francisco Gatica" userId="e84b4d5513d84ff2" providerId="LiveId" clId="{7D986373-8A35-469F-A025-72816300EFC6}" dt="2023-12-08T01:10:15.094" v="428" actId="20577"/>
        <pc:sldMkLst>
          <pc:docMk/>
          <pc:sldMk cId="2042024647" sldId="259"/>
        </pc:sldMkLst>
        <pc:spChg chg="mod">
          <ac:chgData name="Francisco Gatica" userId="e84b4d5513d84ff2" providerId="LiveId" clId="{7D986373-8A35-469F-A025-72816300EFC6}" dt="2023-12-08T01:10:15.094" v="428" actId="20577"/>
          <ac:spMkLst>
            <pc:docMk/>
            <pc:sldMk cId="2042024647" sldId="259"/>
            <ac:spMk id="2" creationId="{822E1D40-54A9-66E2-2643-2F05379155C2}"/>
          </ac:spMkLst>
        </pc:spChg>
        <pc:spChg chg="mod">
          <ac:chgData name="Francisco Gatica" userId="e84b4d5513d84ff2" providerId="LiveId" clId="{7D986373-8A35-469F-A025-72816300EFC6}" dt="2023-12-08T01:00:26.101" v="353" actId="255"/>
          <ac:spMkLst>
            <pc:docMk/>
            <pc:sldMk cId="2042024647" sldId="259"/>
            <ac:spMk id="3" creationId="{29A068F1-D7BD-6C7D-76DF-3C342869106D}"/>
          </ac:spMkLst>
        </pc:spChg>
      </pc:sldChg>
      <pc:sldChg chg="modSp mod">
        <pc:chgData name="Francisco Gatica" userId="e84b4d5513d84ff2" providerId="LiveId" clId="{7D986373-8A35-469F-A025-72816300EFC6}" dt="2023-12-08T01:02:14.021" v="363" actId="255"/>
        <pc:sldMkLst>
          <pc:docMk/>
          <pc:sldMk cId="1510850131" sldId="260"/>
        </pc:sldMkLst>
        <pc:spChg chg="mod">
          <ac:chgData name="Francisco Gatica" userId="e84b4d5513d84ff2" providerId="LiveId" clId="{7D986373-8A35-469F-A025-72816300EFC6}" dt="2023-12-08T01:01:29.414" v="357" actId="14100"/>
          <ac:spMkLst>
            <pc:docMk/>
            <pc:sldMk cId="1510850131" sldId="260"/>
            <ac:spMk id="2" creationId="{4EFA59FD-064D-74C8-4F24-A3999F3EBD85}"/>
          </ac:spMkLst>
        </pc:spChg>
        <pc:spChg chg="mod">
          <ac:chgData name="Francisco Gatica" userId="e84b4d5513d84ff2" providerId="LiveId" clId="{7D986373-8A35-469F-A025-72816300EFC6}" dt="2023-12-08T01:02:14.021" v="363" actId="255"/>
          <ac:spMkLst>
            <pc:docMk/>
            <pc:sldMk cId="1510850131" sldId="260"/>
            <ac:spMk id="3" creationId="{B933003D-C5C1-9E70-0E5F-980B7448BB3C}"/>
          </ac:spMkLst>
        </pc:spChg>
      </pc:sldChg>
      <pc:sldChg chg="modSp mod ord">
        <pc:chgData name="Francisco Gatica" userId="e84b4d5513d84ff2" providerId="LiveId" clId="{7D986373-8A35-469F-A025-72816300EFC6}" dt="2023-12-08T01:11:46.771" v="447" actId="1076"/>
        <pc:sldMkLst>
          <pc:docMk/>
          <pc:sldMk cId="1309929054" sldId="261"/>
        </pc:sldMkLst>
        <pc:spChg chg="mod">
          <ac:chgData name="Francisco Gatica" userId="e84b4d5513d84ff2" providerId="LiveId" clId="{7D986373-8A35-469F-A025-72816300EFC6}" dt="2023-12-08T01:11:46.771" v="447" actId="1076"/>
          <ac:spMkLst>
            <pc:docMk/>
            <pc:sldMk cId="1309929054" sldId="261"/>
            <ac:spMk id="2" creationId="{DE99D687-F76C-E501-70A4-8DB13159F3C6}"/>
          </ac:spMkLst>
        </pc:spChg>
        <pc:spChg chg="mod">
          <ac:chgData name="Francisco Gatica" userId="e84b4d5513d84ff2" providerId="LiveId" clId="{7D986373-8A35-469F-A025-72816300EFC6}" dt="2023-12-08T01:11:41.033" v="446" actId="20577"/>
          <ac:spMkLst>
            <pc:docMk/>
            <pc:sldMk cId="1309929054" sldId="261"/>
            <ac:spMk id="3" creationId="{145C91E5-3D3C-C24E-445A-EFD72DDF6BD2}"/>
          </ac:spMkLst>
        </pc:spChg>
      </pc:sldChg>
      <pc:sldChg chg="modSp mod ord">
        <pc:chgData name="Francisco Gatica" userId="e84b4d5513d84ff2" providerId="LiveId" clId="{7D986373-8A35-469F-A025-72816300EFC6}" dt="2023-12-08T01:07:04.533" v="404" actId="313"/>
        <pc:sldMkLst>
          <pc:docMk/>
          <pc:sldMk cId="3705864864" sldId="262"/>
        </pc:sldMkLst>
        <pc:spChg chg="mod">
          <ac:chgData name="Francisco Gatica" userId="e84b4d5513d84ff2" providerId="LiveId" clId="{7D986373-8A35-469F-A025-72816300EFC6}" dt="2023-12-08T01:07:04.533" v="404" actId="313"/>
          <ac:spMkLst>
            <pc:docMk/>
            <pc:sldMk cId="3705864864" sldId="262"/>
            <ac:spMk id="2" creationId="{377FCA73-6F0B-252F-73E0-3583EBB9FF38}"/>
          </ac:spMkLst>
        </pc:spChg>
      </pc:sldChg>
      <pc:sldChg chg="modSp mod ord">
        <pc:chgData name="Francisco Gatica" userId="e84b4d5513d84ff2" providerId="LiveId" clId="{7D986373-8A35-469F-A025-72816300EFC6}" dt="2023-12-08T01:03:43.208" v="372" actId="255"/>
        <pc:sldMkLst>
          <pc:docMk/>
          <pc:sldMk cId="1828842353" sldId="263"/>
        </pc:sldMkLst>
        <pc:spChg chg="mod">
          <ac:chgData name="Francisco Gatica" userId="e84b4d5513d84ff2" providerId="LiveId" clId="{7D986373-8A35-469F-A025-72816300EFC6}" dt="2023-12-08T01:03:38.127" v="371" actId="255"/>
          <ac:spMkLst>
            <pc:docMk/>
            <pc:sldMk cId="1828842353" sldId="263"/>
            <ac:spMk id="2" creationId="{F3AB8693-3C68-BE32-5B42-720D9AC3E860}"/>
          </ac:spMkLst>
        </pc:spChg>
        <pc:spChg chg="mod">
          <ac:chgData name="Francisco Gatica" userId="e84b4d5513d84ff2" providerId="LiveId" clId="{7D986373-8A35-469F-A025-72816300EFC6}" dt="2023-12-08T01:03:43.208" v="372" actId="255"/>
          <ac:spMkLst>
            <pc:docMk/>
            <pc:sldMk cId="1828842353" sldId="263"/>
            <ac:spMk id="3" creationId="{41F612EF-44CA-A70C-AA25-C34DCF8454DD}"/>
          </ac:spMkLst>
        </pc:spChg>
      </pc:sldChg>
      <pc:sldChg chg="modSp mod">
        <pc:chgData name="Francisco Gatica" userId="e84b4d5513d84ff2" providerId="LiveId" clId="{7D986373-8A35-469F-A025-72816300EFC6}" dt="2023-12-08T01:12:21.541" v="460" actId="313"/>
        <pc:sldMkLst>
          <pc:docMk/>
          <pc:sldMk cId="4032584319" sldId="264"/>
        </pc:sldMkLst>
        <pc:spChg chg="mod">
          <ac:chgData name="Francisco Gatica" userId="e84b4d5513d84ff2" providerId="LiveId" clId="{7D986373-8A35-469F-A025-72816300EFC6}" dt="2023-12-08T01:04:25.140" v="374" actId="255"/>
          <ac:spMkLst>
            <pc:docMk/>
            <pc:sldMk cId="4032584319" sldId="264"/>
            <ac:spMk id="2" creationId="{43C56C35-55F4-F9B4-4C7B-6EEC7DAEBB34}"/>
          </ac:spMkLst>
        </pc:spChg>
        <pc:spChg chg="mod">
          <ac:chgData name="Francisco Gatica" userId="e84b4d5513d84ff2" providerId="LiveId" clId="{7D986373-8A35-469F-A025-72816300EFC6}" dt="2023-12-08T01:12:21.541" v="460" actId="313"/>
          <ac:spMkLst>
            <pc:docMk/>
            <pc:sldMk cId="4032584319" sldId="264"/>
            <ac:spMk id="3" creationId="{96B973AC-262D-E5FE-DC8D-F870667418D2}"/>
          </ac:spMkLst>
        </pc:spChg>
      </pc:sldChg>
      <pc:sldChg chg="modSp mod">
        <pc:chgData name="Francisco Gatica" userId="e84b4d5513d84ff2" providerId="LiveId" clId="{7D986373-8A35-469F-A025-72816300EFC6}" dt="2023-12-08T01:06:31.397" v="400" actId="20577"/>
        <pc:sldMkLst>
          <pc:docMk/>
          <pc:sldMk cId="1206097451" sldId="265"/>
        </pc:sldMkLst>
        <pc:spChg chg="mod">
          <ac:chgData name="Francisco Gatica" userId="e84b4d5513d84ff2" providerId="LiveId" clId="{7D986373-8A35-469F-A025-72816300EFC6}" dt="2023-12-08T01:06:01.545" v="385" actId="255"/>
          <ac:spMkLst>
            <pc:docMk/>
            <pc:sldMk cId="1206097451" sldId="265"/>
            <ac:spMk id="2" creationId="{C32A4636-A98D-455C-A1A7-D7A185CD2420}"/>
          </ac:spMkLst>
        </pc:spChg>
        <pc:spChg chg="mod">
          <ac:chgData name="Francisco Gatica" userId="e84b4d5513d84ff2" providerId="LiveId" clId="{7D986373-8A35-469F-A025-72816300EFC6}" dt="2023-12-08T01:06:31.397" v="400" actId="20577"/>
          <ac:spMkLst>
            <pc:docMk/>
            <pc:sldMk cId="1206097451" sldId="265"/>
            <ac:spMk id="3" creationId="{AFF66BDF-C52D-8533-B491-5070D7EFCF4B}"/>
          </ac:spMkLst>
        </pc:spChg>
      </pc:sldChg>
      <pc:sldChg chg="modSp mod">
        <pc:chgData name="Francisco Gatica" userId="e84b4d5513d84ff2" providerId="LiveId" clId="{7D986373-8A35-469F-A025-72816300EFC6}" dt="2023-12-08T01:12:58.059" v="478" actId="20577"/>
        <pc:sldMkLst>
          <pc:docMk/>
          <pc:sldMk cId="2514930511" sldId="266"/>
        </pc:sldMkLst>
        <pc:spChg chg="mod">
          <ac:chgData name="Francisco Gatica" userId="e84b4d5513d84ff2" providerId="LiveId" clId="{7D986373-8A35-469F-A025-72816300EFC6}" dt="2023-12-08T01:12:58.059" v="478" actId="20577"/>
          <ac:spMkLst>
            <pc:docMk/>
            <pc:sldMk cId="2514930511" sldId="266"/>
            <ac:spMk id="3" creationId="{E4578A21-8DE3-607C-0964-B399B9531F72}"/>
          </ac:spMkLst>
        </pc:spChg>
      </pc:sldChg>
      <pc:sldChg chg="modSp mod">
        <pc:chgData name="Francisco Gatica" userId="e84b4d5513d84ff2" providerId="LiveId" clId="{7D986373-8A35-469F-A025-72816300EFC6}" dt="2023-12-08T01:13:38.351" v="491" actId="313"/>
        <pc:sldMkLst>
          <pc:docMk/>
          <pc:sldMk cId="3700055762" sldId="267"/>
        </pc:sldMkLst>
        <pc:spChg chg="mod">
          <ac:chgData name="Francisco Gatica" userId="e84b4d5513d84ff2" providerId="LiveId" clId="{7D986373-8A35-469F-A025-72816300EFC6}" dt="2023-12-08T01:05:48.012" v="384" actId="255"/>
          <ac:spMkLst>
            <pc:docMk/>
            <pc:sldMk cId="3700055762" sldId="267"/>
            <ac:spMk id="2" creationId="{8500C265-3E64-FEBC-807A-3ADF4D8C57BD}"/>
          </ac:spMkLst>
        </pc:spChg>
        <pc:spChg chg="mod">
          <ac:chgData name="Francisco Gatica" userId="e84b4d5513d84ff2" providerId="LiveId" clId="{7D986373-8A35-469F-A025-72816300EFC6}" dt="2023-12-08T01:13:38.351" v="491" actId="313"/>
          <ac:spMkLst>
            <pc:docMk/>
            <pc:sldMk cId="3700055762" sldId="267"/>
            <ac:spMk id="3" creationId="{EDA75636-A3EF-B71B-BFFF-7BEC6CCD7C68}"/>
          </ac:spMkLst>
        </pc:spChg>
      </pc:sldChg>
      <pc:sldChg chg="modSp mod">
        <pc:chgData name="Francisco Gatica" userId="e84b4d5513d84ff2" providerId="LiveId" clId="{7D986373-8A35-469F-A025-72816300EFC6}" dt="2023-12-08T01:07:58.314" v="410" actId="313"/>
        <pc:sldMkLst>
          <pc:docMk/>
          <pc:sldMk cId="142857365" sldId="269"/>
        </pc:sldMkLst>
        <pc:spChg chg="mod">
          <ac:chgData name="Francisco Gatica" userId="e84b4d5513d84ff2" providerId="LiveId" clId="{7D986373-8A35-469F-A025-72816300EFC6}" dt="2023-12-08T01:07:55.672" v="409" actId="255"/>
          <ac:spMkLst>
            <pc:docMk/>
            <pc:sldMk cId="142857365" sldId="269"/>
            <ac:spMk id="2" creationId="{F103D236-5DE1-D5CF-D8E0-31DB2166183E}"/>
          </ac:spMkLst>
        </pc:spChg>
        <pc:spChg chg="mod">
          <ac:chgData name="Francisco Gatica" userId="e84b4d5513d84ff2" providerId="LiveId" clId="{7D986373-8A35-469F-A025-72816300EFC6}" dt="2023-12-08T01:07:58.314" v="410" actId="313"/>
          <ac:spMkLst>
            <pc:docMk/>
            <pc:sldMk cId="142857365" sldId="269"/>
            <ac:spMk id="3" creationId="{CB673AAD-B2A9-8F57-F6D2-FEB5EDF30DB6}"/>
          </ac:spMkLst>
        </pc:spChg>
      </pc:sldChg>
      <pc:sldChg chg="modSp mod">
        <pc:chgData name="Francisco Gatica" userId="e84b4d5513d84ff2" providerId="LiveId" clId="{7D986373-8A35-469F-A025-72816300EFC6}" dt="2023-12-08T01:08:33.732" v="416" actId="20577"/>
        <pc:sldMkLst>
          <pc:docMk/>
          <pc:sldMk cId="1983948309" sldId="270"/>
        </pc:sldMkLst>
        <pc:spChg chg="mod">
          <ac:chgData name="Francisco Gatica" userId="e84b4d5513d84ff2" providerId="LiveId" clId="{7D986373-8A35-469F-A025-72816300EFC6}" dt="2023-12-08T01:08:33.732" v="416" actId="20577"/>
          <ac:spMkLst>
            <pc:docMk/>
            <pc:sldMk cId="1983948309" sldId="270"/>
            <ac:spMk id="2" creationId="{B917A802-0FEF-0536-E531-AD858B550EAF}"/>
          </ac:spMkLst>
        </pc:spChg>
        <pc:spChg chg="mod">
          <ac:chgData name="Francisco Gatica" userId="e84b4d5513d84ff2" providerId="LiveId" clId="{7D986373-8A35-469F-A025-72816300EFC6}" dt="2023-12-08T01:08:26.010" v="414" actId="27636"/>
          <ac:spMkLst>
            <pc:docMk/>
            <pc:sldMk cId="1983948309" sldId="270"/>
            <ac:spMk id="3" creationId="{B8BBEC7F-EC1F-9FA3-BF7D-D5FC06E154C4}"/>
          </ac:spMkLst>
        </pc:spChg>
      </pc:sldChg>
      <pc:sldChg chg="modSp mod">
        <pc:chgData name="Francisco Gatica" userId="e84b4d5513d84ff2" providerId="LiveId" clId="{7D986373-8A35-469F-A025-72816300EFC6}" dt="2023-12-08T01:06:48.393" v="402" actId="255"/>
        <pc:sldMkLst>
          <pc:docMk/>
          <pc:sldMk cId="3057836542" sldId="271"/>
        </pc:sldMkLst>
        <pc:spChg chg="mod">
          <ac:chgData name="Francisco Gatica" userId="e84b4d5513d84ff2" providerId="LiveId" clId="{7D986373-8A35-469F-A025-72816300EFC6}" dt="2023-12-08T01:06:48.393" v="402" actId="255"/>
          <ac:spMkLst>
            <pc:docMk/>
            <pc:sldMk cId="3057836542" sldId="271"/>
            <ac:spMk id="2" creationId="{822B547C-A269-4A46-FFDE-B3A7C824BFC3}"/>
          </ac:spMkLst>
        </pc:spChg>
      </pc:sldChg>
      <pc:sldChg chg="addSp delSp modSp new mod">
        <pc:chgData name="Francisco Gatica" userId="e84b4d5513d84ff2" providerId="LiveId" clId="{7D986373-8A35-469F-A025-72816300EFC6}" dt="2023-12-08T00:28:00.844" v="10" actId="14100"/>
        <pc:sldMkLst>
          <pc:docMk/>
          <pc:sldMk cId="150612469" sldId="272"/>
        </pc:sldMkLst>
        <pc:spChg chg="del">
          <ac:chgData name="Francisco Gatica" userId="e84b4d5513d84ff2" providerId="LiveId" clId="{7D986373-8A35-469F-A025-72816300EFC6}" dt="2023-12-08T00:27:43.713" v="6" actId="21"/>
          <ac:spMkLst>
            <pc:docMk/>
            <pc:sldMk cId="150612469" sldId="272"/>
            <ac:spMk id="2" creationId="{D6604844-1C1F-13D7-3DE6-FBA1D6238B3B}"/>
          </ac:spMkLst>
        </pc:spChg>
        <pc:spChg chg="del">
          <ac:chgData name="Francisco Gatica" userId="e84b4d5513d84ff2" providerId="LiveId" clId="{7D986373-8A35-469F-A025-72816300EFC6}" dt="2023-12-08T00:27:23.345" v="1"/>
          <ac:spMkLst>
            <pc:docMk/>
            <pc:sldMk cId="150612469" sldId="272"/>
            <ac:spMk id="3" creationId="{3D2E4F15-00F2-3EEC-32C4-17F94E63FD01}"/>
          </ac:spMkLst>
        </pc:spChg>
        <pc:picChg chg="add mod">
          <ac:chgData name="Francisco Gatica" userId="e84b4d5513d84ff2" providerId="LiveId" clId="{7D986373-8A35-469F-A025-72816300EFC6}" dt="2023-12-08T00:28:00.844" v="10" actId="14100"/>
          <ac:picMkLst>
            <pc:docMk/>
            <pc:sldMk cId="150612469" sldId="272"/>
            <ac:picMk id="4" creationId="{92AA9DDF-1F54-22EE-F82A-EC1B0A2D3FDF}"/>
          </ac:picMkLst>
        </pc:picChg>
      </pc:sldChg>
      <pc:sldChg chg="modSp new mod">
        <pc:chgData name="Francisco Gatica" userId="e84b4d5513d84ff2" providerId="LiveId" clId="{7D986373-8A35-469F-A025-72816300EFC6}" dt="2023-12-08T01:14:27.624" v="492" actId="20577"/>
        <pc:sldMkLst>
          <pc:docMk/>
          <pc:sldMk cId="844121420" sldId="273"/>
        </pc:sldMkLst>
        <pc:spChg chg="mod">
          <ac:chgData name="Francisco Gatica" userId="e84b4d5513d84ff2" providerId="LiveId" clId="{7D986373-8A35-469F-A025-72816300EFC6}" dt="2023-12-08T01:08:57.758" v="419" actId="20577"/>
          <ac:spMkLst>
            <pc:docMk/>
            <pc:sldMk cId="844121420" sldId="273"/>
            <ac:spMk id="2" creationId="{54301288-F804-A90E-1866-BE5522A5FF78}"/>
          </ac:spMkLst>
        </pc:spChg>
        <pc:spChg chg="mod">
          <ac:chgData name="Francisco Gatica" userId="e84b4d5513d84ff2" providerId="LiveId" clId="{7D986373-8A35-469F-A025-72816300EFC6}" dt="2023-12-08T01:14:27.624" v="492" actId="20577"/>
          <ac:spMkLst>
            <pc:docMk/>
            <pc:sldMk cId="844121420" sldId="273"/>
            <ac:spMk id="3" creationId="{D01AAC19-E76C-6D54-18BC-2A5745BD4D27}"/>
          </ac:spMkLst>
        </pc:spChg>
      </pc:sldChg>
      <pc:sldChg chg="addSp delSp modSp new mod">
        <pc:chgData name="Francisco Gatica" userId="e84b4d5513d84ff2" providerId="LiveId" clId="{7D986373-8A35-469F-A025-72816300EFC6}" dt="2023-12-08T00:49:08.212" v="268" actId="208"/>
        <pc:sldMkLst>
          <pc:docMk/>
          <pc:sldMk cId="3574251111" sldId="274"/>
        </pc:sldMkLst>
        <pc:spChg chg="mod">
          <ac:chgData name="Francisco Gatica" userId="e84b4d5513d84ff2" providerId="LiveId" clId="{7D986373-8A35-469F-A025-72816300EFC6}" dt="2023-12-08T00:49:08.212" v="268" actId="208"/>
          <ac:spMkLst>
            <pc:docMk/>
            <pc:sldMk cId="3574251111" sldId="274"/>
            <ac:spMk id="2" creationId="{97230F14-CC6E-9B3C-8B35-A8A006D9406B}"/>
          </ac:spMkLst>
        </pc:spChg>
        <pc:spChg chg="del">
          <ac:chgData name="Francisco Gatica" userId="e84b4d5513d84ff2" providerId="LiveId" clId="{7D986373-8A35-469F-A025-72816300EFC6}" dt="2023-12-08T00:42:15.530" v="169"/>
          <ac:spMkLst>
            <pc:docMk/>
            <pc:sldMk cId="3574251111" sldId="274"/>
            <ac:spMk id="3" creationId="{0DDA2495-D029-C893-0093-F9790C3DAA11}"/>
          </ac:spMkLst>
        </pc:spChg>
        <pc:spChg chg="add mod">
          <ac:chgData name="Francisco Gatica" userId="e84b4d5513d84ff2" providerId="LiveId" clId="{7D986373-8A35-469F-A025-72816300EFC6}" dt="2023-12-08T00:48:52.450" v="265" actId="1076"/>
          <ac:spMkLst>
            <pc:docMk/>
            <pc:sldMk cId="3574251111" sldId="274"/>
            <ac:spMk id="7" creationId="{15EF05C0-D0F2-1754-BD8A-8FC50D815C59}"/>
          </ac:spMkLst>
        </pc:spChg>
        <pc:spChg chg="add mod">
          <ac:chgData name="Francisco Gatica" userId="e84b4d5513d84ff2" providerId="LiveId" clId="{7D986373-8A35-469F-A025-72816300EFC6}" dt="2023-12-08T00:48:55.836" v="266" actId="1076"/>
          <ac:spMkLst>
            <pc:docMk/>
            <pc:sldMk cId="3574251111" sldId="274"/>
            <ac:spMk id="8" creationId="{7EFE9A0B-35DD-7B79-2A84-19B73AF2EE56}"/>
          </ac:spMkLst>
        </pc:spChg>
        <pc:spChg chg="add mod">
          <ac:chgData name="Francisco Gatica" userId="e84b4d5513d84ff2" providerId="LiveId" clId="{7D986373-8A35-469F-A025-72816300EFC6}" dt="2023-12-08T00:49:00.432" v="267" actId="1076"/>
          <ac:spMkLst>
            <pc:docMk/>
            <pc:sldMk cId="3574251111" sldId="274"/>
            <ac:spMk id="9" creationId="{D135DBC0-B11D-32B2-C949-22D69E8D8ED7}"/>
          </ac:spMkLst>
        </pc:spChg>
        <pc:picChg chg="add mod">
          <ac:chgData name="Francisco Gatica" userId="e84b4d5513d84ff2" providerId="LiveId" clId="{7D986373-8A35-469F-A025-72816300EFC6}" dt="2023-12-08T00:48:33.798" v="262" actId="1076"/>
          <ac:picMkLst>
            <pc:docMk/>
            <pc:sldMk cId="3574251111" sldId="274"/>
            <ac:picMk id="4" creationId="{10693970-BEB5-1457-5ECE-E7D449F1DFCD}"/>
          </ac:picMkLst>
        </pc:picChg>
        <pc:picChg chg="add mod">
          <ac:chgData name="Francisco Gatica" userId="e84b4d5513d84ff2" providerId="LiveId" clId="{7D986373-8A35-469F-A025-72816300EFC6}" dt="2023-12-08T00:48:38.426" v="264" actId="1076"/>
          <ac:picMkLst>
            <pc:docMk/>
            <pc:sldMk cId="3574251111" sldId="274"/>
            <ac:picMk id="5" creationId="{B90C8360-34AF-188A-6EEF-FE69FF60EF3C}"/>
          </ac:picMkLst>
        </pc:picChg>
        <pc:picChg chg="add mod">
          <ac:chgData name="Francisco Gatica" userId="e84b4d5513d84ff2" providerId="LiveId" clId="{7D986373-8A35-469F-A025-72816300EFC6}" dt="2023-12-08T00:48:36.336" v="263" actId="1076"/>
          <ac:picMkLst>
            <pc:docMk/>
            <pc:sldMk cId="3574251111" sldId="274"/>
            <ac:picMk id="6" creationId="{F598671F-8BE7-F48E-6670-2410F886C753}"/>
          </ac:picMkLst>
        </pc:picChg>
      </pc:sldChg>
      <pc:sldChg chg="modSp new mod">
        <pc:chgData name="Francisco Gatica" userId="e84b4d5513d84ff2" providerId="LiveId" clId="{7D986373-8A35-469F-A025-72816300EFC6}" dt="2023-12-08T01:09:49.044" v="426" actId="1076"/>
        <pc:sldMkLst>
          <pc:docMk/>
          <pc:sldMk cId="2870646321" sldId="275"/>
        </pc:sldMkLst>
        <pc:spChg chg="mod">
          <ac:chgData name="Francisco Gatica" userId="e84b4d5513d84ff2" providerId="LiveId" clId="{7D986373-8A35-469F-A025-72816300EFC6}" dt="2023-12-08T01:09:49.044" v="426" actId="1076"/>
          <ac:spMkLst>
            <pc:docMk/>
            <pc:sldMk cId="2870646321" sldId="275"/>
            <ac:spMk id="2" creationId="{E2028F45-7920-E162-144F-81E8B2BB6353}"/>
          </ac:spMkLst>
        </pc:spChg>
        <pc:spChg chg="mod">
          <ac:chgData name="Francisco Gatica" userId="e84b4d5513d84ff2" providerId="LiveId" clId="{7D986373-8A35-469F-A025-72816300EFC6}" dt="2023-12-08T01:09:36.691" v="424" actId="20577"/>
          <ac:spMkLst>
            <pc:docMk/>
            <pc:sldMk cId="2870646321" sldId="275"/>
            <ac:spMk id="3" creationId="{51DBCBE9-CC66-7EB3-543D-83D926FC7DF2}"/>
          </ac:spMkLst>
        </pc:sp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3-12-13T08:52:55.554" idx="1">
    <p:pos x="1378" y="1028"/>
    <p:text>construir</p:text>
    <p:extLst>
      <p:ext uri="{C676402C-5697-4E1C-873F-D02D1690AC5C}">
        <p15:threadingInfo xmlns:p15="http://schemas.microsoft.com/office/powerpoint/2012/main" timeZoneBias="180"/>
      </p:ext>
    </p:extLst>
  </p:cm>
  <p:cm authorId="1" dt="2023-12-13T08:54:33.271" idx="2">
    <p:pos x="3974" y="343"/>
    <p:text>mejorar redacción</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2-13T08:55:30.502" idx="3">
    <p:pos x="10" y="10"/>
    <p:text>luego de la problemática agregar el árbol de problemas... después la noción matemática</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2-13T08:57:49.424" idx="4">
    <p:pos x="10" y="10"/>
    <p:text>éstos temas los debe investigar para utilizar en la búsqueda de respuestas a sus preguntas de investigación... para las referencias bibliográficas (APA)</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3-12-13T08:58:46.318" idx="5">
    <p:pos x="10" y="10"/>
    <p:text>le faltan fechas (desde el comienzo del proyecto hasta el fin)</p:text>
    <p:extLst>
      <p:ext uri="{C676402C-5697-4E1C-873F-D02D1690AC5C}">
        <p15:threadingInfo xmlns:p15="http://schemas.microsoft.com/office/powerpoint/2012/main" timeZoneBias="1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3-12-13T09:02:46.125" idx="9">
    <p:pos x="10" y="10"/>
    <p:text>la linkografia debe basarse en APA para agregarlas a las referencias y bibliografías (etapa III)</p:text>
    <p:extLst>
      <p:ext uri="{C676402C-5697-4E1C-873F-D02D1690AC5C}">
        <p15:threadingInfo xmlns:p15="http://schemas.microsoft.com/office/powerpoint/2012/main" timeZoneBias="1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3-12-13T09:00:18.925" idx="6">
    <p:pos x="10" y="10"/>
    <p:text>muy bien!</p:text>
    <p:extLst>
      <p:ext uri="{C676402C-5697-4E1C-873F-D02D1690AC5C}">
        <p15:threadingInfo xmlns:p15="http://schemas.microsoft.com/office/powerpoint/2012/main" timeZoneBias="18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3-12-13T09:00:36.913" idx="7">
    <p:pos x="10" y="10"/>
    <p:text>acá debe incorporar imágenes de software que ustedes como grupo están utilizando en el proceso, es decir, capturas de imágenes de la creación de un repuesto a través de uno o más de estos software.</p:text>
    <p:extLst>
      <p:ext uri="{C676402C-5697-4E1C-873F-D02D1690AC5C}">
        <p15:threadingInfo xmlns:p15="http://schemas.microsoft.com/office/powerpoint/2012/main" timeZoneBias="180"/>
      </p:ext>
    </p:extLst>
  </p:cm>
  <p:cm authorId="1" dt="2023-12-13T09:01:53.590" idx="8">
    <p:pos x="146" y="146"/>
    <p:text>Faltan cálculos matemáticos (relación de la especialidad con la matemática) que no están presentes (más allá de nombrarlos)</p:text>
    <p:extLst>
      <p:ext uri="{C676402C-5697-4E1C-873F-D02D1690AC5C}">
        <p15:threadingInfo xmlns:p15="http://schemas.microsoft.com/office/powerpoint/2012/main" timeZoneBias="180"/>
      </p:ext>
    </p:extLst>
  </p:cm>
</p:cmLst>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75EA6C-EE99-446E-8D64-0A447C73194E}" type="doc">
      <dgm:prSet loTypeId="urn:microsoft.com/office/officeart/2005/8/layout/orgChart1" loCatId="hierarchy" qsTypeId="urn:microsoft.com/office/officeart/2005/8/quickstyle/simple2" qsCatId="simple" csTypeId="urn:microsoft.com/office/officeart/2005/8/colors/colorful4" csCatId="colorful" phldr="1"/>
      <dgm:spPr/>
      <dgm:t>
        <a:bodyPr/>
        <a:lstStyle/>
        <a:p>
          <a:endParaRPr lang="es-ES"/>
        </a:p>
      </dgm:t>
    </dgm:pt>
    <dgm:pt modelId="{756B2631-3AD8-4FC2-8310-5872D3017029}">
      <dgm:prSet phldrT="[Texto]" custT="1"/>
      <dgm:spPr>
        <a:xfrm>
          <a:off x="405" y="969879"/>
          <a:ext cx="1147246" cy="573623"/>
        </a:xfrm>
        <a:prstGeom prst="rect">
          <a:avLst/>
        </a:prstGeom>
        <a:solidFill>
          <a:srgbClr val="5B9BD5">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a:solidFill>
                <a:sysClr val="window" lastClr="FFFFFF"/>
              </a:solidFill>
              <a:latin typeface="Arial" panose="020B0604020202020204" pitchFamily="34" charset="0"/>
              <a:ea typeface="+mn-ea"/>
              <a:cs typeface="Arial" panose="020B0604020202020204" pitchFamily="34" charset="0"/>
            </a:rPr>
            <a:t>Dificultad en la localizacion de piezas </a:t>
          </a:r>
        </a:p>
      </dgm:t>
    </dgm:pt>
    <dgm:pt modelId="{32CB7F1C-B853-4B34-AC59-6DD124D4A5FD}" type="parTrans" cxnId="{EDFABCFB-D5A1-4326-913C-927458933624}">
      <dgm:prSet/>
      <dgm:spPr>
        <a:xfrm>
          <a:off x="574028" y="728958"/>
          <a:ext cx="2776335" cy="240921"/>
        </a:xfrm>
        <a:custGeom>
          <a:avLst/>
          <a:gdLst/>
          <a:ahLst/>
          <a:cxnLst/>
          <a:rect l="0" t="0" r="0" b="0"/>
          <a:pathLst>
            <a:path>
              <a:moveTo>
                <a:pt x="2776335" y="0"/>
              </a:moveTo>
              <a:lnTo>
                <a:pt x="2776335" y="120460"/>
              </a:lnTo>
              <a:lnTo>
                <a:pt x="0" y="120460"/>
              </a:lnTo>
              <a:lnTo>
                <a:pt x="0" y="240921"/>
              </a:lnTo>
            </a:path>
          </a:pathLst>
        </a:custGeom>
        <a:noFill/>
        <a:ln w="12700" cap="flat" cmpd="sng" algn="ctr">
          <a:solidFill>
            <a:srgbClr val="5B9BD5">
              <a:hueOff val="0"/>
              <a:satOff val="0"/>
              <a:lumOff val="0"/>
              <a:alphaOff val="0"/>
            </a:srgbClr>
          </a:solidFill>
          <a:prstDash val="solid"/>
          <a:miter lim="800000"/>
        </a:ln>
        <a:effectLst/>
      </dgm:spPr>
      <dgm:t>
        <a:bodyPr/>
        <a:lstStyle/>
        <a:p>
          <a:endParaRPr lang="es-ES"/>
        </a:p>
      </dgm:t>
    </dgm:pt>
    <dgm:pt modelId="{75FB2D18-C147-4FB6-97F6-97C16063D036}" type="sibTrans" cxnId="{EDFABCFB-D5A1-4326-913C-927458933624}">
      <dgm:prSet/>
      <dgm:spPr/>
      <dgm:t>
        <a:bodyPr/>
        <a:lstStyle/>
        <a:p>
          <a:endParaRPr lang="es-ES"/>
        </a:p>
      </dgm:t>
    </dgm:pt>
    <dgm:pt modelId="{7F430F73-A63B-4FB9-B41B-B062FA97BF4B}">
      <dgm:prSet phldrT="[Texto]" custT="1"/>
      <dgm:spPr>
        <a:xfrm>
          <a:off x="1388573" y="969879"/>
          <a:ext cx="1147246" cy="573623"/>
        </a:xfrm>
        <a:prstGeom prst="rect">
          <a:avLst/>
        </a:prstGeom>
        <a:solidFill>
          <a:srgbClr val="5B9BD5">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a:solidFill>
                <a:sysClr val="window" lastClr="FFFFFF"/>
              </a:solidFill>
              <a:latin typeface="Arial" panose="020B0604020202020204" pitchFamily="34" charset="0"/>
              <a:ea typeface="+mn-ea"/>
              <a:cs typeface="Arial" panose="020B0604020202020204" pitchFamily="34" charset="0"/>
            </a:rPr>
            <a:t>Desvalorización del vehículo</a:t>
          </a:r>
        </a:p>
      </dgm:t>
    </dgm:pt>
    <dgm:pt modelId="{E559717C-02A6-4F36-8420-62A2C6A78131}" type="parTrans" cxnId="{2CDE338E-19F5-4AC2-9F48-0BE3828D9957}">
      <dgm:prSet/>
      <dgm:spPr>
        <a:xfrm>
          <a:off x="1962196" y="728958"/>
          <a:ext cx="1388167" cy="240921"/>
        </a:xfrm>
        <a:custGeom>
          <a:avLst/>
          <a:gdLst/>
          <a:ahLst/>
          <a:cxnLst/>
          <a:rect l="0" t="0" r="0" b="0"/>
          <a:pathLst>
            <a:path>
              <a:moveTo>
                <a:pt x="1388167" y="0"/>
              </a:moveTo>
              <a:lnTo>
                <a:pt x="1388167" y="120460"/>
              </a:lnTo>
              <a:lnTo>
                <a:pt x="0" y="120460"/>
              </a:lnTo>
              <a:lnTo>
                <a:pt x="0" y="240921"/>
              </a:lnTo>
            </a:path>
          </a:pathLst>
        </a:custGeom>
        <a:noFill/>
        <a:ln w="12700" cap="flat" cmpd="sng" algn="ctr">
          <a:solidFill>
            <a:srgbClr val="5B9BD5">
              <a:hueOff val="0"/>
              <a:satOff val="0"/>
              <a:lumOff val="0"/>
              <a:alphaOff val="0"/>
            </a:srgbClr>
          </a:solidFill>
          <a:prstDash val="solid"/>
          <a:miter lim="800000"/>
        </a:ln>
        <a:effectLst/>
      </dgm:spPr>
      <dgm:t>
        <a:bodyPr/>
        <a:lstStyle/>
        <a:p>
          <a:endParaRPr lang="es-ES"/>
        </a:p>
      </dgm:t>
    </dgm:pt>
    <dgm:pt modelId="{4523D89D-4841-4C24-9E65-33106C191C38}" type="sibTrans" cxnId="{2CDE338E-19F5-4AC2-9F48-0BE3828D9957}">
      <dgm:prSet/>
      <dgm:spPr/>
      <dgm:t>
        <a:bodyPr/>
        <a:lstStyle/>
        <a:p>
          <a:endParaRPr lang="es-ES"/>
        </a:p>
      </dgm:t>
    </dgm:pt>
    <dgm:pt modelId="{DD7C0E40-3933-4193-90AB-3AE568979702}">
      <dgm:prSet phldrT="[Texto]" custT="1"/>
      <dgm:spPr>
        <a:xfrm>
          <a:off x="2776741" y="969879"/>
          <a:ext cx="1147246" cy="573623"/>
        </a:xfrm>
        <a:prstGeom prst="rect">
          <a:avLst/>
        </a:prstGeom>
        <a:solidFill>
          <a:srgbClr val="5B9BD5">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a:solidFill>
                <a:sysClr val="window" lastClr="FFFFFF"/>
              </a:solidFill>
              <a:latin typeface="Arial" panose="020B0604020202020204" pitchFamily="34" charset="0"/>
              <a:ea typeface="+mn-ea"/>
              <a:cs typeface="Arial" panose="020B0604020202020204" pitchFamily="34" charset="0"/>
            </a:rPr>
            <a:t>Tiempo de inactividad prolongado </a:t>
          </a:r>
        </a:p>
      </dgm:t>
    </dgm:pt>
    <dgm:pt modelId="{B7CC5715-6903-4696-8F18-C18F981A0327}" type="parTrans" cxnId="{8FB652F1-CDA9-4BDF-9B10-756619057778}">
      <dgm:prSet/>
      <dgm:spPr>
        <a:xfrm>
          <a:off x="3304644" y="728958"/>
          <a:ext cx="91440" cy="240921"/>
        </a:xfrm>
        <a:custGeom>
          <a:avLst/>
          <a:gdLst/>
          <a:ahLst/>
          <a:cxnLst/>
          <a:rect l="0" t="0" r="0" b="0"/>
          <a:pathLst>
            <a:path>
              <a:moveTo>
                <a:pt x="45720" y="0"/>
              </a:moveTo>
              <a:lnTo>
                <a:pt x="45720" y="240921"/>
              </a:lnTo>
            </a:path>
          </a:pathLst>
        </a:custGeom>
        <a:noFill/>
        <a:ln w="12700" cap="flat" cmpd="sng" algn="ctr">
          <a:solidFill>
            <a:srgbClr val="5B9BD5">
              <a:hueOff val="0"/>
              <a:satOff val="0"/>
              <a:lumOff val="0"/>
              <a:alphaOff val="0"/>
            </a:srgbClr>
          </a:solidFill>
          <a:prstDash val="solid"/>
          <a:miter lim="800000"/>
        </a:ln>
        <a:effectLst/>
      </dgm:spPr>
      <dgm:t>
        <a:bodyPr/>
        <a:lstStyle/>
        <a:p>
          <a:endParaRPr lang="es-ES"/>
        </a:p>
      </dgm:t>
    </dgm:pt>
    <dgm:pt modelId="{69363DF9-EC87-4C38-92C0-35D3919CC15B}" type="sibTrans" cxnId="{8FB652F1-CDA9-4BDF-9B10-756619057778}">
      <dgm:prSet/>
      <dgm:spPr/>
      <dgm:t>
        <a:bodyPr/>
        <a:lstStyle/>
        <a:p>
          <a:endParaRPr lang="es-ES"/>
        </a:p>
      </dgm:t>
    </dgm:pt>
    <dgm:pt modelId="{CF498F9A-5784-4827-8ACF-E1FCBDE49375}">
      <dgm:prSet custT="1"/>
      <dgm:spPr>
        <a:xfrm>
          <a:off x="4164909" y="969879"/>
          <a:ext cx="1147246" cy="573623"/>
        </a:xfrm>
        <a:prstGeom prst="rect">
          <a:avLst/>
        </a:prstGeom>
        <a:solidFill>
          <a:srgbClr val="5B9BD5">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a:solidFill>
                <a:sysClr val="window" lastClr="FFFFFF"/>
              </a:solidFill>
              <a:latin typeface="Arial" panose="020B0604020202020204" pitchFamily="34" charset="0"/>
              <a:ea typeface="+mn-ea"/>
              <a:cs typeface="Arial" panose="020B0604020202020204" pitchFamily="34" charset="0"/>
            </a:rPr>
            <a:t>Aumento del costo de reparacion </a:t>
          </a:r>
        </a:p>
      </dgm:t>
    </dgm:pt>
    <dgm:pt modelId="{69296FD9-863E-49C8-B277-259E17F8F11C}" type="parTrans" cxnId="{4C3BFE85-A125-4975-AA60-87CAC1FFD4F3}">
      <dgm:prSet/>
      <dgm:spPr>
        <a:xfrm>
          <a:off x="3350364" y="728958"/>
          <a:ext cx="1388167" cy="240921"/>
        </a:xfrm>
        <a:custGeom>
          <a:avLst/>
          <a:gdLst/>
          <a:ahLst/>
          <a:cxnLst/>
          <a:rect l="0" t="0" r="0" b="0"/>
          <a:pathLst>
            <a:path>
              <a:moveTo>
                <a:pt x="0" y="0"/>
              </a:moveTo>
              <a:lnTo>
                <a:pt x="0" y="120460"/>
              </a:lnTo>
              <a:lnTo>
                <a:pt x="1388167" y="120460"/>
              </a:lnTo>
              <a:lnTo>
                <a:pt x="1388167" y="240921"/>
              </a:lnTo>
            </a:path>
          </a:pathLst>
        </a:custGeom>
        <a:noFill/>
        <a:ln w="12700" cap="flat" cmpd="sng" algn="ctr">
          <a:solidFill>
            <a:srgbClr val="5B9BD5">
              <a:hueOff val="0"/>
              <a:satOff val="0"/>
              <a:lumOff val="0"/>
              <a:alphaOff val="0"/>
            </a:srgbClr>
          </a:solidFill>
          <a:prstDash val="solid"/>
          <a:miter lim="800000"/>
        </a:ln>
        <a:effectLst/>
      </dgm:spPr>
      <dgm:t>
        <a:bodyPr/>
        <a:lstStyle/>
        <a:p>
          <a:endParaRPr lang="es-ES"/>
        </a:p>
      </dgm:t>
    </dgm:pt>
    <dgm:pt modelId="{08DAC259-2CD3-419B-AB70-43ADC0076E3B}" type="sibTrans" cxnId="{4C3BFE85-A125-4975-AA60-87CAC1FFD4F3}">
      <dgm:prSet/>
      <dgm:spPr/>
      <dgm:t>
        <a:bodyPr/>
        <a:lstStyle/>
        <a:p>
          <a:endParaRPr lang="es-ES"/>
        </a:p>
      </dgm:t>
    </dgm:pt>
    <dgm:pt modelId="{A25C4E95-DADC-413B-8981-9141C365591A}">
      <dgm:prSet custT="1"/>
      <dgm:spPr>
        <a:xfrm>
          <a:off x="4451720" y="1784424"/>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a:solidFill>
                <a:sysClr val="window" lastClr="FFFFFF"/>
              </a:solidFill>
              <a:latin typeface="Arial" panose="020B0604020202020204" pitchFamily="34" charset="0"/>
              <a:ea typeface="+mn-ea"/>
              <a:cs typeface="Arial" panose="020B0604020202020204" pitchFamily="34" charset="0"/>
            </a:rPr>
            <a:t>Costos adicionales</a:t>
          </a:r>
        </a:p>
      </dgm:t>
    </dgm:pt>
    <dgm:pt modelId="{558706C2-B3D6-4E83-A03B-F9CEB7518D99}" type="parTrans" cxnId="{741C8E22-B19C-4854-906A-0135D1E67270}">
      <dgm:prSet/>
      <dgm:spPr>
        <a:xfrm>
          <a:off x="4279633" y="1543503"/>
          <a:ext cx="172086" cy="527733"/>
        </a:xfrm>
        <a:custGeom>
          <a:avLst/>
          <a:gdLst/>
          <a:ahLst/>
          <a:cxnLst/>
          <a:rect l="0" t="0" r="0" b="0"/>
          <a:pathLst>
            <a:path>
              <a:moveTo>
                <a:pt x="0" y="0"/>
              </a:moveTo>
              <a:lnTo>
                <a:pt x="0" y="527733"/>
              </a:lnTo>
              <a:lnTo>
                <a:pt x="172086" y="527733"/>
              </a:lnTo>
            </a:path>
          </a:pathLst>
        </a:custGeom>
        <a:noFill/>
        <a:ln w="12700" cap="flat" cmpd="sng" algn="ctr">
          <a:solidFill>
            <a:srgbClr val="70AD47">
              <a:hueOff val="0"/>
              <a:satOff val="0"/>
              <a:lumOff val="0"/>
              <a:alphaOff val="0"/>
            </a:srgbClr>
          </a:solidFill>
          <a:prstDash val="solid"/>
          <a:miter lim="800000"/>
        </a:ln>
        <a:effectLst/>
      </dgm:spPr>
      <dgm:t>
        <a:bodyPr/>
        <a:lstStyle/>
        <a:p>
          <a:endParaRPr lang="es-ES"/>
        </a:p>
      </dgm:t>
    </dgm:pt>
    <dgm:pt modelId="{2B914FB8-B990-40F7-B7DE-76C533AE2A53}" type="sibTrans" cxnId="{741C8E22-B19C-4854-906A-0135D1E67270}">
      <dgm:prSet/>
      <dgm:spPr/>
      <dgm:t>
        <a:bodyPr/>
        <a:lstStyle/>
        <a:p>
          <a:endParaRPr lang="es-ES"/>
        </a:p>
      </dgm:t>
    </dgm:pt>
    <dgm:pt modelId="{D2CEFBAC-42C7-420D-9149-6893F52F97C0}">
      <dgm:prSet custT="1"/>
      <dgm:spPr>
        <a:xfrm>
          <a:off x="5553077" y="969879"/>
          <a:ext cx="1147246" cy="573623"/>
        </a:xfrm>
        <a:prstGeom prst="rect">
          <a:avLst/>
        </a:prstGeom>
        <a:solidFill>
          <a:srgbClr val="5B9BD5">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a:solidFill>
                <a:sysClr val="window" lastClr="FFFFFF"/>
              </a:solidFill>
              <a:latin typeface="Arial" panose="020B0604020202020204" pitchFamily="34" charset="0"/>
              <a:ea typeface="+mn-ea"/>
              <a:cs typeface="Arial" panose="020B0604020202020204" pitchFamily="34" charset="0"/>
            </a:rPr>
            <a:t>Riesgo de daños adicional </a:t>
          </a:r>
        </a:p>
      </dgm:t>
    </dgm:pt>
    <dgm:pt modelId="{9B606A40-D22E-42F1-BA47-62EA656DF333}" type="parTrans" cxnId="{7E151EAD-D86F-4F61-8E1D-C46F7BE8F9E0}">
      <dgm:prSet/>
      <dgm:spPr>
        <a:xfrm>
          <a:off x="3350364" y="728958"/>
          <a:ext cx="2776335" cy="240921"/>
        </a:xfrm>
        <a:custGeom>
          <a:avLst/>
          <a:gdLst/>
          <a:ahLst/>
          <a:cxnLst/>
          <a:rect l="0" t="0" r="0" b="0"/>
          <a:pathLst>
            <a:path>
              <a:moveTo>
                <a:pt x="0" y="0"/>
              </a:moveTo>
              <a:lnTo>
                <a:pt x="0" y="120460"/>
              </a:lnTo>
              <a:lnTo>
                <a:pt x="2776335" y="120460"/>
              </a:lnTo>
              <a:lnTo>
                <a:pt x="2776335" y="240921"/>
              </a:lnTo>
            </a:path>
          </a:pathLst>
        </a:custGeom>
        <a:noFill/>
        <a:ln w="12700" cap="flat" cmpd="sng" algn="ctr">
          <a:solidFill>
            <a:srgbClr val="5B9BD5">
              <a:hueOff val="0"/>
              <a:satOff val="0"/>
              <a:lumOff val="0"/>
              <a:alphaOff val="0"/>
            </a:srgbClr>
          </a:solidFill>
          <a:prstDash val="solid"/>
          <a:miter lim="800000"/>
        </a:ln>
        <a:effectLst/>
      </dgm:spPr>
      <dgm:t>
        <a:bodyPr/>
        <a:lstStyle/>
        <a:p>
          <a:endParaRPr lang="es-ES"/>
        </a:p>
      </dgm:t>
    </dgm:pt>
    <dgm:pt modelId="{E1646A0D-88FC-4DC5-BCE8-25D92E5F0B9A}" type="sibTrans" cxnId="{7E151EAD-D86F-4F61-8E1D-C46F7BE8F9E0}">
      <dgm:prSet/>
      <dgm:spPr/>
      <dgm:t>
        <a:bodyPr/>
        <a:lstStyle/>
        <a:p>
          <a:endParaRPr lang="es-ES"/>
        </a:p>
      </dgm:t>
    </dgm:pt>
    <dgm:pt modelId="{98FBB7BB-8DDF-4C0F-8525-58D72FF1D62C}">
      <dgm:prSet phldrT="[Texto]" custT="1"/>
      <dgm:spPr>
        <a:xfrm>
          <a:off x="2646230" y="27807"/>
          <a:ext cx="1408267" cy="701151"/>
        </a:xfrm>
        <a:prstGeom prst="rect">
          <a:avLst/>
        </a:prstGeom>
        <a:solidFill>
          <a:srgbClr val="A5A5A5">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a:solidFill>
                <a:sysClr val="window" lastClr="FFFFFF"/>
              </a:solidFill>
              <a:latin typeface="Arial" panose="020B0604020202020204" pitchFamily="34" charset="0"/>
              <a:ea typeface="+mn-ea"/>
              <a:cs typeface="Arial" panose="020B0604020202020204" pitchFamily="34" charset="0"/>
            </a:rPr>
            <a:t>Falta de Repuestos o Repuestos descontinuados </a:t>
          </a:r>
        </a:p>
      </dgm:t>
    </dgm:pt>
    <dgm:pt modelId="{34D0F832-1F6B-42B4-8A06-F5980DA6D6AE}" type="sibTrans" cxnId="{0BC61CB3-EB73-4BF2-AD9A-F8F309068C4C}">
      <dgm:prSet/>
      <dgm:spPr/>
      <dgm:t>
        <a:bodyPr/>
        <a:lstStyle/>
        <a:p>
          <a:endParaRPr lang="es-ES"/>
        </a:p>
      </dgm:t>
    </dgm:pt>
    <dgm:pt modelId="{BD8BA7CF-BA93-49F6-818F-60747B0811E0}" type="parTrans" cxnId="{0BC61CB3-EB73-4BF2-AD9A-F8F309068C4C}">
      <dgm:prSet/>
      <dgm:spPr/>
      <dgm:t>
        <a:bodyPr/>
        <a:lstStyle/>
        <a:p>
          <a:endParaRPr lang="es-ES"/>
        </a:p>
      </dgm:t>
    </dgm:pt>
    <dgm:pt modelId="{F7A29DC7-022B-40D7-9A9B-C3090BB2248E}">
      <dgm:prSet custT="1"/>
      <dgm:spPr>
        <a:xfrm>
          <a:off x="287216" y="1784424"/>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a:solidFill>
                <a:sysClr val="window" lastClr="FFFFFF"/>
              </a:solidFill>
              <a:latin typeface="Arial" panose="020B0604020202020204" pitchFamily="34" charset="0"/>
              <a:ea typeface="+mn-ea"/>
              <a:cs typeface="Arial" panose="020B0604020202020204" pitchFamily="34" charset="0"/>
            </a:rPr>
            <a:t>Frustracion del propietario </a:t>
          </a:r>
        </a:p>
      </dgm:t>
    </dgm:pt>
    <dgm:pt modelId="{EFD3B839-37C3-4265-83A0-05108515F006}" type="parTrans" cxnId="{1072576D-8755-42CE-AD2F-4BC370C94467}">
      <dgm:prSet/>
      <dgm:spPr>
        <a:xfrm>
          <a:off x="115129" y="1543503"/>
          <a:ext cx="172086" cy="527733"/>
        </a:xfrm>
        <a:custGeom>
          <a:avLst/>
          <a:gdLst/>
          <a:ahLst/>
          <a:cxnLst/>
          <a:rect l="0" t="0" r="0" b="0"/>
          <a:pathLst>
            <a:path>
              <a:moveTo>
                <a:pt x="0" y="0"/>
              </a:moveTo>
              <a:lnTo>
                <a:pt x="0" y="527733"/>
              </a:lnTo>
              <a:lnTo>
                <a:pt x="172086" y="527733"/>
              </a:lnTo>
            </a:path>
          </a:pathLst>
        </a:custGeom>
        <a:noFill/>
        <a:ln w="12700" cap="flat" cmpd="sng" algn="ctr">
          <a:solidFill>
            <a:srgbClr val="70AD47">
              <a:hueOff val="0"/>
              <a:satOff val="0"/>
              <a:lumOff val="0"/>
              <a:alphaOff val="0"/>
            </a:srgbClr>
          </a:solidFill>
          <a:prstDash val="solid"/>
          <a:miter lim="800000"/>
        </a:ln>
        <a:effectLst/>
      </dgm:spPr>
      <dgm:t>
        <a:bodyPr/>
        <a:lstStyle/>
        <a:p>
          <a:endParaRPr lang="es-ES"/>
        </a:p>
      </dgm:t>
    </dgm:pt>
    <dgm:pt modelId="{6C05E05F-874B-4660-BFFD-108FAC8E41D3}" type="sibTrans" cxnId="{1072576D-8755-42CE-AD2F-4BC370C94467}">
      <dgm:prSet/>
      <dgm:spPr/>
      <dgm:t>
        <a:bodyPr/>
        <a:lstStyle/>
        <a:p>
          <a:endParaRPr lang="es-ES"/>
        </a:p>
      </dgm:t>
    </dgm:pt>
    <dgm:pt modelId="{1F232F4E-627E-4C7A-B588-713B4BCB8D5D}">
      <dgm:prSet custT="1"/>
      <dgm:spPr>
        <a:xfrm>
          <a:off x="287216" y="2598969"/>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a:solidFill>
                <a:sysClr val="window" lastClr="FFFFFF"/>
              </a:solidFill>
              <a:latin typeface="Arial" panose="020B0604020202020204" pitchFamily="34" charset="0"/>
              <a:ea typeface="+mn-ea"/>
              <a:cs typeface="Arial" panose="020B0604020202020204" pitchFamily="34" charset="0"/>
            </a:rPr>
            <a:t>Desgaste </a:t>
          </a:r>
        </a:p>
        <a:p>
          <a:pPr>
            <a:buNone/>
          </a:pPr>
          <a:r>
            <a:rPr lang="es-ES" sz="1200">
              <a:solidFill>
                <a:sysClr val="window" lastClr="FFFFFF"/>
              </a:solidFill>
              <a:latin typeface="Arial" panose="020B0604020202020204" pitchFamily="34" charset="0"/>
              <a:ea typeface="+mn-ea"/>
              <a:cs typeface="Arial" panose="020B0604020202020204" pitchFamily="34" charset="0"/>
            </a:rPr>
            <a:t>adicional </a:t>
          </a:r>
        </a:p>
      </dgm:t>
    </dgm:pt>
    <dgm:pt modelId="{5734FF65-3713-422E-9273-9AF081E454F1}" type="parTrans" cxnId="{DC5367E7-E8F5-444A-97B4-1E418D579074}">
      <dgm:prSet/>
      <dgm:spPr>
        <a:xfrm>
          <a:off x="115129" y="1543503"/>
          <a:ext cx="172086" cy="1342278"/>
        </a:xfrm>
        <a:custGeom>
          <a:avLst/>
          <a:gdLst/>
          <a:ahLst/>
          <a:cxnLst/>
          <a:rect l="0" t="0" r="0" b="0"/>
          <a:pathLst>
            <a:path>
              <a:moveTo>
                <a:pt x="0" y="0"/>
              </a:moveTo>
              <a:lnTo>
                <a:pt x="0" y="1342278"/>
              </a:lnTo>
              <a:lnTo>
                <a:pt x="172086" y="1342278"/>
              </a:lnTo>
            </a:path>
          </a:pathLst>
        </a:custGeom>
        <a:noFill/>
        <a:ln w="12700" cap="flat" cmpd="sng" algn="ctr">
          <a:solidFill>
            <a:srgbClr val="70AD47">
              <a:hueOff val="0"/>
              <a:satOff val="0"/>
              <a:lumOff val="0"/>
              <a:alphaOff val="0"/>
            </a:srgbClr>
          </a:solidFill>
          <a:prstDash val="solid"/>
          <a:miter lim="800000"/>
        </a:ln>
        <a:effectLst/>
      </dgm:spPr>
      <dgm:t>
        <a:bodyPr/>
        <a:lstStyle/>
        <a:p>
          <a:endParaRPr lang="es-ES"/>
        </a:p>
      </dgm:t>
    </dgm:pt>
    <dgm:pt modelId="{5D7559D6-79F7-4E46-B6BF-CE0030775561}" type="sibTrans" cxnId="{DC5367E7-E8F5-444A-97B4-1E418D579074}">
      <dgm:prSet/>
      <dgm:spPr/>
      <dgm:t>
        <a:bodyPr/>
        <a:lstStyle/>
        <a:p>
          <a:endParaRPr lang="es-ES"/>
        </a:p>
      </dgm:t>
    </dgm:pt>
    <dgm:pt modelId="{0F30AB58-AFD6-422D-BCED-C7B357E0A6DD}">
      <dgm:prSet custT="1"/>
      <dgm:spPr>
        <a:xfrm>
          <a:off x="4451720" y="2598969"/>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a:solidFill>
                <a:sysClr val="window" lastClr="FFFFFF"/>
              </a:solidFill>
              <a:latin typeface="Arial" panose="020B0604020202020204" pitchFamily="34" charset="0"/>
              <a:ea typeface="+mn-ea"/>
              <a:cs typeface="Arial" panose="020B0604020202020204" pitchFamily="34" charset="0"/>
            </a:rPr>
            <a:t>Percepcion negativa del servicio </a:t>
          </a:r>
        </a:p>
      </dgm:t>
    </dgm:pt>
    <dgm:pt modelId="{4912F087-9D9F-4EDB-8B01-46580A35B327}" type="parTrans" cxnId="{11624028-F73B-4E2C-8DF1-DB01F3D36A8D}">
      <dgm:prSet/>
      <dgm:spPr>
        <a:xfrm>
          <a:off x="4279633" y="1543503"/>
          <a:ext cx="172086" cy="1342278"/>
        </a:xfrm>
        <a:custGeom>
          <a:avLst/>
          <a:gdLst/>
          <a:ahLst/>
          <a:cxnLst/>
          <a:rect l="0" t="0" r="0" b="0"/>
          <a:pathLst>
            <a:path>
              <a:moveTo>
                <a:pt x="0" y="0"/>
              </a:moveTo>
              <a:lnTo>
                <a:pt x="0" y="1342278"/>
              </a:lnTo>
              <a:lnTo>
                <a:pt x="172086" y="1342278"/>
              </a:lnTo>
            </a:path>
          </a:pathLst>
        </a:custGeom>
        <a:noFill/>
        <a:ln w="12700" cap="flat" cmpd="sng" algn="ctr">
          <a:solidFill>
            <a:srgbClr val="70AD47">
              <a:hueOff val="0"/>
              <a:satOff val="0"/>
              <a:lumOff val="0"/>
              <a:alphaOff val="0"/>
            </a:srgbClr>
          </a:solidFill>
          <a:prstDash val="solid"/>
          <a:miter lim="800000"/>
        </a:ln>
        <a:effectLst/>
      </dgm:spPr>
      <dgm:t>
        <a:bodyPr/>
        <a:lstStyle/>
        <a:p>
          <a:endParaRPr lang="es-ES"/>
        </a:p>
      </dgm:t>
    </dgm:pt>
    <dgm:pt modelId="{F84EEFEA-32A4-4848-816E-5180FD8D91C5}" type="sibTrans" cxnId="{11624028-F73B-4E2C-8DF1-DB01F3D36A8D}">
      <dgm:prSet/>
      <dgm:spPr/>
      <dgm:t>
        <a:bodyPr/>
        <a:lstStyle/>
        <a:p>
          <a:endParaRPr lang="es-ES"/>
        </a:p>
      </dgm:t>
    </dgm:pt>
    <dgm:pt modelId="{659BFA33-788D-4F8B-A3F9-30584DED3E0D}">
      <dgm:prSet custT="1"/>
      <dgm:spPr>
        <a:xfrm>
          <a:off x="1675384" y="1784424"/>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a:solidFill>
                <a:sysClr val="window" lastClr="FFFFFF"/>
              </a:solidFill>
              <a:latin typeface="Arial" panose="020B0604020202020204" pitchFamily="34" charset="0"/>
              <a:ea typeface="+mn-ea"/>
              <a:cs typeface="Arial" panose="020B0604020202020204" pitchFamily="34" charset="0"/>
            </a:rPr>
            <a:t>Perdida finaciera</a:t>
          </a:r>
        </a:p>
      </dgm:t>
    </dgm:pt>
    <dgm:pt modelId="{DB79666B-F427-4284-B8A7-0CA4B5CBD906}" type="parTrans" cxnId="{DA0EAC97-2C73-44A2-8076-BB69671A4D0E}">
      <dgm:prSet/>
      <dgm:spPr>
        <a:xfrm>
          <a:off x="1503297" y="1543503"/>
          <a:ext cx="172086" cy="527733"/>
        </a:xfrm>
        <a:custGeom>
          <a:avLst/>
          <a:gdLst/>
          <a:ahLst/>
          <a:cxnLst/>
          <a:rect l="0" t="0" r="0" b="0"/>
          <a:pathLst>
            <a:path>
              <a:moveTo>
                <a:pt x="0" y="0"/>
              </a:moveTo>
              <a:lnTo>
                <a:pt x="0" y="527733"/>
              </a:lnTo>
              <a:lnTo>
                <a:pt x="172086" y="527733"/>
              </a:lnTo>
            </a:path>
          </a:pathLst>
        </a:custGeom>
        <a:noFill/>
        <a:ln w="12700" cap="flat" cmpd="sng" algn="ctr">
          <a:solidFill>
            <a:srgbClr val="70AD47">
              <a:hueOff val="0"/>
              <a:satOff val="0"/>
              <a:lumOff val="0"/>
              <a:alphaOff val="0"/>
            </a:srgbClr>
          </a:solidFill>
          <a:prstDash val="solid"/>
          <a:miter lim="800000"/>
        </a:ln>
        <a:effectLst/>
      </dgm:spPr>
      <dgm:t>
        <a:bodyPr/>
        <a:lstStyle/>
        <a:p>
          <a:endParaRPr lang="es-ES"/>
        </a:p>
      </dgm:t>
    </dgm:pt>
    <dgm:pt modelId="{2BA2900E-2EB6-467F-9DAD-D105F6941853}" type="sibTrans" cxnId="{DA0EAC97-2C73-44A2-8076-BB69671A4D0E}">
      <dgm:prSet/>
      <dgm:spPr/>
      <dgm:t>
        <a:bodyPr/>
        <a:lstStyle/>
        <a:p>
          <a:endParaRPr lang="es-ES"/>
        </a:p>
      </dgm:t>
    </dgm:pt>
    <dgm:pt modelId="{40C0E389-713B-40DA-A462-86E01C206266}">
      <dgm:prSet custT="1"/>
      <dgm:spPr>
        <a:xfrm>
          <a:off x="1675384" y="2598969"/>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a:solidFill>
                <a:sysClr val="window" lastClr="FFFFFF"/>
              </a:solidFill>
              <a:latin typeface="Arial" panose="020B0604020202020204" pitchFamily="34" charset="0"/>
              <a:ea typeface="+mn-ea"/>
              <a:cs typeface="Arial" panose="020B0604020202020204" pitchFamily="34" charset="0"/>
            </a:rPr>
            <a:t>Dificultad en la </a:t>
          </a:r>
        </a:p>
        <a:p>
          <a:pPr>
            <a:buNone/>
          </a:pPr>
          <a:r>
            <a:rPr lang="es-ES" sz="1200">
              <a:solidFill>
                <a:sysClr val="window" lastClr="FFFFFF"/>
              </a:solidFill>
              <a:latin typeface="Arial" panose="020B0604020202020204" pitchFamily="34" charset="0"/>
              <a:ea typeface="+mn-ea"/>
              <a:cs typeface="Arial" panose="020B0604020202020204" pitchFamily="34" charset="0"/>
            </a:rPr>
            <a:t>reventa </a:t>
          </a:r>
        </a:p>
      </dgm:t>
    </dgm:pt>
    <dgm:pt modelId="{E0690E68-6F49-472E-8E29-89945C361D45}" type="parTrans" cxnId="{5F6810C9-04A7-40D6-BDCD-7543991E5E36}">
      <dgm:prSet/>
      <dgm:spPr>
        <a:xfrm>
          <a:off x="1503297" y="1543503"/>
          <a:ext cx="172086" cy="1342278"/>
        </a:xfrm>
        <a:custGeom>
          <a:avLst/>
          <a:gdLst/>
          <a:ahLst/>
          <a:cxnLst/>
          <a:rect l="0" t="0" r="0" b="0"/>
          <a:pathLst>
            <a:path>
              <a:moveTo>
                <a:pt x="0" y="0"/>
              </a:moveTo>
              <a:lnTo>
                <a:pt x="0" y="1342278"/>
              </a:lnTo>
              <a:lnTo>
                <a:pt x="172086" y="1342278"/>
              </a:lnTo>
            </a:path>
          </a:pathLst>
        </a:custGeom>
        <a:noFill/>
        <a:ln w="12700" cap="flat" cmpd="sng" algn="ctr">
          <a:solidFill>
            <a:srgbClr val="70AD47">
              <a:hueOff val="0"/>
              <a:satOff val="0"/>
              <a:lumOff val="0"/>
              <a:alphaOff val="0"/>
            </a:srgbClr>
          </a:solidFill>
          <a:prstDash val="solid"/>
          <a:miter lim="800000"/>
        </a:ln>
        <a:effectLst/>
      </dgm:spPr>
      <dgm:t>
        <a:bodyPr/>
        <a:lstStyle/>
        <a:p>
          <a:endParaRPr lang="es-ES"/>
        </a:p>
      </dgm:t>
    </dgm:pt>
    <dgm:pt modelId="{EFD17BF2-9C6D-4A60-8BE2-9A367C1DBBE9}" type="sibTrans" cxnId="{5F6810C9-04A7-40D6-BDCD-7543991E5E36}">
      <dgm:prSet/>
      <dgm:spPr/>
      <dgm:t>
        <a:bodyPr/>
        <a:lstStyle/>
        <a:p>
          <a:endParaRPr lang="es-ES"/>
        </a:p>
      </dgm:t>
    </dgm:pt>
    <dgm:pt modelId="{41923670-100E-425D-90AA-D524B70B87A1}">
      <dgm:prSet custT="1"/>
      <dgm:spPr>
        <a:xfrm>
          <a:off x="3063552" y="1784424"/>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lgn="ctr">
            <a:buNone/>
          </a:pPr>
          <a:r>
            <a:rPr lang="es-ES" sz="1200" dirty="0">
              <a:solidFill>
                <a:sysClr val="window" lastClr="FFFFFF"/>
              </a:solidFill>
              <a:latin typeface="Arial" panose="020B0604020202020204" pitchFamily="34" charset="0"/>
              <a:ea typeface="+mn-ea"/>
              <a:cs typeface="Arial" panose="020B0604020202020204" pitchFamily="34" charset="0"/>
            </a:rPr>
            <a:t>Pérdida de productividad</a:t>
          </a:r>
        </a:p>
      </dgm:t>
    </dgm:pt>
    <dgm:pt modelId="{3EDA46BD-8785-494F-8617-36EEDC3D48DD}" type="parTrans" cxnId="{691EE324-B210-4767-A9D8-2AA8B798FD3D}">
      <dgm:prSet/>
      <dgm:spPr>
        <a:xfrm>
          <a:off x="2891465" y="1543503"/>
          <a:ext cx="172086" cy="527733"/>
        </a:xfrm>
        <a:custGeom>
          <a:avLst/>
          <a:gdLst/>
          <a:ahLst/>
          <a:cxnLst/>
          <a:rect l="0" t="0" r="0" b="0"/>
          <a:pathLst>
            <a:path>
              <a:moveTo>
                <a:pt x="0" y="0"/>
              </a:moveTo>
              <a:lnTo>
                <a:pt x="0" y="527733"/>
              </a:lnTo>
              <a:lnTo>
                <a:pt x="172086" y="527733"/>
              </a:lnTo>
            </a:path>
          </a:pathLst>
        </a:custGeom>
        <a:noFill/>
        <a:ln w="12700" cap="flat" cmpd="sng" algn="ctr">
          <a:solidFill>
            <a:srgbClr val="70AD47">
              <a:hueOff val="0"/>
              <a:satOff val="0"/>
              <a:lumOff val="0"/>
              <a:alphaOff val="0"/>
            </a:srgbClr>
          </a:solidFill>
          <a:prstDash val="solid"/>
          <a:miter lim="800000"/>
        </a:ln>
        <a:effectLst/>
      </dgm:spPr>
      <dgm:t>
        <a:bodyPr/>
        <a:lstStyle/>
        <a:p>
          <a:endParaRPr lang="es-ES"/>
        </a:p>
      </dgm:t>
    </dgm:pt>
    <dgm:pt modelId="{B7CF2AE1-7788-449C-9C48-55E5C74F2B2C}" type="sibTrans" cxnId="{691EE324-B210-4767-A9D8-2AA8B798FD3D}">
      <dgm:prSet/>
      <dgm:spPr/>
      <dgm:t>
        <a:bodyPr/>
        <a:lstStyle/>
        <a:p>
          <a:endParaRPr lang="es-ES"/>
        </a:p>
      </dgm:t>
    </dgm:pt>
    <dgm:pt modelId="{C4D88F73-5AEE-4025-93D4-1BCEE0D1D95E}">
      <dgm:prSet custT="1"/>
      <dgm:spPr>
        <a:xfrm>
          <a:off x="3032186" y="2567598"/>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lgn="ctr">
            <a:buNone/>
          </a:pPr>
          <a:r>
            <a:rPr lang="es-ES" sz="1200">
              <a:solidFill>
                <a:sysClr val="window" lastClr="FFFFFF"/>
              </a:solidFill>
              <a:latin typeface="Arial" panose="020B0604020202020204" pitchFamily="34" charset="0"/>
              <a:ea typeface="+mn-ea"/>
              <a:cs typeface="Arial" panose="020B0604020202020204" pitchFamily="34" charset="0"/>
            </a:rPr>
            <a:t>Utilizar otro medio de transporte</a:t>
          </a:r>
        </a:p>
      </dgm:t>
    </dgm:pt>
    <dgm:pt modelId="{6AC6998D-3699-40D4-B991-CFE596AB9610}" type="parTrans" cxnId="{E0001BDC-2A67-49D2-A58E-9604CFA5D5A9}">
      <dgm:prSet/>
      <dgm:spPr>
        <a:xfrm>
          <a:off x="2891465" y="1543503"/>
          <a:ext cx="140721" cy="1310906"/>
        </a:xfrm>
        <a:custGeom>
          <a:avLst/>
          <a:gdLst/>
          <a:ahLst/>
          <a:cxnLst/>
          <a:rect l="0" t="0" r="0" b="0"/>
          <a:pathLst>
            <a:path>
              <a:moveTo>
                <a:pt x="0" y="0"/>
              </a:moveTo>
              <a:lnTo>
                <a:pt x="0" y="1310906"/>
              </a:lnTo>
              <a:lnTo>
                <a:pt x="140721" y="1310906"/>
              </a:lnTo>
            </a:path>
          </a:pathLst>
        </a:custGeom>
        <a:noFill/>
        <a:ln w="12700" cap="flat" cmpd="sng" algn="ctr">
          <a:solidFill>
            <a:srgbClr val="70AD47">
              <a:hueOff val="0"/>
              <a:satOff val="0"/>
              <a:lumOff val="0"/>
              <a:alphaOff val="0"/>
            </a:srgbClr>
          </a:solidFill>
          <a:prstDash val="solid"/>
          <a:miter lim="800000"/>
        </a:ln>
        <a:effectLst/>
      </dgm:spPr>
      <dgm:t>
        <a:bodyPr/>
        <a:lstStyle/>
        <a:p>
          <a:endParaRPr lang="es-ES"/>
        </a:p>
      </dgm:t>
    </dgm:pt>
    <dgm:pt modelId="{BA7D2D7E-AE6C-4BFF-81EF-73B7FDEA0A74}" type="sibTrans" cxnId="{E0001BDC-2A67-49D2-A58E-9604CFA5D5A9}">
      <dgm:prSet/>
      <dgm:spPr/>
      <dgm:t>
        <a:bodyPr/>
        <a:lstStyle/>
        <a:p>
          <a:endParaRPr lang="es-ES"/>
        </a:p>
      </dgm:t>
    </dgm:pt>
    <dgm:pt modelId="{78535DD5-7477-413D-A54E-D020D01C347D}">
      <dgm:prSet custT="1"/>
      <dgm:spPr>
        <a:xfrm>
          <a:off x="5839888" y="1784424"/>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a:solidFill>
                <a:sysClr val="window" lastClr="FFFFFF"/>
              </a:solidFill>
              <a:latin typeface="Arial" panose="020B0604020202020204" pitchFamily="34" charset="0"/>
              <a:ea typeface="+mn-ea"/>
              <a:cs typeface="Arial" panose="020B0604020202020204" pitchFamily="34" charset="0"/>
            </a:rPr>
            <a:t>Perdida del vehiculo</a:t>
          </a:r>
        </a:p>
      </dgm:t>
    </dgm:pt>
    <dgm:pt modelId="{DCF75FA1-F48F-47CA-BE27-24C63B9000DB}" type="parTrans" cxnId="{E99D97CA-ABEA-453B-8D40-1E3EB219B818}">
      <dgm:prSet/>
      <dgm:spPr>
        <a:xfrm>
          <a:off x="5667801" y="1543503"/>
          <a:ext cx="172086" cy="527733"/>
        </a:xfrm>
        <a:custGeom>
          <a:avLst/>
          <a:gdLst/>
          <a:ahLst/>
          <a:cxnLst/>
          <a:rect l="0" t="0" r="0" b="0"/>
          <a:pathLst>
            <a:path>
              <a:moveTo>
                <a:pt x="0" y="0"/>
              </a:moveTo>
              <a:lnTo>
                <a:pt x="0" y="527733"/>
              </a:lnTo>
              <a:lnTo>
                <a:pt x="172086" y="527733"/>
              </a:lnTo>
            </a:path>
          </a:pathLst>
        </a:custGeom>
        <a:noFill/>
        <a:ln w="12700" cap="flat" cmpd="sng" algn="ctr">
          <a:solidFill>
            <a:srgbClr val="70AD47">
              <a:hueOff val="0"/>
              <a:satOff val="0"/>
              <a:lumOff val="0"/>
              <a:alphaOff val="0"/>
            </a:srgbClr>
          </a:solidFill>
          <a:prstDash val="solid"/>
          <a:miter lim="800000"/>
        </a:ln>
        <a:effectLst/>
      </dgm:spPr>
      <dgm:t>
        <a:bodyPr/>
        <a:lstStyle/>
        <a:p>
          <a:endParaRPr lang="es-ES"/>
        </a:p>
      </dgm:t>
    </dgm:pt>
    <dgm:pt modelId="{67F74BE8-A58B-43B9-A496-32C192B3933C}" type="sibTrans" cxnId="{E99D97CA-ABEA-453B-8D40-1E3EB219B818}">
      <dgm:prSet/>
      <dgm:spPr/>
      <dgm:t>
        <a:bodyPr/>
        <a:lstStyle/>
        <a:p>
          <a:endParaRPr lang="es-ES"/>
        </a:p>
      </dgm:t>
    </dgm:pt>
    <dgm:pt modelId="{4336B397-C9E3-4D24-8BBA-A8990D14D3A8}">
      <dgm:prSet custT="1"/>
      <dgm:spPr>
        <a:xfrm>
          <a:off x="5839888" y="2598969"/>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a:solidFill>
                <a:sysClr val="window" lastClr="FFFFFF"/>
              </a:solidFill>
              <a:latin typeface="Arial" panose="020B0604020202020204" pitchFamily="34" charset="0"/>
              <a:ea typeface="+mn-ea"/>
              <a:cs typeface="Arial" panose="020B0604020202020204" pitchFamily="34" charset="0"/>
            </a:rPr>
            <a:t>Reparaciones </a:t>
          </a:r>
        </a:p>
        <a:p>
          <a:pPr>
            <a:buNone/>
          </a:pPr>
          <a:r>
            <a:rPr lang="es-ES" sz="1200">
              <a:solidFill>
                <a:sysClr val="window" lastClr="FFFFFF"/>
              </a:solidFill>
              <a:latin typeface="Arial" panose="020B0604020202020204" pitchFamily="34" charset="0"/>
              <a:ea typeface="+mn-ea"/>
              <a:cs typeface="Arial" panose="020B0604020202020204" pitchFamily="34" charset="0"/>
            </a:rPr>
            <a:t>recurrentes </a:t>
          </a:r>
        </a:p>
      </dgm:t>
    </dgm:pt>
    <dgm:pt modelId="{6F08F977-103A-416E-A3F6-BF4301FB490F}" type="parTrans" cxnId="{313F7944-C551-4159-AC8E-CA437E26347C}">
      <dgm:prSet/>
      <dgm:spPr>
        <a:xfrm>
          <a:off x="5667801" y="1543503"/>
          <a:ext cx="172086" cy="1342278"/>
        </a:xfrm>
        <a:custGeom>
          <a:avLst/>
          <a:gdLst/>
          <a:ahLst/>
          <a:cxnLst/>
          <a:rect l="0" t="0" r="0" b="0"/>
          <a:pathLst>
            <a:path>
              <a:moveTo>
                <a:pt x="0" y="0"/>
              </a:moveTo>
              <a:lnTo>
                <a:pt x="0" y="1342278"/>
              </a:lnTo>
              <a:lnTo>
                <a:pt x="172086" y="1342278"/>
              </a:lnTo>
            </a:path>
          </a:pathLst>
        </a:custGeom>
        <a:noFill/>
        <a:ln w="12700" cap="flat" cmpd="sng" algn="ctr">
          <a:solidFill>
            <a:srgbClr val="70AD47">
              <a:hueOff val="0"/>
              <a:satOff val="0"/>
              <a:lumOff val="0"/>
              <a:alphaOff val="0"/>
            </a:srgbClr>
          </a:solidFill>
          <a:prstDash val="solid"/>
          <a:miter lim="800000"/>
        </a:ln>
        <a:effectLst/>
      </dgm:spPr>
      <dgm:t>
        <a:bodyPr/>
        <a:lstStyle/>
        <a:p>
          <a:endParaRPr lang="es-ES"/>
        </a:p>
      </dgm:t>
    </dgm:pt>
    <dgm:pt modelId="{795D30F6-702F-4C40-9A2B-AF543D5A5A9B}" type="sibTrans" cxnId="{313F7944-C551-4159-AC8E-CA437E26347C}">
      <dgm:prSet/>
      <dgm:spPr/>
      <dgm:t>
        <a:bodyPr/>
        <a:lstStyle/>
        <a:p>
          <a:endParaRPr lang="es-ES"/>
        </a:p>
      </dgm:t>
    </dgm:pt>
    <dgm:pt modelId="{03B1AC96-51BD-42F4-9618-59247A394513}" type="pres">
      <dgm:prSet presAssocID="{3075EA6C-EE99-446E-8D64-0A447C73194E}" presName="hierChild1" presStyleCnt="0">
        <dgm:presLayoutVars>
          <dgm:orgChart val="1"/>
          <dgm:chPref val="1"/>
          <dgm:dir/>
          <dgm:animOne val="branch"/>
          <dgm:animLvl val="lvl"/>
          <dgm:resizeHandles/>
        </dgm:presLayoutVars>
      </dgm:prSet>
      <dgm:spPr/>
    </dgm:pt>
    <dgm:pt modelId="{42EEF49F-687E-483B-BE59-6E96C183BC00}" type="pres">
      <dgm:prSet presAssocID="{98FBB7BB-8DDF-4C0F-8525-58D72FF1D62C}" presName="hierRoot1" presStyleCnt="0">
        <dgm:presLayoutVars>
          <dgm:hierBranch val="init"/>
        </dgm:presLayoutVars>
      </dgm:prSet>
      <dgm:spPr/>
    </dgm:pt>
    <dgm:pt modelId="{16F34021-6443-44D5-A2EF-1AE3FDBA4E7A}" type="pres">
      <dgm:prSet presAssocID="{98FBB7BB-8DDF-4C0F-8525-58D72FF1D62C}" presName="rootComposite1" presStyleCnt="0"/>
      <dgm:spPr/>
    </dgm:pt>
    <dgm:pt modelId="{91767F60-17E4-41A2-9CCB-35EB9A3F6BFD}" type="pres">
      <dgm:prSet presAssocID="{98FBB7BB-8DDF-4C0F-8525-58D72FF1D62C}" presName="rootText1" presStyleLbl="node0" presStyleIdx="0" presStyleCnt="1" custScaleX="122752" custScaleY="122232">
        <dgm:presLayoutVars>
          <dgm:chPref val="3"/>
        </dgm:presLayoutVars>
      </dgm:prSet>
      <dgm:spPr/>
    </dgm:pt>
    <dgm:pt modelId="{EE08D88F-BB3A-4359-BC70-8A1C64BDFB9E}" type="pres">
      <dgm:prSet presAssocID="{98FBB7BB-8DDF-4C0F-8525-58D72FF1D62C}" presName="rootConnector1" presStyleLbl="node1" presStyleIdx="0" presStyleCnt="0"/>
      <dgm:spPr/>
    </dgm:pt>
    <dgm:pt modelId="{CD20ECAD-3097-43B7-9809-31D40D17C28B}" type="pres">
      <dgm:prSet presAssocID="{98FBB7BB-8DDF-4C0F-8525-58D72FF1D62C}" presName="hierChild2" presStyleCnt="0"/>
      <dgm:spPr/>
    </dgm:pt>
    <dgm:pt modelId="{FF8BC99B-A584-4ED9-B7BC-AAC30B515CDD}" type="pres">
      <dgm:prSet presAssocID="{32CB7F1C-B853-4B34-AC59-6DD124D4A5FD}" presName="Name37" presStyleLbl="parChTrans1D2" presStyleIdx="0" presStyleCnt="5"/>
      <dgm:spPr/>
    </dgm:pt>
    <dgm:pt modelId="{39CBA1DC-E430-4E45-A760-683B43A0E1D3}" type="pres">
      <dgm:prSet presAssocID="{756B2631-3AD8-4FC2-8310-5872D3017029}" presName="hierRoot2" presStyleCnt="0">
        <dgm:presLayoutVars>
          <dgm:hierBranch val="init"/>
        </dgm:presLayoutVars>
      </dgm:prSet>
      <dgm:spPr/>
    </dgm:pt>
    <dgm:pt modelId="{E52ED77C-5F94-4E70-8487-39E64A42DE4A}" type="pres">
      <dgm:prSet presAssocID="{756B2631-3AD8-4FC2-8310-5872D3017029}" presName="rootComposite" presStyleCnt="0"/>
      <dgm:spPr/>
    </dgm:pt>
    <dgm:pt modelId="{6155CE3C-4F83-49B6-963B-B304060369A8}" type="pres">
      <dgm:prSet presAssocID="{756B2631-3AD8-4FC2-8310-5872D3017029}" presName="rootText" presStyleLbl="node2" presStyleIdx="0" presStyleCnt="5">
        <dgm:presLayoutVars>
          <dgm:chPref val="3"/>
        </dgm:presLayoutVars>
      </dgm:prSet>
      <dgm:spPr/>
    </dgm:pt>
    <dgm:pt modelId="{E38BAD24-7EED-4152-8E38-482F3041224C}" type="pres">
      <dgm:prSet presAssocID="{756B2631-3AD8-4FC2-8310-5872D3017029}" presName="rootConnector" presStyleLbl="node2" presStyleIdx="0" presStyleCnt="5"/>
      <dgm:spPr/>
    </dgm:pt>
    <dgm:pt modelId="{6FA5B417-08CF-40AA-9908-D492AD7EF663}" type="pres">
      <dgm:prSet presAssocID="{756B2631-3AD8-4FC2-8310-5872D3017029}" presName="hierChild4" presStyleCnt="0"/>
      <dgm:spPr/>
    </dgm:pt>
    <dgm:pt modelId="{34BD58F0-3ECD-4050-B970-AD977904DF3D}" type="pres">
      <dgm:prSet presAssocID="{EFD3B839-37C3-4265-83A0-05108515F006}" presName="Name37" presStyleLbl="parChTrans1D3" presStyleIdx="0" presStyleCnt="10"/>
      <dgm:spPr/>
    </dgm:pt>
    <dgm:pt modelId="{E9CF2588-7158-452E-987F-C7AE8477904B}" type="pres">
      <dgm:prSet presAssocID="{F7A29DC7-022B-40D7-9A9B-C3090BB2248E}" presName="hierRoot2" presStyleCnt="0">
        <dgm:presLayoutVars>
          <dgm:hierBranch val="init"/>
        </dgm:presLayoutVars>
      </dgm:prSet>
      <dgm:spPr/>
    </dgm:pt>
    <dgm:pt modelId="{85FC2A31-4EF8-46CC-919C-953CB6D81B25}" type="pres">
      <dgm:prSet presAssocID="{F7A29DC7-022B-40D7-9A9B-C3090BB2248E}" presName="rootComposite" presStyleCnt="0"/>
      <dgm:spPr/>
    </dgm:pt>
    <dgm:pt modelId="{18A56462-23C9-434F-99AE-FE59FBE93040}" type="pres">
      <dgm:prSet presAssocID="{F7A29DC7-022B-40D7-9A9B-C3090BB2248E}" presName="rootText" presStyleLbl="node3" presStyleIdx="0" presStyleCnt="10">
        <dgm:presLayoutVars>
          <dgm:chPref val="3"/>
        </dgm:presLayoutVars>
      </dgm:prSet>
      <dgm:spPr/>
    </dgm:pt>
    <dgm:pt modelId="{2B054BEC-5DC4-4981-B557-72419247284E}" type="pres">
      <dgm:prSet presAssocID="{F7A29DC7-022B-40D7-9A9B-C3090BB2248E}" presName="rootConnector" presStyleLbl="node3" presStyleIdx="0" presStyleCnt="10"/>
      <dgm:spPr/>
    </dgm:pt>
    <dgm:pt modelId="{0ECE3980-76F2-4528-865A-45804EFF4578}" type="pres">
      <dgm:prSet presAssocID="{F7A29DC7-022B-40D7-9A9B-C3090BB2248E}" presName="hierChild4" presStyleCnt="0"/>
      <dgm:spPr/>
    </dgm:pt>
    <dgm:pt modelId="{2BECA246-6DCE-469E-8DE8-64455E34562D}" type="pres">
      <dgm:prSet presAssocID="{F7A29DC7-022B-40D7-9A9B-C3090BB2248E}" presName="hierChild5" presStyleCnt="0"/>
      <dgm:spPr/>
    </dgm:pt>
    <dgm:pt modelId="{652A5461-3455-422F-94C7-CEAD5413BFA6}" type="pres">
      <dgm:prSet presAssocID="{5734FF65-3713-422E-9273-9AF081E454F1}" presName="Name37" presStyleLbl="parChTrans1D3" presStyleIdx="1" presStyleCnt="10"/>
      <dgm:spPr/>
    </dgm:pt>
    <dgm:pt modelId="{378A84EA-70B7-44BC-94B5-220967494916}" type="pres">
      <dgm:prSet presAssocID="{1F232F4E-627E-4C7A-B588-713B4BCB8D5D}" presName="hierRoot2" presStyleCnt="0">
        <dgm:presLayoutVars>
          <dgm:hierBranch val="init"/>
        </dgm:presLayoutVars>
      </dgm:prSet>
      <dgm:spPr/>
    </dgm:pt>
    <dgm:pt modelId="{C9E4341D-9EBE-444B-AE97-E4847FD224EA}" type="pres">
      <dgm:prSet presAssocID="{1F232F4E-627E-4C7A-B588-713B4BCB8D5D}" presName="rootComposite" presStyleCnt="0"/>
      <dgm:spPr/>
    </dgm:pt>
    <dgm:pt modelId="{566F0EBF-16B8-4480-A734-0EA9B9923A09}" type="pres">
      <dgm:prSet presAssocID="{1F232F4E-627E-4C7A-B588-713B4BCB8D5D}" presName="rootText" presStyleLbl="node3" presStyleIdx="1" presStyleCnt="10">
        <dgm:presLayoutVars>
          <dgm:chPref val="3"/>
        </dgm:presLayoutVars>
      </dgm:prSet>
      <dgm:spPr/>
    </dgm:pt>
    <dgm:pt modelId="{A9D15327-D8EC-45D6-B658-4FEF5B855525}" type="pres">
      <dgm:prSet presAssocID="{1F232F4E-627E-4C7A-B588-713B4BCB8D5D}" presName="rootConnector" presStyleLbl="node3" presStyleIdx="1" presStyleCnt="10"/>
      <dgm:spPr/>
    </dgm:pt>
    <dgm:pt modelId="{68F726A4-5E77-42C5-B565-802869043FCE}" type="pres">
      <dgm:prSet presAssocID="{1F232F4E-627E-4C7A-B588-713B4BCB8D5D}" presName="hierChild4" presStyleCnt="0"/>
      <dgm:spPr/>
    </dgm:pt>
    <dgm:pt modelId="{5F0A5D37-AA30-4316-9F5B-30DD3743574C}" type="pres">
      <dgm:prSet presAssocID="{1F232F4E-627E-4C7A-B588-713B4BCB8D5D}" presName="hierChild5" presStyleCnt="0"/>
      <dgm:spPr/>
    </dgm:pt>
    <dgm:pt modelId="{34802D57-D90B-4EAD-9922-063C186BFE74}" type="pres">
      <dgm:prSet presAssocID="{756B2631-3AD8-4FC2-8310-5872D3017029}" presName="hierChild5" presStyleCnt="0"/>
      <dgm:spPr/>
    </dgm:pt>
    <dgm:pt modelId="{329CBD1F-E280-4305-98DF-44A79842B7E9}" type="pres">
      <dgm:prSet presAssocID="{E559717C-02A6-4F36-8420-62A2C6A78131}" presName="Name37" presStyleLbl="parChTrans1D2" presStyleIdx="1" presStyleCnt="5"/>
      <dgm:spPr/>
    </dgm:pt>
    <dgm:pt modelId="{E7E3B87B-2D68-4802-BEA0-8451DC677E07}" type="pres">
      <dgm:prSet presAssocID="{7F430F73-A63B-4FB9-B41B-B062FA97BF4B}" presName="hierRoot2" presStyleCnt="0">
        <dgm:presLayoutVars>
          <dgm:hierBranch val="init"/>
        </dgm:presLayoutVars>
      </dgm:prSet>
      <dgm:spPr/>
    </dgm:pt>
    <dgm:pt modelId="{83F0E5BD-677C-420F-BE68-4DA80B419CD1}" type="pres">
      <dgm:prSet presAssocID="{7F430F73-A63B-4FB9-B41B-B062FA97BF4B}" presName="rootComposite" presStyleCnt="0"/>
      <dgm:spPr/>
    </dgm:pt>
    <dgm:pt modelId="{E95F848B-786F-4A66-89AC-66B8ECEDB889}" type="pres">
      <dgm:prSet presAssocID="{7F430F73-A63B-4FB9-B41B-B062FA97BF4B}" presName="rootText" presStyleLbl="node2" presStyleIdx="1" presStyleCnt="5">
        <dgm:presLayoutVars>
          <dgm:chPref val="3"/>
        </dgm:presLayoutVars>
      </dgm:prSet>
      <dgm:spPr/>
    </dgm:pt>
    <dgm:pt modelId="{FA138741-F6EE-4475-A292-7475FFA2EC02}" type="pres">
      <dgm:prSet presAssocID="{7F430F73-A63B-4FB9-B41B-B062FA97BF4B}" presName="rootConnector" presStyleLbl="node2" presStyleIdx="1" presStyleCnt="5"/>
      <dgm:spPr/>
    </dgm:pt>
    <dgm:pt modelId="{1801C6F0-3559-41FD-9B15-F6462882A19A}" type="pres">
      <dgm:prSet presAssocID="{7F430F73-A63B-4FB9-B41B-B062FA97BF4B}" presName="hierChild4" presStyleCnt="0"/>
      <dgm:spPr/>
    </dgm:pt>
    <dgm:pt modelId="{E81A16E0-58B6-492E-8174-CC9AF076603D}" type="pres">
      <dgm:prSet presAssocID="{DB79666B-F427-4284-B8A7-0CA4B5CBD906}" presName="Name37" presStyleLbl="parChTrans1D3" presStyleIdx="2" presStyleCnt="10"/>
      <dgm:spPr/>
    </dgm:pt>
    <dgm:pt modelId="{4CCED876-D697-480B-AA5A-4B7E2FFB3E1F}" type="pres">
      <dgm:prSet presAssocID="{659BFA33-788D-4F8B-A3F9-30584DED3E0D}" presName="hierRoot2" presStyleCnt="0">
        <dgm:presLayoutVars>
          <dgm:hierBranch val="init"/>
        </dgm:presLayoutVars>
      </dgm:prSet>
      <dgm:spPr/>
    </dgm:pt>
    <dgm:pt modelId="{4942BD2D-1579-4634-AC7F-6F35AC75A023}" type="pres">
      <dgm:prSet presAssocID="{659BFA33-788D-4F8B-A3F9-30584DED3E0D}" presName="rootComposite" presStyleCnt="0"/>
      <dgm:spPr/>
    </dgm:pt>
    <dgm:pt modelId="{9CEC2203-12C4-4475-9DD4-4658C7745518}" type="pres">
      <dgm:prSet presAssocID="{659BFA33-788D-4F8B-A3F9-30584DED3E0D}" presName="rootText" presStyleLbl="node3" presStyleIdx="2" presStyleCnt="10">
        <dgm:presLayoutVars>
          <dgm:chPref val="3"/>
        </dgm:presLayoutVars>
      </dgm:prSet>
      <dgm:spPr/>
    </dgm:pt>
    <dgm:pt modelId="{C2F9E996-010F-4612-AAF0-5B3C3B97601A}" type="pres">
      <dgm:prSet presAssocID="{659BFA33-788D-4F8B-A3F9-30584DED3E0D}" presName="rootConnector" presStyleLbl="node3" presStyleIdx="2" presStyleCnt="10"/>
      <dgm:spPr/>
    </dgm:pt>
    <dgm:pt modelId="{FC4A219C-4D70-43F0-BF41-AB3B0BA0A20A}" type="pres">
      <dgm:prSet presAssocID="{659BFA33-788D-4F8B-A3F9-30584DED3E0D}" presName="hierChild4" presStyleCnt="0"/>
      <dgm:spPr/>
    </dgm:pt>
    <dgm:pt modelId="{1EB5E605-0DCC-4857-833A-81FDACD72CA5}" type="pres">
      <dgm:prSet presAssocID="{659BFA33-788D-4F8B-A3F9-30584DED3E0D}" presName="hierChild5" presStyleCnt="0"/>
      <dgm:spPr/>
    </dgm:pt>
    <dgm:pt modelId="{9F5F2726-C502-490E-BA65-4D4A28A8CDAF}" type="pres">
      <dgm:prSet presAssocID="{E0690E68-6F49-472E-8E29-89945C361D45}" presName="Name37" presStyleLbl="parChTrans1D3" presStyleIdx="3" presStyleCnt="10"/>
      <dgm:spPr/>
    </dgm:pt>
    <dgm:pt modelId="{E3B73799-99A4-4FF4-9A02-BE4683A1BE37}" type="pres">
      <dgm:prSet presAssocID="{40C0E389-713B-40DA-A462-86E01C206266}" presName="hierRoot2" presStyleCnt="0">
        <dgm:presLayoutVars>
          <dgm:hierBranch val="init"/>
        </dgm:presLayoutVars>
      </dgm:prSet>
      <dgm:spPr/>
    </dgm:pt>
    <dgm:pt modelId="{641C1738-5832-4D56-940F-1E53D6369FF8}" type="pres">
      <dgm:prSet presAssocID="{40C0E389-713B-40DA-A462-86E01C206266}" presName="rootComposite" presStyleCnt="0"/>
      <dgm:spPr/>
    </dgm:pt>
    <dgm:pt modelId="{7B847B6A-B322-4B95-BCF8-9A87B3F01B52}" type="pres">
      <dgm:prSet presAssocID="{40C0E389-713B-40DA-A462-86E01C206266}" presName="rootText" presStyleLbl="node3" presStyleIdx="3" presStyleCnt="10">
        <dgm:presLayoutVars>
          <dgm:chPref val="3"/>
        </dgm:presLayoutVars>
      </dgm:prSet>
      <dgm:spPr/>
    </dgm:pt>
    <dgm:pt modelId="{BF9A8064-B664-4B53-88DD-D44EE6649BFB}" type="pres">
      <dgm:prSet presAssocID="{40C0E389-713B-40DA-A462-86E01C206266}" presName="rootConnector" presStyleLbl="node3" presStyleIdx="3" presStyleCnt="10"/>
      <dgm:spPr/>
    </dgm:pt>
    <dgm:pt modelId="{5B96C2F4-8360-4C13-BF9B-B32F19173AB7}" type="pres">
      <dgm:prSet presAssocID="{40C0E389-713B-40DA-A462-86E01C206266}" presName="hierChild4" presStyleCnt="0"/>
      <dgm:spPr/>
    </dgm:pt>
    <dgm:pt modelId="{DDDF341E-7E8A-4CB3-BB96-691A07ABB6FB}" type="pres">
      <dgm:prSet presAssocID="{40C0E389-713B-40DA-A462-86E01C206266}" presName="hierChild5" presStyleCnt="0"/>
      <dgm:spPr/>
    </dgm:pt>
    <dgm:pt modelId="{817686D2-987A-4FCA-9589-25C240BE662C}" type="pres">
      <dgm:prSet presAssocID="{7F430F73-A63B-4FB9-B41B-B062FA97BF4B}" presName="hierChild5" presStyleCnt="0"/>
      <dgm:spPr/>
    </dgm:pt>
    <dgm:pt modelId="{9F7A6612-F740-40DA-8999-C295D731C938}" type="pres">
      <dgm:prSet presAssocID="{B7CC5715-6903-4696-8F18-C18F981A0327}" presName="Name37" presStyleLbl="parChTrans1D2" presStyleIdx="2" presStyleCnt="5"/>
      <dgm:spPr/>
    </dgm:pt>
    <dgm:pt modelId="{11987CEC-9089-411B-A35A-E094AAF5E842}" type="pres">
      <dgm:prSet presAssocID="{DD7C0E40-3933-4193-90AB-3AE568979702}" presName="hierRoot2" presStyleCnt="0">
        <dgm:presLayoutVars>
          <dgm:hierBranch val="init"/>
        </dgm:presLayoutVars>
      </dgm:prSet>
      <dgm:spPr/>
    </dgm:pt>
    <dgm:pt modelId="{D7E4C3CA-CB70-4FEE-B25E-374F0893EDA4}" type="pres">
      <dgm:prSet presAssocID="{DD7C0E40-3933-4193-90AB-3AE568979702}" presName="rootComposite" presStyleCnt="0"/>
      <dgm:spPr/>
    </dgm:pt>
    <dgm:pt modelId="{483B6499-227D-4DE7-8511-E8776DB10672}" type="pres">
      <dgm:prSet presAssocID="{DD7C0E40-3933-4193-90AB-3AE568979702}" presName="rootText" presStyleLbl="node2" presStyleIdx="2" presStyleCnt="5">
        <dgm:presLayoutVars>
          <dgm:chPref val="3"/>
        </dgm:presLayoutVars>
      </dgm:prSet>
      <dgm:spPr/>
    </dgm:pt>
    <dgm:pt modelId="{D890A4DC-18AF-49F0-9640-4E5D65A27DAB}" type="pres">
      <dgm:prSet presAssocID="{DD7C0E40-3933-4193-90AB-3AE568979702}" presName="rootConnector" presStyleLbl="node2" presStyleIdx="2" presStyleCnt="5"/>
      <dgm:spPr/>
    </dgm:pt>
    <dgm:pt modelId="{360EA255-27D7-4975-84F2-406A2CD7F9D7}" type="pres">
      <dgm:prSet presAssocID="{DD7C0E40-3933-4193-90AB-3AE568979702}" presName="hierChild4" presStyleCnt="0"/>
      <dgm:spPr/>
    </dgm:pt>
    <dgm:pt modelId="{F1922A70-ECC5-4E09-A23A-15FF04A749A5}" type="pres">
      <dgm:prSet presAssocID="{3EDA46BD-8785-494F-8617-36EEDC3D48DD}" presName="Name37" presStyleLbl="parChTrans1D3" presStyleIdx="4" presStyleCnt="10"/>
      <dgm:spPr/>
    </dgm:pt>
    <dgm:pt modelId="{53EB6486-F432-4968-9EB8-2686CFBC62E5}" type="pres">
      <dgm:prSet presAssocID="{41923670-100E-425D-90AA-D524B70B87A1}" presName="hierRoot2" presStyleCnt="0">
        <dgm:presLayoutVars>
          <dgm:hierBranch val="init"/>
        </dgm:presLayoutVars>
      </dgm:prSet>
      <dgm:spPr/>
    </dgm:pt>
    <dgm:pt modelId="{5A816FF4-4E0A-4F66-8D92-A3190A120D6D}" type="pres">
      <dgm:prSet presAssocID="{41923670-100E-425D-90AA-D524B70B87A1}" presName="rootComposite" presStyleCnt="0"/>
      <dgm:spPr/>
    </dgm:pt>
    <dgm:pt modelId="{D5FF3624-C77C-4532-9720-B7D28AF8B1C9}" type="pres">
      <dgm:prSet presAssocID="{41923670-100E-425D-90AA-D524B70B87A1}" presName="rootText" presStyleLbl="node3" presStyleIdx="4" presStyleCnt="10">
        <dgm:presLayoutVars>
          <dgm:chPref val="3"/>
        </dgm:presLayoutVars>
      </dgm:prSet>
      <dgm:spPr/>
    </dgm:pt>
    <dgm:pt modelId="{4E65194F-B0AF-42DA-94C2-02582621789C}" type="pres">
      <dgm:prSet presAssocID="{41923670-100E-425D-90AA-D524B70B87A1}" presName="rootConnector" presStyleLbl="node3" presStyleIdx="4" presStyleCnt="10"/>
      <dgm:spPr/>
    </dgm:pt>
    <dgm:pt modelId="{9F2D932F-FF11-46A0-9938-C28889D5A968}" type="pres">
      <dgm:prSet presAssocID="{41923670-100E-425D-90AA-D524B70B87A1}" presName="hierChild4" presStyleCnt="0"/>
      <dgm:spPr/>
    </dgm:pt>
    <dgm:pt modelId="{2DECD5F7-33D7-4CE0-800D-85AE2BE6D30A}" type="pres">
      <dgm:prSet presAssocID="{41923670-100E-425D-90AA-D524B70B87A1}" presName="hierChild5" presStyleCnt="0"/>
      <dgm:spPr/>
    </dgm:pt>
    <dgm:pt modelId="{B3868BE0-42B0-4764-8441-0F7C470239DA}" type="pres">
      <dgm:prSet presAssocID="{6AC6998D-3699-40D4-B991-CFE596AB9610}" presName="Name37" presStyleLbl="parChTrans1D3" presStyleIdx="5" presStyleCnt="10"/>
      <dgm:spPr/>
    </dgm:pt>
    <dgm:pt modelId="{49314AC1-AF24-4046-AD22-AB9B9BC14B0E}" type="pres">
      <dgm:prSet presAssocID="{C4D88F73-5AEE-4025-93D4-1BCEE0D1D95E}" presName="hierRoot2" presStyleCnt="0">
        <dgm:presLayoutVars>
          <dgm:hierBranch val="init"/>
        </dgm:presLayoutVars>
      </dgm:prSet>
      <dgm:spPr/>
    </dgm:pt>
    <dgm:pt modelId="{1567AC79-7517-4866-B1FE-A6552C7A0195}" type="pres">
      <dgm:prSet presAssocID="{C4D88F73-5AEE-4025-93D4-1BCEE0D1D95E}" presName="rootComposite" presStyleCnt="0"/>
      <dgm:spPr/>
    </dgm:pt>
    <dgm:pt modelId="{BC72EED6-39FA-464D-8AE3-3049AC60D3F6}" type="pres">
      <dgm:prSet presAssocID="{C4D88F73-5AEE-4025-93D4-1BCEE0D1D95E}" presName="rootText" presStyleLbl="node3" presStyleIdx="5" presStyleCnt="10" custLinFactNeighborX="-2734" custLinFactNeighborY="-5469">
        <dgm:presLayoutVars>
          <dgm:chPref val="3"/>
        </dgm:presLayoutVars>
      </dgm:prSet>
      <dgm:spPr/>
    </dgm:pt>
    <dgm:pt modelId="{882D6316-77D8-443F-8D7D-11EC533CC760}" type="pres">
      <dgm:prSet presAssocID="{C4D88F73-5AEE-4025-93D4-1BCEE0D1D95E}" presName="rootConnector" presStyleLbl="node3" presStyleIdx="5" presStyleCnt="10"/>
      <dgm:spPr/>
    </dgm:pt>
    <dgm:pt modelId="{B2FEA303-E345-41D0-ADE3-4428EAD5067D}" type="pres">
      <dgm:prSet presAssocID="{C4D88F73-5AEE-4025-93D4-1BCEE0D1D95E}" presName="hierChild4" presStyleCnt="0"/>
      <dgm:spPr/>
    </dgm:pt>
    <dgm:pt modelId="{705C99FF-816A-45CD-9277-0F2B57073AA0}" type="pres">
      <dgm:prSet presAssocID="{C4D88F73-5AEE-4025-93D4-1BCEE0D1D95E}" presName="hierChild5" presStyleCnt="0"/>
      <dgm:spPr/>
    </dgm:pt>
    <dgm:pt modelId="{0B48547B-31C3-4EB3-826B-AE5AF4A3D35D}" type="pres">
      <dgm:prSet presAssocID="{DD7C0E40-3933-4193-90AB-3AE568979702}" presName="hierChild5" presStyleCnt="0"/>
      <dgm:spPr/>
    </dgm:pt>
    <dgm:pt modelId="{D5B8294A-56EA-4007-B1BB-7A642C741830}" type="pres">
      <dgm:prSet presAssocID="{69296FD9-863E-49C8-B277-259E17F8F11C}" presName="Name37" presStyleLbl="parChTrans1D2" presStyleIdx="3" presStyleCnt="5"/>
      <dgm:spPr/>
    </dgm:pt>
    <dgm:pt modelId="{B60347E4-19E2-482F-A1FA-F1F25A0203A0}" type="pres">
      <dgm:prSet presAssocID="{CF498F9A-5784-4827-8ACF-E1FCBDE49375}" presName="hierRoot2" presStyleCnt="0">
        <dgm:presLayoutVars>
          <dgm:hierBranch val="init"/>
        </dgm:presLayoutVars>
      </dgm:prSet>
      <dgm:spPr/>
    </dgm:pt>
    <dgm:pt modelId="{A84AB0FE-9B3F-487A-9D93-A2F0141F474A}" type="pres">
      <dgm:prSet presAssocID="{CF498F9A-5784-4827-8ACF-E1FCBDE49375}" presName="rootComposite" presStyleCnt="0"/>
      <dgm:spPr/>
    </dgm:pt>
    <dgm:pt modelId="{030057AE-C686-4ACC-BD5A-8A8FDC2AFC7B}" type="pres">
      <dgm:prSet presAssocID="{CF498F9A-5784-4827-8ACF-E1FCBDE49375}" presName="rootText" presStyleLbl="node2" presStyleIdx="3" presStyleCnt="5">
        <dgm:presLayoutVars>
          <dgm:chPref val="3"/>
        </dgm:presLayoutVars>
      </dgm:prSet>
      <dgm:spPr/>
    </dgm:pt>
    <dgm:pt modelId="{29E71972-FCD6-424E-BE76-69327845678B}" type="pres">
      <dgm:prSet presAssocID="{CF498F9A-5784-4827-8ACF-E1FCBDE49375}" presName="rootConnector" presStyleLbl="node2" presStyleIdx="3" presStyleCnt="5"/>
      <dgm:spPr/>
    </dgm:pt>
    <dgm:pt modelId="{B7C588E7-C20A-447F-9F18-B9E380275169}" type="pres">
      <dgm:prSet presAssocID="{CF498F9A-5784-4827-8ACF-E1FCBDE49375}" presName="hierChild4" presStyleCnt="0"/>
      <dgm:spPr/>
    </dgm:pt>
    <dgm:pt modelId="{9C226B95-EE7D-4737-AFF5-DC1C17EF57D2}" type="pres">
      <dgm:prSet presAssocID="{558706C2-B3D6-4E83-A03B-F9CEB7518D99}" presName="Name37" presStyleLbl="parChTrans1D3" presStyleIdx="6" presStyleCnt="10"/>
      <dgm:spPr/>
    </dgm:pt>
    <dgm:pt modelId="{F0314702-EC10-4C20-8AA8-7407F739B443}" type="pres">
      <dgm:prSet presAssocID="{A25C4E95-DADC-413B-8981-9141C365591A}" presName="hierRoot2" presStyleCnt="0">
        <dgm:presLayoutVars>
          <dgm:hierBranch val="init"/>
        </dgm:presLayoutVars>
      </dgm:prSet>
      <dgm:spPr/>
    </dgm:pt>
    <dgm:pt modelId="{1E9D1CD4-59F7-444B-9B64-36020929DF32}" type="pres">
      <dgm:prSet presAssocID="{A25C4E95-DADC-413B-8981-9141C365591A}" presName="rootComposite" presStyleCnt="0"/>
      <dgm:spPr/>
    </dgm:pt>
    <dgm:pt modelId="{99E02CC4-8BB4-4819-8E7A-AF52DB541162}" type="pres">
      <dgm:prSet presAssocID="{A25C4E95-DADC-413B-8981-9141C365591A}" presName="rootText" presStyleLbl="node3" presStyleIdx="6" presStyleCnt="10">
        <dgm:presLayoutVars>
          <dgm:chPref val="3"/>
        </dgm:presLayoutVars>
      </dgm:prSet>
      <dgm:spPr/>
    </dgm:pt>
    <dgm:pt modelId="{98F68304-4C8D-46F0-99A9-77ECC8D027D8}" type="pres">
      <dgm:prSet presAssocID="{A25C4E95-DADC-413B-8981-9141C365591A}" presName="rootConnector" presStyleLbl="node3" presStyleIdx="6" presStyleCnt="10"/>
      <dgm:spPr/>
    </dgm:pt>
    <dgm:pt modelId="{957334AB-5C7B-470B-9F3F-E230E1EB4A3F}" type="pres">
      <dgm:prSet presAssocID="{A25C4E95-DADC-413B-8981-9141C365591A}" presName="hierChild4" presStyleCnt="0"/>
      <dgm:spPr/>
    </dgm:pt>
    <dgm:pt modelId="{01A55AC2-DFBA-46DA-BAA0-FAADBAAF27F9}" type="pres">
      <dgm:prSet presAssocID="{A25C4E95-DADC-413B-8981-9141C365591A}" presName="hierChild5" presStyleCnt="0"/>
      <dgm:spPr/>
    </dgm:pt>
    <dgm:pt modelId="{F82B888D-7F01-4205-A418-7E467F743D95}" type="pres">
      <dgm:prSet presAssocID="{4912F087-9D9F-4EDB-8B01-46580A35B327}" presName="Name37" presStyleLbl="parChTrans1D3" presStyleIdx="7" presStyleCnt="10"/>
      <dgm:spPr/>
    </dgm:pt>
    <dgm:pt modelId="{5005DA9B-B87D-4E2A-89B0-4A3B1B654369}" type="pres">
      <dgm:prSet presAssocID="{0F30AB58-AFD6-422D-BCED-C7B357E0A6DD}" presName="hierRoot2" presStyleCnt="0">
        <dgm:presLayoutVars>
          <dgm:hierBranch val="init"/>
        </dgm:presLayoutVars>
      </dgm:prSet>
      <dgm:spPr/>
    </dgm:pt>
    <dgm:pt modelId="{2236F207-4F7E-4191-AA51-99F6048197F2}" type="pres">
      <dgm:prSet presAssocID="{0F30AB58-AFD6-422D-BCED-C7B357E0A6DD}" presName="rootComposite" presStyleCnt="0"/>
      <dgm:spPr/>
    </dgm:pt>
    <dgm:pt modelId="{157E9B2A-604E-47E5-849F-17DAA0F799F7}" type="pres">
      <dgm:prSet presAssocID="{0F30AB58-AFD6-422D-BCED-C7B357E0A6DD}" presName="rootText" presStyleLbl="node3" presStyleIdx="7" presStyleCnt="10">
        <dgm:presLayoutVars>
          <dgm:chPref val="3"/>
        </dgm:presLayoutVars>
      </dgm:prSet>
      <dgm:spPr/>
    </dgm:pt>
    <dgm:pt modelId="{F05F0912-4E9A-47C4-85C8-76C113F77DE1}" type="pres">
      <dgm:prSet presAssocID="{0F30AB58-AFD6-422D-BCED-C7B357E0A6DD}" presName="rootConnector" presStyleLbl="node3" presStyleIdx="7" presStyleCnt="10"/>
      <dgm:spPr/>
    </dgm:pt>
    <dgm:pt modelId="{2918C328-6A1F-4032-9948-3E242FBCA518}" type="pres">
      <dgm:prSet presAssocID="{0F30AB58-AFD6-422D-BCED-C7B357E0A6DD}" presName="hierChild4" presStyleCnt="0"/>
      <dgm:spPr/>
    </dgm:pt>
    <dgm:pt modelId="{754A100C-3FA7-458E-BD11-DD42504F0DCA}" type="pres">
      <dgm:prSet presAssocID="{0F30AB58-AFD6-422D-BCED-C7B357E0A6DD}" presName="hierChild5" presStyleCnt="0"/>
      <dgm:spPr/>
    </dgm:pt>
    <dgm:pt modelId="{A8360D1C-3A09-4229-A12C-1B083291F35E}" type="pres">
      <dgm:prSet presAssocID="{CF498F9A-5784-4827-8ACF-E1FCBDE49375}" presName="hierChild5" presStyleCnt="0"/>
      <dgm:spPr/>
    </dgm:pt>
    <dgm:pt modelId="{791DDA86-29AA-4E8B-BB44-A8001CA0F5E7}" type="pres">
      <dgm:prSet presAssocID="{9B606A40-D22E-42F1-BA47-62EA656DF333}" presName="Name37" presStyleLbl="parChTrans1D2" presStyleIdx="4" presStyleCnt="5"/>
      <dgm:spPr/>
    </dgm:pt>
    <dgm:pt modelId="{BEE0C8AE-56CC-471E-80D3-BA445D0C7975}" type="pres">
      <dgm:prSet presAssocID="{D2CEFBAC-42C7-420D-9149-6893F52F97C0}" presName="hierRoot2" presStyleCnt="0">
        <dgm:presLayoutVars>
          <dgm:hierBranch val="init"/>
        </dgm:presLayoutVars>
      </dgm:prSet>
      <dgm:spPr/>
    </dgm:pt>
    <dgm:pt modelId="{511AD17F-3B51-4C53-8F33-E770B61CF313}" type="pres">
      <dgm:prSet presAssocID="{D2CEFBAC-42C7-420D-9149-6893F52F97C0}" presName="rootComposite" presStyleCnt="0"/>
      <dgm:spPr/>
    </dgm:pt>
    <dgm:pt modelId="{299AE74B-CC81-48ED-9BFF-0ED68D1C6DFB}" type="pres">
      <dgm:prSet presAssocID="{D2CEFBAC-42C7-420D-9149-6893F52F97C0}" presName="rootText" presStyleLbl="node2" presStyleIdx="4" presStyleCnt="5">
        <dgm:presLayoutVars>
          <dgm:chPref val="3"/>
        </dgm:presLayoutVars>
      </dgm:prSet>
      <dgm:spPr/>
    </dgm:pt>
    <dgm:pt modelId="{7E0F898C-DBDB-4D7D-9450-71E5BCEC229A}" type="pres">
      <dgm:prSet presAssocID="{D2CEFBAC-42C7-420D-9149-6893F52F97C0}" presName="rootConnector" presStyleLbl="node2" presStyleIdx="4" presStyleCnt="5"/>
      <dgm:spPr/>
    </dgm:pt>
    <dgm:pt modelId="{1683571D-6FEC-44EA-A06A-9E5AA700E469}" type="pres">
      <dgm:prSet presAssocID="{D2CEFBAC-42C7-420D-9149-6893F52F97C0}" presName="hierChild4" presStyleCnt="0"/>
      <dgm:spPr/>
    </dgm:pt>
    <dgm:pt modelId="{785F925D-6255-4E7C-8AF3-47D74F75ACFB}" type="pres">
      <dgm:prSet presAssocID="{DCF75FA1-F48F-47CA-BE27-24C63B9000DB}" presName="Name37" presStyleLbl="parChTrans1D3" presStyleIdx="8" presStyleCnt="10"/>
      <dgm:spPr/>
    </dgm:pt>
    <dgm:pt modelId="{D9DF1DB9-F8AA-4739-987B-4F93E993F4F0}" type="pres">
      <dgm:prSet presAssocID="{78535DD5-7477-413D-A54E-D020D01C347D}" presName="hierRoot2" presStyleCnt="0">
        <dgm:presLayoutVars>
          <dgm:hierBranch val="init"/>
        </dgm:presLayoutVars>
      </dgm:prSet>
      <dgm:spPr/>
    </dgm:pt>
    <dgm:pt modelId="{5FBF49D6-1B0F-414E-9CAB-DFB539624A8E}" type="pres">
      <dgm:prSet presAssocID="{78535DD5-7477-413D-A54E-D020D01C347D}" presName="rootComposite" presStyleCnt="0"/>
      <dgm:spPr/>
    </dgm:pt>
    <dgm:pt modelId="{B229FD13-C5EF-4EBD-B8C4-3B76370C0695}" type="pres">
      <dgm:prSet presAssocID="{78535DD5-7477-413D-A54E-D020D01C347D}" presName="rootText" presStyleLbl="node3" presStyleIdx="8" presStyleCnt="10">
        <dgm:presLayoutVars>
          <dgm:chPref val="3"/>
        </dgm:presLayoutVars>
      </dgm:prSet>
      <dgm:spPr/>
    </dgm:pt>
    <dgm:pt modelId="{AF0E3B8A-36B6-444B-980C-880602C3BA08}" type="pres">
      <dgm:prSet presAssocID="{78535DD5-7477-413D-A54E-D020D01C347D}" presName="rootConnector" presStyleLbl="node3" presStyleIdx="8" presStyleCnt="10"/>
      <dgm:spPr/>
    </dgm:pt>
    <dgm:pt modelId="{C9C3999E-CCA2-4CC7-B7D3-EB7DEC76B9AA}" type="pres">
      <dgm:prSet presAssocID="{78535DD5-7477-413D-A54E-D020D01C347D}" presName="hierChild4" presStyleCnt="0"/>
      <dgm:spPr/>
    </dgm:pt>
    <dgm:pt modelId="{C0740C95-6EDB-446A-8CB5-3901A5225C43}" type="pres">
      <dgm:prSet presAssocID="{78535DD5-7477-413D-A54E-D020D01C347D}" presName="hierChild5" presStyleCnt="0"/>
      <dgm:spPr/>
    </dgm:pt>
    <dgm:pt modelId="{C64F9414-1C7E-4448-9AFE-4CE2B1EC2469}" type="pres">
      <dgm:prSet presAssocID="{6F08F977-103A-416E-A3F6-BF4301FB490F}" presName="Name37" presStyleLbl="parChTrans1D3" presStyleIdx="9" presStyleCnt="10"/>
      <dgm:spPr/>
    </dgm:pt>
    <dgm:pt modelId="{8B5DA99C-E436-491F-AD7E-2F6362FECC1D}" type="pres">
      <dgm:prSet presAssocID="{4336B397-C9E3-4D24-8BBA-A8990D14D3A8}" presName="hierRoot2" presStyleCnt="0">
        <dgm:presLayoutVars>
          <dgm:hierBranch val="init"/>
        </dgm:presLayoutVars>
      </dgm:prSet>
      <dgm:spPr/>
    </dgm:pt>
    <dgm:pt modelId="{3A9DDF6E-8AE1-491D-8C09-4C37B4FDF3D3}" type="pres">
      <dgm:prSet presAssocID="{4336B397-C9E3-4D24-8BBA-A8990D14D3A8}" presName="rootComposite" presStyleCnt="0"/>
      <dgm:spPr/>
    </dgm:pt>
    <dgm:pt modelId="{9530C6C4-5D90-48EC-A8E8-A2627C47FFE7}" type="pres">
      <dgm:prSet presAssocID="{4336B397-C9E3-4D24-8BBA-A8990D14D3A8}" presName="rootText" presStyleLbl="node3" presStyleIdx="9" presStyleCnt="10">
        <dgm:presLayoutVars>
          <dgm:chPref val="3"/>
        </dgm:presLayoutVars>
      </dgm:prSet>
      <dgm:spPr/>
    </dgm:pt>
    <dgm:pt modelId="{8E9E3518-BAEA-4377-8B14-5783165D33CC}" type="pres">
      <dgm:prSet presAssocID="{4336B397-C9E3-4D24-8BBA-A8990D14D3A8}" presName="rootConnector" presStyleLbl="node3" presStyleIdx="9" presStyleCnt="10"/>
      <dgm:spPr/>
    </dgm:pt>
    <dgm:pt modelId="{8855729A-0733-4683-8A13-0B1C1A180043}" type="pres">
      <dgm:prSet presAssocID="{4336B397-C9E3-4D24-8BBA-A8990D14D3A8}" presName="hierChild4" presStyleCnt="0"/>
      <dgm:spPr/>
    </dgm:pt>
    <dgm:pt modelId="{CF37F339-74FE-4DC4-9F3A-E4DE453DF17E}" type="pres">
      <dgm:prSet presAssocID="{4336B397-C9E3-4D24-8BBA-A8990D14D3A8}" presName="hierChild5" presStyleCnt="0"/>
      <dgm:spPr/>
    </dgm:pt>
    <dgm:pt modelId="{1B6CABAB-43A5-47D2-A0B7-2678D91356D6}" type="pres">
      <dgm:prSet presAssocID="{D2CEFBAC-42C7-420D-9149-6893F52F97C0}" presName="hierChild5" presStyleCnt="0"/>
      <dgm:spPr/>
    </dgm:pt>
    <dgm:pt modelId="{91EA2534-9CF6-48EC-AF0A-D6CD51440347}" type="pres">
      <dgm:prSet presAssocID="{98FBB7BB-8DDF-4C0F-8525-58D72FF1D62C}" presName="hierChild3" presStyleCnt="0"/>
      <dgm:spPr/>
    </dgm:pt>
  </dgm:ptLst>
  <dgm:cxnLst>
    <dgm:cxn modelId="{5AC19B02-F4A3-4506-935C-24C2F7BE0C4C}" type="presOf" srcId="{4336B397-C9E3-4D24-8BBA-A8990D14D3A8}" destId="{9530C6C4-5D90-48EC-A8E8-A2627C47FFE7}" srcOrd="0" destOrd="0" presId="urn:microsoft.com/office/officeart/2005/8/layout/orgChart1"/>
    <dgm:cxn modelId="{5858B502-BFB7-4C6C-9E3D-18B7CEFAC26B}" type="presOf" srcId="{E559717C-02A6-4F36-8420-62A2C6A78131}" destId="{329CBD1F-E280-4305-98DF-44A79842B7E9}" srcOrd="0" destOrd="0" presId="urn:microsoft.com/office/officeart/2005/8/layout/orgChart1"/>
    <dgm:cxn modelId="{56E62613-94E2-40A3-BAFF-891077323C6E}" type="presOf" srcId="{F7A29DC7-022B-40D7-9A9B-C3090BB2248E}" destId="{2B054BEC-5DC4-4981-B557-72419247284E}" srcOrd="1" destOrd="0" presId="urn:microsoft.com/office/officeart/2005/8/layout/orgChart1"/>
    <dgm:cxn modelId="{B9EB9217-47F6-4A17-8720-FE92463869BD}" type="presOf" srcId="{6AC6998D-3699-40D4-B991-CFE596AB9610}" destId="{B3868BE0-42B0-4764-8441-0F7C470239DA}" srcOrd="0" destOrd="0" presId="urn:microsoft.com/office/officeart/2005/8/layout/orgChart1"/>
    <dgm:cxn modelId="{6E8C7C1B-B987-4EE4-9DF4-90012D243206}" type="presOf" srcId="{E0690E68-6F49-472E-8E29-89945C361D45}" destId="{9F5F2726-C502-490E-BA65-4D4A28A8CDAF}" srcOrd="0" destOrd="0" presId="urn:microsoft.com/office/officeart/2005/8/layout/orgChart1"/>
    <dgm:cxn modelId="{89AC721E-A4FF-4BE9-B150-2DB1444E9247}" type="presOf" srcId="{3EDA46BD-8785-494F-8617-36EEDC3D48DD}" destId="{F1922A70-ECC5-4E09-A23A-15FF04A749A5}" srcOrd="0" destOrd="0" presId="urn:microsoft.com/office/officeart/2005/8/layout/orgChart1"/>
    <dgm:cxn modelId="{741C8E22-B19C-4854-906A-0135D1E67270}" srcId="{CF498F9A-5784-4827-8ACF-E1FCBDE49375}" destId="{A25C4E95-DADC-413B-8981-9141C365591A}" srcOrd="0" destOrd="0" parTransId="{558706C2-B3D6-4E83-A03B-F9CEB7518D99}" sibTransId="{2B914FB8-B990-40F7-B7DE-76C533AE2A53}"/>
    <dgm:cxn modelId="{691EE324-B210-4767-A9D8-2AA8B798FD3D}" srcId="{DD7C0E40-3933-4193-90AB-3AE568979702}" destId="{41923670-100E-425D-90AA-D524B70B87A1}" srcOrd="0" destOrd="0" parTransId="{3EDA46BD-8785-494F-8617-36EEDC3D48DD}" sibTransId="{B7CF2AE1-7788-449C-9C48-55E5C74F2B2C}"/>
    <dgm:cxn modelId="{11624028-F73B-4E2C-8DF1-DB01F3D36A8D}" srcId="{CF498F9A-5784-4827-8ACF-E1FCBDE49375}" destId="{0F30AB58-AFD6-422D-BCED-C7B357E0A6DD}" srcOrd="1" destOrd="0" parTransId="{4912F087-9D9F-4EDB-8B01-46580A35B327}" sibTransId="{F84EEFEA-32A4-4848-816E-5180FD8D91C5}"/>
    <dgm:cxn modelId="{28267128-8A1E-4AF9-92DD-86C849C7DBA0}" type="presOf" srcId="{41923670-100E-425D-90AA-D524B70B87A1}" destId="{D5FF3624-C77C-4532-9720-B7D28AF8B1C9}" srcOrd="0" destOrd="0" presId="urn:microsoft.com/office/officeart/2005/8/layout/orgChart1"/>
    <dgm:cxn modelId="{57AC4D29-FA9D-40BC-B045-DBABA0355E13}" type="presOf" srcId="{40C0E389-713B-40DA-A462-86E01C206266}" destId="{BF9A8064-B664-4B53-88DD-D44EE6649BFB}" srcOrd="1" destOrd="0" presId="urn:microsoft.com/office/officeart/2005/8/layout/orgChart1"/>
    <dgm:cxn modelId="{BDEE6429-7895-4EC2-8587-DB41848846EF}" type="presOf" srcId="{0F30AB58-AFD6-422D-BCED-C7B357E0A6DD}" destId="{157E9B2A-604E-47E5-849F-17DAA0F799F7}" srcOrd="0" destOrd="0" presId="urn:microsoft.com/office/officeart/2005/8/layout/orgChart1"/>
    <dgm:cxn modelId="{BF6BEE2A-4C29-4C98-AF1C-2D7C89C9F433}" type="presOf" srcId="{A25C4E95-DADC-413B-8981-9141C365591A}" destId="{98F68304-4C8D-46F0-99A9-77ECC8D027D8}" srcOrd="1" destOrd="0" presId="urn:microsoft.com/office/officeart/2005/8/layout/orgChart1"/>
    <dgm:cxn modelId="{70E2A82B-1155-4F1A-AF19-5F42100AA47A}" type="presOf" srcId="{7F430F73-A63B-4FB9-B41B-B062FA97BF4B}" destId="{FA138741-F6EE-4475-A292-7475FFA2EC02}" srcOrd="1" destOrd="0" presId="urn:microsoft.com/office/officeart/2005/8/layout/orgChart1"/>
    <dgm:cxn modelId="{62BC5131-52CF-46F0-ADDE-21162C7DE95F}" type="presOf" srcId="{D2CEFBAC-42C7-420D-9149-6893F52F97C0}" destId="{7E0F898C-DBDB-4D7D-9450-71E5BCEC229A}" srcOrd="1" destOrd="0" presId="urn:microsoft.com/office/officeart/2005/8/layout/orgChart1"/>
    <dgm:cxn modelId="{4D4F9240-E832-4C0E-B13A-5EDE29E5469F}" type="presOf" srcId="{DCF75FA1-F48F-47CA-BE27-24C63B9000DB}" destId="{785F925D-6255-4E7C-8AF3-47D74F75ACFB}" srcOrd="0" destOrd="0" presId="urn:microsoft.com/office/officeart/2005/8/layout/orgChart1"/>
    <dgm:cxn modelId="{313F7944-C551-4159-AC8E-CA437E26347C}" srcId="{D2CEFBAC-42C7-420D-9149-6893F52F97C0}" destId="{4336B397-C9E3-4D24-8BBA-A8990D14D3A8}" srcOrd="1" destOrd="0" parTransId="{6F08F977-103A-416E-A3F6-BF4301FB490F}" sibTransId="{795D30F6-702F-4C40-9A2B-AF543D5A5A9B}"/>
    <dgm:cxn modelId="{CE108B47-AAF7-416D-92F2-C27C04D9968B}" type="presOf" srcId="{5734FF65-3713-422E-9273-9AF081E454F1}" destId="{652A5461-3455-422F-94C7-CEAD5413BFA6}" srcOrd="0" destOrd="0" presId="urn:microsoft.com/office/officeart/2005/8/layout/orgChart1"/>
    <dgm:cxn modelId="{6CF03B4A-D457-4E99-819C-19AC493C6845}" type="presOf" srcId="{1F232F4E-627E-4C7A-B588-713B4BCB8D5D}" destId="{A9D15327-D8EC-45D6-B658-4FEF5B855525}" srcOrd="1" destOrd="0" presId="urn:microsoft.com/office/officeart/2005/8/layout/orgChart1"/>
    <dgm:cxn modelId="{EEE2A44A-FBD5-4921-B85A-765091C5F652}" type="presOf" srcId="{98FBB7BB-8DDF-4C0F-8525-58D72FF1D62C}" destId="{91767F60-17E4-41A2-9CCB-35EB9A3F6BFD}" srcOrd="0" destOrd="0" presId="urn:microsoft.com/office/officeart/2005/8/layout/orgChart1"/>
    <dgm:cxn modelId="{18BA0352-A865-43B7-9E82-06FDF6427DDD}" type="presOf" srcId="{659BFA33-788D-4F8B-A3F9-30584DED3E0D}" destId="{C2F9E996-010F-4612-AAF0-5B3C3B97601A}" srcOrd="1" destOrd="0" presId="urn:microsoft.com/office/officeart/2005/8/layout/orgChart1"/>
    <dgm:cxn modelId="{DE74405F-A1DF-48CF-9567-3D1E8310BDD6}" type="presOf" srcId="{4912F087-9D9F-4EDB-8B01-46580A35B327}" destId="{F82B888D-7F01-4205-A418-7E467F743D95}" srcOrd="0" destOrd="0" presId="urn:microsoft.com/office/officeart/2005/8/layout/orgChart1"/>
    <dgm:cxn modelId="{520E4A67-6ECB-4F95-AC89-735D31584FF9}" type="presOf" srcId="{1F232F4E-627E-4C7A-B588-713B4BCB8D5D}" destId="{566F0EBF-16B8-4480-A734-0EA9B9923A09}" srcOrd="0" destOrd="0" presId="urn:microsoft.com/office/officeart/2005/8/layout/orgChart1"/>
    <dgm:cxn modelId="{682ABB68-CB64-45E5-8C02-FBA659249F4D}" type="presOf" srcId="{9B606A40-D22E-42F1-BA47-62EA656DF333}" destId="{791DDA86-29AA-4E8B-BB44-A8001CA0F5E7}" srcOrd="0" destOrd="0" presId="urn:microsoft.com/office/officeart/2005/8/layout/orgChart1"/>
    <dgm:cxn modelId="{1072576D-8755-42CE-AD2F-4BC370C94467}" srcId="{756B2631-3AD8-4FC2-8310-5872D3017029}" destId="{F7A29DC7-022B-40D7-9A9B-C3090BB2248E}" srcOrd="0" destOrd="0" parTransId="{EFD3B839-37C3-4265-83A0-05108515F006}" sibTransId="{6C05E05F-874B-4660-BFFD-108FAC8E41D3}"/>
    <dgm:cxn modelId="{BB960173-8AC7-425C-8696-6D1E75B34CF9}" type="presOf" srcId="{B7CC5715-6903-4696-8F18-C18F981A0327}" destId="{9F7A6612-F740-40DA-8999-C295D731C938}" srcOrd="0" destOrd="0" presId="urn:microsoft.com/office/officeart/2005/8/layout/orgChart1"/>
    <dgm:cxn modelId="{FB6FEB73-265D-4230-BE76-89B413798A4C}" type="presOf" srcId="{F7A29DC7-022B-40D7-9A9B-C3090BB2248E}" destId="{18A56462-23C9-434F-99AE-FE59FBE93040}" srcOrd="0" destOrd="0" presId="urn:microsoft.com/office/officeart/2005/8/layout/orgChart1"/>
    <dgm:cxn modelId="{96E87F76-C1F3-46A9-90D8-D51540961464}" type="presOf" srcId="{D2CEFBAC-42C7-420D-9149-6893F52F97C0}" destId="{299AE74B-CC81-48ED-9BFF-0ED68D1C6DFB}" srcOrd="0" destOrd="0" presId="urn:microsoft.com/office/officeart/2005/8/layout/orgChart1"/>
    <dgm:cxn modelId="{5EB0B276-BB89-4237-B231-D5B5AC40D3A6}" type="presOf" srcId="{40C0E389-713B-40DA-A462-86E01C206266}" destId="{7B847B6A-B322-4B95-BCF8-9A87B3F01B52}" srcOrd="0" destOrd="0" presId="urn:microsoft.com/office/officeart/2005/8/layout/orgChart1"/>
    <dgm:cxn modelId="{21FB3282-5540-4A91-B71B-8E8F0C29396E}" type="presOf" srcId="{4336B397-C9E3-4D24-8BBA-A8990D14D3A8}" destId="{8E9E3518-BAEA-4377-8B14-5783165D33CC}" srcOrd="1" destOrd="0" presId="urn:microsoft.com/office/officeart/2005/8/layout/orgChart1"/>
    <dgm:cxn modelId="{27277E82-E8B5-40D7-937B-5B089202D475}" type="presOf" srcId="{558706C2-B3D6-4E83-A03B-F9CEB7518D99}" destId="{9C226B95-EE7D-4737-AFF5-DC1C17EF57D2}" srcOrd="0" destOrd="0" presId="urn:microsoft.com/office/officeart/2005/8/layout/orgChart1"/>
    <dgm:cxn modelId="{4C3BFE85-A125-4975-AA60-87CAC1FFD4F3}" srcId="{98FBB7BB-8DDF-4C0F-8525-58D72FF1D62C}" destId="{CF498F9A-5784-4827-8ACF-E1FCBDE49375}" srcOrd="3" destOrd="0" parTransId="{69296FD9-863E-49C8-B277-259E17F8F11C}" sibTransId="{08DAC259-2CD3-419B-AB70-43ADC0076E3B}"/>
    <dgm:cxn modelId="{7F77EA87-23A5-4055-96AF-4EB85D99E236}" type="presOf" srcId="{41923670-100E-425D-90AA-D524B70B87A1}" destId="{4E65194F-B0AF-42DA-94C2-02582621789C}" srcOrd="1" destOrd="0" presId="urn:microsoft.com/office/officeart/2005/8/layout/orgChart1"/>
    <dgm:cxn modelId="{7507A788-6295-43C6-8B81-5BA48E5D4A80}" type="presOf" srcId="{CF498F9A-5784-4827-8ACF-E1FCBDE49375}" destId="{030057AE-C686-4ACC-BD5A-8A8FDC2AFC7B}" srcOrd="0" destOrd="0" presId="urn:microsoft.com/office/officeart/2005/8/layout/orgChart1"/>
    <dgm:cxn modelId="{2CDE338E-19F5-4AC2-9F48-0BE3828D9957}" srcId="{98FBB7BB-8DDF-4C0F-8525-58D72FF1D62C}" destId="{7F430F73-A63B-4FB9-B41B-B062FA97BF4B}" srcOrd="1" destOrd="0" parTransId="{E559717C-02A6-4F36-8420-62A2C6A78131}" sibTransId="{4523D89D-4841-4C24-9E65-33106C191C38}"/>
    <dgm:cxn modelId="{F9707B92-5E17-4D5C-9FF2-68FF954FD18F}" type="presOf" srcId="{756B2631-3AD8-4FC2-8310-5872D3017029}" destId="{6155CE3C-4F83-49B6-963B-B304060369A8}" srcOrd="0" destOrd="0" presId="urn:microsoft.com/office/officeart/2005/8/layout/orgChart1"/>
    <dgm:cxn modelId="{7601F792-A509-412E-809A-D2BCFC7B2FB1}" type="presOf" srcId="{C4D88F73-5AEE-4025-93D4-1BCEE0D1D95E}" destId="{882D6316-77D8-443F-8D7D-11EC533CC760}" srcOrd="1" destOrd="0" presId="urn:microsoft.com/office/officeart/2005/8/layout/orgChart1"/>
    <dgm:cxn modelId="{DA0EAC97-2C73-44A2-8076-BB69671A4D0E}" srcId="{7F430F73-A63B-4FB9-B41B-B062FA97BF4B}" destId="{659BFA33-788D-4F8B-A3F9-30584DED3E0D}" srcOrd="0" destOrd="0" parTransId="{DB79666B-F427-4284-B8A7-0CA4B5CBD906}" sibTransId="{2BA2900E-2EB6-467F-9DAD-D105F6941853}"/>
    <dgm:cxn modelId="{92D2E2A8-5E9A-4779-8E5A-6B6784F198D1}" type="presOf" srcId="{DD7C0E40-3933-4193-90AB-3AE568979702}" destId="{D890A4DC-18AF-49F0-9640-4E5D65A27DAB}" srcOrd="1" destOrd="0" presId="urn:microsoft.com/office/officeart/2005/8/layout/orgChart1"/>
    <dgm:cxn modelId="{7E151EAD-D86F-4F61-8E1D-C46F7BE8F9E0}" srcId="{98FBB7BB-8DDF-4C0F-8525-58D72FF1D62C}" destId="{D2CEFBAC-42C7-420D-9149-6893F52F97C0}" srcOrd="4" destOrd="0" parTransId="{9B606A40-D22E-42F1-BA47-62EA656DF333}" sibTransId="{E1646A0D-88FC-4DC5-BCE8-25D92E5F0B9A}"/>
    <dgm:cxn modelId="{39BF2AB1-0A66-403F-A309-937147E90008}" type="presOf" srcId="{CF498F9A-5784-4827-8ACF-E1FCBDE49375}" destId="{29E71972-FCD6-424E-BE76-69327845678B}" srcOrd="1" destOrd="0" presId="urn:microsoft.com/office/officeart/2005/8/layout/orgChart1"/>
    <dgm:cxn modelId="{0BC61CB3-EB73-4BF2-AD9A-F8F309068C4C}" srcId="{3075EA6C-EE99-446E-8D64-0A447C73194E}" destId="{98FBB7BB-8DDF-4C0F-8525-58D72FF1D62C}" srcOrd="0" destOrd="0" parTransId="{BD8BA7CF-BA93-49F6-818F-60747B0811E0}" sibTransId="{34D0F832-1F6B-42B4-8A06-F5980DA6D6AE}"/>
    <dgm:cxn modelId="{7E07DBB3-ECB4-499B-9B37-2191642174AA}" type="presOf" srcId="{69296FD9-863E-49C8-B277-259E17F8F11C}" destId="{D5B8294A-56EA-4007-B1BB-7A642C741830}" srcOrd="0" destOrd="0" presId="urn:microsoft.com/office/officeart/2005/8/layout/orgChart1"/>
    <dgm:cxn modelId="{AC79F1B3-D61E-4436-A53E-0677AC2BB0C4}" type="presOf" srcId="{98FBB7BB-8DDF-4C0F-8525-58D72FF1D62C}" destId="{EE08D88F-BB3A-4359-BC70-8A1C64BDFB9E}" srcOrd="1" destOrd="0" presId="urn:microsoft.com/office/officeart/2005/8/layout/orgChart1"/>
    <dgm:cxn modelId="{1389B0B5-F623-44C3-9211-0D77271E811E}" type="presOf" srcId="{A25C4E95-DADC-413B-8981-9141C365591A}" destId="{99E02CC4-8BB4-4819-8E7A-AF52DB541162}" srcOrd="0" destOrd="0" presId="urn:microsoft.com/office/officeart/2005/8/layout/orgChart1"/>
    <dgm:cxn modelId="{4348C9BB-B02C-4399-BF59-24CC1E2DE7B2}" type="presOf" srcId="{78535DD5-7477-413D-A54E-D020D01C347D}" destId="{AF0E3B8A-36B6-444B-980C-880602C3BA08}" srcOrd="1" destOrd="0" presId="urn:microsoft.com/office/officeart/2005/8/layout/orgChart1"/>
    <dgm:cxn modelId="{506241BE-612B-4149-B61C-34CF7E1C8AB7}" type="presOf" srcId="{DD7C0E40-3933-4193-90AB-3AE568979702}" destId="{483B6499-227D-4DE7-8511-E8776DB10672}" srcOrd="0" destOrd="0" presId="urn:microsoft.com/office/officeart/2005/8/layout/orgChart1"/>
    <dgm:cxn modelId="{2C2F4CC8-F29D-410F-BF81-DB4A3DDAF856}" type="presOf" srcId="{EFD3B839-37C3-4265-83A0-05108515F006}" destId="{34BD58F0-3ECD-4050-B970-AD977904DF3D}" srcOrd="0" destOrd="0" presId="urn:microsoft.com/office/officeart/2005/8/layout/orgChart1"/>
    <dgm:cxn modelId="{5F6810C9-04A7-40D6-BDCD-7543991E5E36}" srcId="{7F430F73-A63B-4FB9-B41B-B062FA97BF4B}" destId="{40C0E389-713B-40DA-A462-86E01C206266}" srcOrd="1" destOrd="0" parTransId="{E0690E68-6F49-472E-8E29-89945C361D45}" sibTransId="{EFD17BF2-9C6D-4A60-8BE2-9A367C1DBBE9}"/>
    <dgm:cxn modelId="{E99D97CA-ABEA-453B-8D40-1E3EB219B818}" srcId="{D2CEFBAC-42C7-420D-9149-6893F52F97C0}" destId="{78535DD5-7477-413D-A54E-D020D01C347D}" srcOrd="0" destOrd="0" parTransId="{DCF75FA1-F48F-47CA-BE27-24C63B9000DB}" sibTransId="{67F74BE8-A58B-43B9-A496-32C192B3933C}"/>
    <dgm:cxn modelId="{54762FDA-C2A9-4994-B5F4-ECCAB5CF3E54}" type="presOf" srcId="{6F08F977-103A-416E-A3F6-BF4301FB490F}" destId="{C64F9414-1C7E-4448-9AFE-4CE2B1EC2469}" srcOrd="0" destOrd="0" presId="urn:microsoft.com/office/officeart/2005/8/layout/orgChart1"/>
    <dgm:cxn modelId="{70899DDB-9351-4A51-8E29-B874DC98ABCD}" type="presOf" srcId="{7F430F73-A63B-4FB9-B41B-B062FA97BF4B}" destId="{E95F848B-786F-4A66-89AC-66B8ECEDB889}" srcOrd="0" destOrd="0" presId="urn:microsoft.com/office/officeart/2005/8/layout/orgChart1"/>
    <dgm:cxn modelId="{E0001BDC-2A67-49D2-A58E-9604CFA5D5A9}" srcId="{DD7C0E40-3933-4193-90AB-3AE568979702}" destId="{C4D88F73-5AEE-4025-93D4-1BCEE0D1D95E}" srcOrd="1" destOrd="0" parTransId="{6AC6998D-3699-40D4-B991-CFE596AB9610}" sibTransId="{BA7D2D7E-AE6C-4BFF-81EF-73B7FDEA0A74}"/>
    <dgm:cxn modelId="{A7D58CE5-1B9A-4BBB-8536-8378C397C3A6}" type="presOf" srcId="{32CB7F1C-B853-4B34-AC59-6DD124D4A5FD}" destId="{FF8BC99B-A584-4ED9-B7BC-AAC30B515CDD}" srcOrd="0" destOrd="0" presId="urn:microsoft.com/office/officeart/2005/8/layout/orgChart1"/>
    <dgm:cxn modelId="{DC5367E7-E8F5-444A-97B4-1E418D579074}" srcId="{756B2631-3AD8-4FC2-8310-5872D3017029}" destId="{1F232F4E-627E-4C7A-B588-713B4BCB8D5D}" srcOrd="1" destOrd="0" parTransId="{5734FF65-3713-422E-9273-9AF081E454F1}" sibTransId="{5D7559D6-79F7-4E46-B6BF-CE0030775561}"/>
    <dgm:cxn modelId="{69FC23E9-E806-458F-8C6B-F00A42BF599E}" type="presOf" srcId="{0F30AB58-AFD6-422D-BCED-C7B357E0A6DD}" destId="{F05F0912-4E9A-47C4-85C8-76C113F77DE1}" srcOrd="1" destOrd="0" presId="urn:microsoft.com/office/officeart/2005/8/layout/orgChart1"/>
    <dgm:cxn modelId="{5BD21CEA-6589-4B6C-A884-A31CF04CFCAE}" type="presOf" srcId="{DB79666B-F427-4284-B8A7-0CA4B5CBD906}" destId="{E81A16E0-58B6-492E-8174-CC9AF076603D}" srcOrd="0" destOrd="0" presId="urn:microsoft.com/office/officeart/2005/8/layout/orgChart1"/>
    <dgm:cxn modelId="{75BD45EB-1B0F-4E9F-B9E6-B75AA35B1C09}" type="presOf" srcId="{3075EA6C-EE99-446E-8D64-0A447C73194E}" destId="{03B1AC96-51BD-42F4-9618-59247A394513}" srcOrd="0" destOrd="0" presId="urn:microsoft.com/office/officeart/2005/8/layout/orgChart1"/>
    <dgm:cxn modelId="{F6EC6EED-4F10-4393-AA46-CB34A507D417}" type="presOf" srcId="{C4D88F73-5AEE-4025-93D4-1BCEE0D1D95E}" destId="{BC72EED6-39FA-464D-8AE3-3049AC60D3F6}" srcOrd="0" destOrd="0" presId="urn:microsoft.com/office/officeart/2005/8/layout/orgChart1"/>
    <dgm:cxn modelId="{E5391AEE-A7B1-423E-97B1-BA32E0903DF1}" type="presOf" srcId="{78535DD5-7477-413D-A54E-D020D01C347D}" destId="{B229FD13-C5EF-4EBD-B8C4-3B76370C0695}" srcOrd="0" destOrd="0" presId="urn:microsoft.com/office/officeart/2005/8/layout/orgChart1"/>
    <dgm:cxn modelId="{8FB652F1-CDA9-4BDF-9B10-756619057778}" srcId="{98FBB7BB-8DDF-4C0F-8525-58D72FF1D62C}" destId="{DD7C0E40-3933-4193-90AB-3AE568979702}" srcOrd="2" destOrd="0" parTransId="{B7CC5715-6903-4696-8F18-C18F981A0327}" sibTransId="{69363DF9-EC87-4C38-92C0-35D3919CC15B}"/>
    <dgm:cxn modelId="{DA098BFA-B004-4C78-8FE2-630C31057203}" type="presOf" srcId="{659BFA33-788D-4F8B-A3F9-30584DED3E0D}" destId="{9CEC2203-12C4-4475-9DD4-4658C7745518}" srcOrd="0" destOrd="0" presId="urn:microsoft.com/office/officeart/2005/8/layout/orgChart1"/>
    <dgm:cxn modelId="{EDFABCFB-D5A1-4326-913C-927458933624}" srcId="{98FBB7BB-8DDF-4C0F-8525-58D72FF1D62C}" destId="{756B2631-3AD8-4FC2-8310-5872D3017029}" srcOrd="0" destOrd="0" parTransId="{32CB7F1C-B853-4B34-AC59-6DD124D4A5FD}" sibTransId="{75FB2D18-C147-4FB6-97F6-97C16063D036}"/>
    <dgm:cxn modelId="{3B1C47FD-EB29-453C-8E1E-EE051FF11C64}" type="presOf" srcId="{756B2631-3AD8-4FC2-8310-5872D3017029}" destId="{E38BAD24-7EED-4152-8E38-482F3041224C}" srcOrd="1" destOrd="0" presId="urn:microsoft.com/office/officeart/2005/8/layout/orgChart1"/>
    <dgm:cxn modelId="{CF48BC16-FB32-4420-8898-27279603242F}" type="presParOf" srcId="{03B1AC96-51BD-42F4-9618-59247A394513}" destId="{42EEF49F-687E-483B-BE59-6E96C183BC00}" srcOrd="0" destOrd="0" presId="urn:microsoft.com/office/officeart/2005/8/layout/orgChart1"/>
    <dgm:cxn modelId="{DF4BA4E0-B0DD-40E4-803E-AB583A9B6E55}" type="presParOf" srcId="{42EEF49F-687E-483B-BE59-6E96C183BC00}" destId="{16F34021-6443-44D5-A2EF-1AE3FDBA4E7A}" srcOrd="0" destOrd="0" presId="urn:microsoft.com/office/officeart/2005/8/layout/orgChart1"/>
    <dgm:cxn modelId="{3627BEF3-4A19-4537-B609-32A5E5548432}" type="presParOf" srcId="{16F34021-6443-44D5-A2EF-1AE3FDBA4E7A}" destId="{91767F60-17E4-41A2-9CCB-35EB9A3F6BFD}" srcOrd="0" destOrd="0" presId="urn:microsoft.com/office/officeart/2005/8/layout/orgChart1"/>
    <dgm:cxn modelId="{76559F73-B653-40F5-BE65-7E167AA9FBDB}" type="presParOf" srcId="{16F34021-6443-44D5-A2EF-1AE3FDBA4E7A}" destId="{EE08D88F-BB3A-4359-BC70-8A1C64BDFB9E}" srcOrd="1" destOrd="0" presId="urn:microsoft.com/office/officeart/2005/8/layout/orgChart1"/>
    <dgm:cxn modelId="{80FFFDBB-C7F2-4557-AEF8-890720F1C283}" type="presParOf" srcId="{42EEF49F-687E-483B-BE59-6E96C183BC00}" destId="{CD20ECAD-3097-43B7-9809-31D40D17C28B}" srcOrd="1" destOrd="0" presId="urn:microsoft.com/office/officeart/2005/8/layout/orgChart1"/>
    <dgm:cxn modelId="{0254F74B-E8F6-419E-83A8-EB8A99F3F0AB}" type="presParOf" srcId="{CD20ECAD-3097-43B7-9809-31D40D17C28B}" destId="{FF8BC99B-A584-4ED9-B7BC-AAC30B515CDD}" srcOrd="0" destOrd="0" presId="urn:microsoft.com/office/officeart/2005/8/layout/orgChart1"/>
    <dgm:cxn modelId="{9790C29D-5CDD-4629-AF8C-5E81BBC5DBEE}" type="presParOf" srcId="{CD20ECAD-3097-43B7-9809-31D40D17C28B}" destId="{39CBA1DC-E430-4E45-A760-683B43A0E1D3}" srcOrd="1" destOrd="0" presId="urn:microsoft.com/office/officeart/2005/8/layout/orgChart1"/>
    <dgm:cxn modelId="{B2021A2A-C930-4967-A250-C0E03C0A2B8E}" type="presParOf" srcId="{39CBA1DC-E430-4E45-A760-683B43A0E1D3}" destId="{E52ED77C-5F94-4E70-8487-39E64A42DE4A}" srcOrd="0" destOrd="0" presId="urn:microsoft.com/office/officeart/2005/8/layout/orgChart1"/>
    <dgm:cxn modelId="{7B549B3E-7A4D-44F4-B5BF-093326B82881}" type="presParOf" srcId="{E52ED77C-5F94-4E70-8487-39E64A42DE4A}" destId="{6155CE3C-4F83-49B6-963B-B304060369A8}" srcOrd="0" destOrd="0" presId="urn:microsoft.com/office/officeart/2005/8/layout/orgChart1"/>
    <dgm:cxn modelId="{39E566F6-CD7B-4CD8-9F6E-D5786E60E9B5}" type="presParOf" srcId="{E52ED77C-5F94-4E70-8487-39E64A42DE4A}" destId="{E38BAD24-7EED-4152-8E38-482F3041224C}" srcOrd="1" destOrd="0" presId="urn:microsoft.com/office/officeart/2005/8/layout/orgChart1"/>
    <dgm:cxn modelId="{6D595F6F-F49C-4AAC-ABC7-B2CD5D508194}" type="presParOf" srcId="{39CBA1DC-E430-4E45-A760-683B43A0E1D3}" destId="{6FA5B417-08CF-40AA-9908-D492AD7EF663}" srcOrd="1" destOrd="0" presId="urn:microsoft.com/office/officeart/2005/8/layout/orgChart1"/>
    <dgm:cxn modelId="{BED38FE4-1B2A-4A59-9433-FADDEF8B7A5D}" type="presParOf" srcId="{6FA5B417-08CF-40AA-9908-D492AD7EF663}" destId="{34BD58F0-3ECD-4050-B970-AD977904DF3D}" srcOrd="0" destOrd="0" presId="urn:microsoft.com/office/officeart/2005/8/layout/orgChart1"/>
    <dgm:cxn modelId="{8F7E8813-50F4-45A9-AD53-211EB6CA8B01}" type="presParOf" srcId="{6FA5B417-08CF-40AA-9908-D492AD7EF663}" destId="{E9CF2588-7158-452E-987F-C7AE8477904B}" srcOrd="1" destOrd="0" presId="urn:microsoft.com/office/officeart/2005/8/layout/orgChart1"/>
    <dgm:cxn modelId="{B075DB5D-6282-4523-A0FB-03EE1407F909}" type="presParOf" srcId="{E9CF2588-7158-452E-987F-C7AE8477904B}" destId="{85FC2A31-4EF8-46CC-919C-953CB6D81B25}" srcOrd="0" destOrd="0" presId="urn:microsoft.com/office/officeart/2005/8/layout/orgChart1"/>
    <dgm:cxn modelId="{E22CDC0C-6F6C-4550-988E-2AE513BA5244}" type="presParOf" srcId="{85FC2A31-4EF8-46CC-919C-953CB6D81B25}" destId="{18A56462-23C9-434F-99AE-FE59FBE93040}" srcOrd="0" destOrd="0" presId="urn:microsoft.com/office/officeart/2005/8/layout/orgChart1"/>
    <dgm:cxn modelId="{82D7EAF4-315D-4D0F-9ADF-606BA92A17E4}" type="presParOf" srcId="{85FC2A31-4EF8-46CC-919C-953CB6D81B25}" destId="{2B054BEC-5DC4-4981-B557-72419247284E}" srcOrd="1" destOrd="0" presId="urn:microsoft.com/office/officeart/2005/8/layout/orgChart1"/>
    <dgm:cxn modelId="{1F48E45F-689D-4085-8B6E-9D8446997905}" type="presParOf" srcId="{E9CF2588-7158-452E-987F-C7AE8477904B}" destId="{0ECE3980-76F2-4528-865A-45804EFF4578}" srcOrd="1" destOrd="0" presId="urn:microsoft.com/office/officeart/2005/8/layout/orgChart1"/>
    <dgm:cxn modelId="{96D3C9C4-AEE5-47EC-AD6E-A5BAF78CC047}" type="presParOf" srcId="{E9CF2588-7158-452E-987F-C7AE8477904B}" destId="{2BECA246-6DCE-469E-8DE8-64455E34562D}" srcOrd="2" destOrd="0" presId="urn:microsoft.com/office/officeart/2005/8/layout/orgChart1"/>
    <dgm:cxn modelId="{BD3486A3-29B2-403F-95F1-B2252E4E5953}" type="presParOf" srcId="{6FA5B417-08CF-40AA-9908-D492AD7EF663}" destId="{652A5461-3455-422F-94C7-CEAD5413BFA6}" srcOrd="2" destOrd="0" presId="urn:microsoft.com/office/officeart/2005/8/layout/orgChart1"/>
    <dgm:cxn modelId="{97F339F1-6DEE-4952-BCBE-61C9EC5DFDCB}" type="presParOf" srcId="{6FA5B417-08CF-40AA-9908-D492AD7EF663}" destId="{378A84EA-70B7-44BC-94B5-220967494916}" srcOrd="3" destOrd="0" presId="urn:microsoft.com/office/officeart/2005/8/layout/orgChart1"/>
    <dgm:cxn modelId="{E7EB8828-CB1B-450C-A9B1-A554CECD3EA6}" type="presParOf" srcId="{378A84EA-70B7-44BC-94B5-220967494916}" destId="{C9E4341D-9EBE-444B-AE97-E4847FD224EA}" srcOrd="0" destOrd="0" presId="urn:microsoft.com/office/officeart/2005/8/layout/orgChart1"/>
    <dgm:cxn modelId="{8D91ADC7-C8D5-4D8F-A413-E56F7C136029}" type="presParOf" srcId="{C9E4341D-9EBE-444B-AE97-E4847FD224EA}" destId="{566F0EBF-16B8-4480-A734-0EA9B9923A09}" srcOrd="0" destOrd="0" presId="urn:microsoft.com/office/officeart/2005/8/layout/orgChart1"/>
    <dgm:cxn modelId="{10A1410E-C064-41A8-9491-51C2F52EDDC7}" type="presParOf" srcId="{C9E4341D-9EBE-444B-AE97-E4847FD224EA}" destId="{A9D15327-D8EC-45D6-B658-4FEF5B855525}" srcOrd="1" destOrd="0" presId="urn:microsoft.com/office/officeart/2005/8/layout/orgChart1"/>
    <dgm:cxn modelId="{E08E746A-477B-4D76-A9D3-E9554C6FE946}" type="presParOf" srcId="{378A84EA-70B7-44BC-94B5-220967494916}" destId="{68F726A4-5E77-42C5-B565-802869043FCE}" srcOrd="1" destOrd="0" presId="urn:microsoft.com/office/officeart/2005/8/layout/orgChart1"/>
    <dgm:cxn modelId="{B91257BA-12C7-48AF-B637-E58155C43D12}" type="presParOf" srcId="{378A84EA-70B7-44BC-94B5-220967494916}" destId="{5F0A5D37-AA30-4316-9F5B-30DD3743574C}" srcOrd="2" destOrd="0" presId="urn:microsoft.com/office/officeart/2005/8/layout/orgChart1"/>
    <dgm:cxn modelId="{2AB43EEC-BAA2-4E34-B12C-9D3AB00E8620}" type="presParOf" srcId="{39CBA1DC-E430-4E45-A760-683B43A0E1D3}" destId="{34802D57-D90B-4EAD-9922-063C186BFE74}" srcOrd="2" destOrd="0" presId="urn:microsoft.com/office/officeart/2005/8/layout/orgChart1"/>
    <dgm:cxn modelId="{FDA57BA0-F93A-4BE4-8529-EDBE712B6B94}" type="presParOf" srcId="{CD20ECAD-3097-43B7-9809-31D40D17C28B}" destId="{329CBD1F-E280-4305-98DF-44A79842B7E9}" srcOrd="2" destOrd="0" presId="urn:microsoft.com/office/officeart/2005/8/layout/orgChart1"/>
    <dgm:cxn modelId="{A5452715-668B-4910-B0D5-C342A53D8972}" type="presParOf" srcId="{CD20ECAD-3097-43B7-9809-31D40D17C28B}" destId="{E7E3B87B-2D68-4802-BEA0-8451DC677E07}" srcOrd="3" destOrd="0" presId="urn:microsoft.com/office/officeart/2005/8/layout/orgChart1"/>
    <dgm:cxn modelId="{918D185D-14E4-48E0-93E1-1842EA6F8FE6}" type="presParOf" srcId="{E7E3B87B-2D68-4802-BEA0-8451DC677E07}" destId="{83F0E5BD-677C-420F-BE68-4DA80B419CD1}" srcOrd="0" destOrd="0" presId="urn:microsoft.com/office/officeart/2005/8/layout/orgChart1"/>
    <dgm:cxn modelId="{D6F7DABF-D485-4798-BDB4-30205B8439A8}" type="presParOf" srcId="{83F0E5BD-677C-420F-BE68-4DA80B419CD1}" destId="{E95F848B-786F-4A66-89AC-66B8ECEDB889}" srcOrd="0" destOrd="0" presId="urn:microsoft.com/office/officeart/2005/8/layout/orgChart1"/>
    <dgm:cxn modelId="{E0834AD9-8F88-45D3-85DD-6AF85188A88B}" type="presParOf" srcId="{83F0E5BD-677C-420F-BE68-4DA80B419CD1}" destId="{FA138741-F6EE-4475-A292-7475FFA2EC02}" srcOrd="1" destOrd="0" presId="urn:microsoft.com/office/officeart/2005/8/layout/orgChart1"/>
    <dgm:cxn modelId="{B538C336-61D1-4B94-8EA9-ACBF43CB2CC2}" type="presParOf" srcId="{E7E3B87B-2D68-4802-BEA0-8451DC677E07}" destId="{1801C6F0-3559-41FD-9B15-F6462882A19A}" srcOrd="1" destOrd="0" presId="urn:microsoft.com/office/officeart/2005/8/layout/orgChart1"/>
    <dgm:cxn modelId="{DC765941-1AA3-4640-BC86-F8F7555A8A7F}" type="presParOf" srcId="{1801C6F0-3559-41FD-9B15-F6462882A19A}" destId="{E81A16E0-58B6-492E-8174-CC9AF076603D}" srcOrd="0" destOrd="0" presId="urn:microsoft.com/office/officeart/2005/8/layout/orgChart1"/>
    <dgm:cxn modelId="{3BEDC1E1-8CA0-48DF-9D03-8D34FC82BFFE}" type="presParOf" srcId="{1801C6F0-3559-41FD-9B15-F6462882A19A}" destId="{4CCED876-D697-480B-AA5A-4B7E2FFB3E1F}" srcOrd="1" destOrd="0" presId="urn:microsoft.com/office/officeart/2005/8/layout/orgChart1"/>
    <dgm:cxn modelId="{7736D9A2-9903-42C4-AC44-EAE1D61C4281}" type="presParOf" srcId="{4CCED876-D697-480B-AA5A-4B7E2FFB3E1F}" destId="{4942BD2D-1579-4634-AC7F-6F35AC75A023}" srcOrd="0" destOrd="0" presId="urn:microsoft.com/office/officeart/2005/8/layout/orgChart1"/>
    <dgm:cxn modelId="{1BC22FE5-A6D5-4F54-9C4A-CAB5791C38A8}" type="presParOf" srcId="{4942BD2D-1579-4634-AC7F-6F35AC75A023}" destId="{9CEC2203-12C4-4475-9DD4-4658C7745518}" srcOrd="0" destOrd="0" presId="urn:microsoft.com/office/officeart/2005/8/layout/orgChart1"/>
    <dgm:cxn modelId="{E0E84A6B-4FD2-4AA0-A44C-EBC3CF45CF88}" type="presParOf" srcId="{4942BD2D-1579-4634-AC7F-6F35AC75A023}" destId="{C2F9E996-010F-4612-AAF0-5B3C3B97601A}" srcOrd="1" destOrd="0" presId="urn:microsoft.com/office/officeart/2005/8/layout/orgChart1"/>
    <dgm:cxn modelId="{B505A7C2-193D-4355-9FBA-D9066B4C14B3}" type="presParOf" srcId="{4CCED876-D697-480B-AA5A-4B7E2FFB3E1F}" destId="{FC4A219C-4D70-43F0-BF41-AB3B0BA0A20A}" srcOrd="1" destOrd="0" presId="urn:microsoft.com/office/officeart/2005/8/layout/orgChart1"/>
    <dgm:cxn modelId="{31FCCE22-02C8-41DD-A0B4-E9C61DF712DC}" type="presParOf" srcId="{4CCED876-D697-480B-AA5A-4B7E2FFB3E1F}" destId="{1EB5E605-0DCC-4857-833A-81FDACD72CA5}" srcOrd="2" destOrd="0" presId="urn:microsoft.com/office/officeart/2005/8/layout/orgChart1"/>
    <dgm:cxn modelId="{604FCBCC-8AAB-423B-9B13-967B0C2B3BCE}" type="presParOf" srcId="{1801C6F0-3559-41FD-9B15-F6462882A19A}" destId="{9F5F2726-C502-490E-BA65-4D4A28A8CDAF}" srcOrd="2" destOrd="0" presId="urn:microsoft.com/office/officeart/2005/8/layout/orgChart1"/>
    <dgm:cxn modelId="{D567C182-3289-4FF3-B3E5-83EC21CA9ECA}" type="presParOf" srcId="{1801C6F0-3559-41FD-9B15-F6462882A19A}" destId="{E3B73799-99A4-4FF4-9A02-BE4683A1BE37}" srcOrd="3" destOrd="0" presId="urn:microsoft.com/office/officeart/2005/8/layout/orgChart1"/>
    <dgm:cxn modelId="{03F72422-41EE-4DE7-AB31-A20CCAB27659}" type="presParOf" srcId="{E3B73799-99A4-4FF4-9A02-BE4683A1BE37}" destId="{641C1738-5832-4D56-940F-1E53D6369FF8}" srcOrd="0" destOrd="0" presId="urn:microsoft.com/office/officeart/2005/8/layout/orgChart1"/>
    <dgm:cxn modelId="{88A2E128-CB59-4D63-9676-7BC4FB9B27D9}" type="presParOf" srcId="{641C1738-5832-4D56-940F-1E53D6369FF8}" destId="{7B847B6A-B322-4B95-BCF8-9A87B3F01B52}" srcOrd="0" destOrd="0" presId="urn:microsoft.com/office/officeart/2005/8/layout/orgChart1"/>
    <dgm:cxn modelId="{38AB20A0-59F2-4A20-A1AA-E2DEA6DA99FE}" type="presParOf" srcId="{641C1738-5832-4D56-940F-1E53D6369FF8}" destId="{BF9A8064-B664-4B53-88DD-D44EE6649BFB}" srcOrd="1" destOrd="0" presId="urn:microsoft.com/office/officeart/2005/8/layout/orgChart1"/>
    <dgm:cxn modelId="{46C41751-5013-4145-BD79-6A4DAE8A9405}" type="presParOf" srcId="{E3B73799-99A4-4FF4-9A02-BE4683A1BE37}" destId="{5B96C2F4-8360-4C13-BF9B-B32F19173AB7}" srcOrd="1" destOrd="0" presId="urn:microsoft.com/office/officeart/2005/8/layout/orgChart1"/>
    <dgm:cxn modelId="{CA72AA30-627B-4785-9B5D-96905189A3D4}" type="presParOf" srcId="{E3B73799-99A4-4FF4-9A02-BE4683A1BE37}" destId="{DDDF341E-7E8A-4CB3-BB96-691A07ABB6FB}" srcOrd="2" destOrd="0" presId="urn:microsoft.com/office/officeart/2005/8/layout/orgChart1"/>
    <dgm:cxn modelId="{13BD8C46-3DA5-442B-8800-D4A644410264}" type="presParOf" srcId="{E7E3B87B-2D68-4802-BEA0-8451DC677E07}" destId="{817686D2-987A-4FCA-9589-25C240BE662C}" srcOrd="2" destOrd="0" presId="urn:microsoft.com/office/officeart/2005/8/layout/orgChart1"/>
    <dgm:cxn modelId="{5BAAAB75-2F39-4209-B851-73F259245E9B}" type="presParOf" srcId="{CD20ECAD-3097-43B7-9809-31D40D17C28B}" destId="{9F7A6612-F740-40DA-8999-C295D731C938}" srcOrd="4" destOrd="0" presId="urn:microsoft.com/office/officeart/2005/8/layout/orgChart1"/>
    <dgm:cxn modelId="{C2DF955C-0839-4081-BFC0-9E67F994D1D6}" type="presParOf" srcId="{CD20ECAD-3097-43B7-9809-31D40D17C28B}" destId="{11987CEC-9089-411B-A35A-E094AAF5E842}" srcOrd="5" destOrd="0" presId="urn:microsoft.com/office/officeart/2005/8/layout/orgChart1"/>
    <dgm:cxn modelId="{03C0EF79-C6AD-4BD2-9E23-58EE14763CB3}" type="presParOf" srcId="{11987CEC-9089-411B-A35A-E094AAF5E842}" destId="{D7E4C3CA-CB70-4FEE-B25E-374F0893EDA4}" srcOrd="0" destOrd="0" presId="urn:microsoft.com/office/officeart/2005/8/layout/orgChart1"/>
    <dgm:cxn modelId="{AD0D5629-CBC8-4FE0-88C9-0A264D16F3B9}" type="presParOf" srcId="{D7E4C3CA-CB70-4FEE-B25E-374F0893EDA4}" destId="{483B6499-227D-4DE7-8511-E8776DB10672}" srcOrd="0" destOrd="0" presId="urn:microsoft.com/office/officeart/2005/8/layout/orgChart1"/>
    <dgm:cxn modelId="{A804F2CC-0628-426D-8070-FD62C8620849}" type="presParOf" srcId="{D7E4C3CA-CB70-4FEE-B25E-374F0893EDA4}" destId="{D890A4DC-18AF-49F0-9640-4E5D65A27DAB}" srcOrd="1" destOrd="0" presId="urn:microsoft.com/office/officeart/2005/8/layout/orgChart1"/>
    <dgm:cxn modelId="{183C8B41-3237-4457-8A29-763B05CFF689}" type="presParOf" srcId="{11987CEC-9089-411B-A35A-E094AAF5E842}" destId="{360EA255-27D7-4975-84F2-406A2CD7F9D7}" srcOrd="1" destOrd="0" presId="urn:microsoft.com/office/officeart/2005/8/layout/orgChart1"/>
    <dgm:cxn modelId="{CBB0C051-04F2-4693-873B-C7018EF41B28}" type="presParOf" srcId="{360EA255-27D7-4975-84F2-406A2CD7F9D7}" destId="{F1922A70-ECC5-4E09-A23A-15FF04A749A5}" srcOrd="0" destOrd="0" presId="urn:microsoft.com/office/officeart/2005/8/layout/orgChart1"/>
    <dgm:cxn modelId="{61D8B6B6-9DCB-4B9A-9831-5E2094E247D3}" type="presParOf" srcId="{360EA255-27D7-4975-84F2-406A2CD7F9D7}" destId="{53EB6486-F432-4968-9EB8-2686CFBC62E5}" srcOrd="1" destOrd="0" presId="urn:microsoft.com/office/officeart/2005/8/layout/orgChart1"/>
    <dgm:cxn modelId="{67AD50D9-4924-49FD-86D6-9279E0E0ABFC}" type="presParOf" srcId="{53EB6486-F432-4968-9EB8-2686CFBC62E5}" destId="{5A816FF4-4E0A-4F66-8D92-A3190A120D6D}" srcOrd="0" destOrd="0" presId="urn:microsoft.com/office/officeart/2005/8/layout/orgChart1"/>
    <dgm:cxn modelId="{AD3EF645-628B-4F97-84A7-A90A998FE179}" type="presParOf" srcId="{5A816FF4-4E0A-4F66-8D92-A3190A120D6D}" destId="{D5FF3624-C77C-4532-9720-B7D28AF8B1C9}" srcOrd="0" destOrd="0" presId="urn:microsoft.com/office/officeart/2005/8/layout/orgChart1"/>
    <dgm:cxn modelId="{3E849D67-457E-4301-963B-AFC0DF53A311}" type="presParOf" srcId="{5A816FF4-4E0A-4F66-8D92-A3190A120D6D}" destId="{4E65194F-B0AF-42DA-94C2-02582621789C}" srcOrd="1" destOrd="0" presId="urn:microsoft.com/office/officeart/2005/8/layout/orgChart1"/>
    <dgm:cxn modelId="{48069C7C-13E2-43B8-AC93-374299F0B83E}" type="presParOf" srcId="{53EB6486-F432-4968-9EB8-2686CFBC62E5}" destId="{9F2D932F-FF11-46A0-9938-C28889D5A968}" srcOrd="1" destOrd="0" presId="urn:microsoft.com/office/officeart/2005/8/layout/orgChart1"/>
    <dgm:cxn modelId="{DCAA89CD-6C6E-4817-90CC-2B4F6A79CFA5}" type="presParOf" srcId="{53EB6486-F432-4968-9EB8-2686CFBC62E5}" destId="{2DECD5F7-33D7-4CE0-800D-85AE2BE6D30A}" srcOrd="2" destOrd="0" presId="urn:microsoft.com/office/officeart/2005/8/layout/orgChart1"/>
    <dgm:cxn modelId="{BA8A144C-35E2-40F4-89AD-B3F886412B7A}" type="presParOf" srcId="{360EA255-27D7-4975-84F2-406A2CD7F9D7}" destId="{B3868BE0-42B0-4764-8441-0F7C470239DA}" srcOrd="2" destOrd="0" presId="urn:microsoft.com/office/officeart/2005/8/layout/orgChart1"/>
    <dgm:cxn modelId="{3030479F-563F-4B81-BD31-9CF34EDA3B34}" type="presParOf" srcId="{360EA255-27D7-4975-84F2-406A2CD7F9D7}" destId="{49314AC1-AF24-4046-AD22-AB9B9BC14B0E}" srcOrd="3" destOrd="0" presId="urn:microsoft.com/office/officeart/2005/8/layout/orgChart1"/>
    <dgm:cxn modelId="{14BE07A6-BE31-49EB-A6EB-DDCB76A8F079}" type="presParOf" srcId="{49314AC1-AF24-4046-AD22-AB9B9BC14B0E}" destId="{1567AC79-7517-4866-B1FE-A6552C7A0195}" srcOrd="0" destOrd="0" presId="urn:microsoft.com/office/officeart/2005/8/layout/orgChart1"/>
    <dgm:cxn modelId="{552ACCA2-4D41-4B6E-B507-DFC451BE1615}" type="presParOf" srcId="{1567AC79-7517-4866-B1FE-A6552C7A0195}" destId="{BC72EED6-39FA-464D-8AE3-3049AC60D3F6}" srcOrd="0" destOrd="0" presId="urn:microsoft.com/office/officeart/2005/8/layout/orgChart1"/>
    <dgm:cxn modelId="{6FA3E639-54DB-4E65-B2A4-5341C920521E}" type="presParOf" srcId="{1567AC79-7517-4866-B1FE-A6552C7A0195}" destId="{882D6316-77D8-443F-8D7D-11EC533CC760}" srcOrd="1" destOrd="0" presId="urn:microsoft.com/office/officeart/2005/8/layout/orgChart1"/>
    <dgm:cxn modelId="{8FB411AF-4788-4D19-B40E-078E8D03CC47}" type="presParOf" srcId="{49314AC1-AF24-4046-AD22-AB9B9BC14B0E}" destId="{B2FEA303-E345-41D0-ADE3-4428EAD5067D}" srcOrd="1" destOrd="0" presId="urn:microsoft.com/office/officeart/2005/8/layout/orgChart1"/>
    <dgm:cxn modelId="{5DF8BBF5-A71C-495D-852D-942880CF4524}" type="presParOf" srcId="{49314AC1-AF24-4046-AD22-AB9B9BC14B0E}" destId="{705C99FF-816A-45CD-9277-0F2B57073AA0}" srcOrd="2" destOrd="0" presId="urn:microsoft.com/office/officeart/2005/8/layout/orgChart1"/>
    <dgm:cxn modelId="{96F59F99-8C67-48AF-A9B2-B41BF486F701}" type="presParOf" srcId="{11987CEC-9089-411B-A35A-E094AAF5E842}" destId="{0B48547B-31C3-4EB3-826B-AE5AF4A3D35D}" srcOrd="2" destOrd="0" presId="urn:microsoft.com/office/officeart/2005/8/layout/orgChart1"/>
    <dgm:cxn modelId="{6335ED22-0DE2-4520-B819-CD310433345E}" type="presParOf" srcId="{CD20ECAD-3097-43B7-9809-31D40D17C28B}" destId="{D5B8294A-56EA-4007-B1BB-7A642C741830}" srcOrd="6" destOrd="0" presId="urn:microsoft.com/office/officeart/2005/8/layout/orgChart1"/>
    <dgm:cxn modelId="{69B27C31-EE09-45A6-BBEC-0C0721D4402B}" type="presParOf" srcId="{CD20ECAD-3097-43B7-9809-31D40D17C28B}" destId="{B60347E4-19E2-482F-A1FA-F1F25A0203A0}" srcOrd="7" destOrd="0" presId="urn:microsoft.com/office/officeart/2005/8/layout/orgChart1"/>
    <dgm:cxn modelId="{AAA2607A-B495-42F0-967D-23729F1B2D72}" type="presParOf" srcId="{B60347E4-19E2-482F-A1FA-F1F25A0203A0}" destId="{A84AB0FE-9B3F-487A-9D93-A2F0141F474A}" srcOrd="0" destOrd="0" presId="urn:microsoft.com/office/officeart/2005/8/layout/orgChart1"/>
    <dgm:cxn modelId="{0CA20084-E1E5-4F49-A20F-56FC1D9A88F0}" type="presParOf" srcId="{A84AB0FE-9B3F-487A-9D93-A2F0141F474A}" destId="{030057AE-C686-4ACC-BD5A-8A8FDC2AFC7B}" srcOrd="0" destOrd="0" presId="urn:microsoft.com/office/officeart/2005/8/layout/orgChart1"/>
    <dgm:cxn modelId="{8E0282FA-A6D2-48C7-8AA8-17B187D36E3D}" type="presParOf" srcId="{A84AB0FE-9B3F-487A-9D93-A2F0141F474A}" destId="{29E71972-FCD6-424E-BE76-69327845678B}" srcOrd="1" destOrd="0" presId="urn:microsoft.com/office/officeart/2005/8/layout/orgChart1"/>
    <dgm:cxn modelId="{606D8C1F-9A94-41F2-AFE2-56A7AD8A6B6A}" type="presParOf" srcId="{B60347E4-19E2-482F-A1FA-F1F25A0203A0}" destId="{B7C588E7-C20A-447F-9F18-B9E380275169}" srcOrd="1" destOrd="0" presId="urn:microsoft.com/office/officeart/2005/8/layout/orgChart1"/>
    <dgm:cxn modelId="{FC608517-B0C2-466A-8A9E-E1D7E33233A3}" type="presParOf" srcId="{B7C588E7-C20A-447F-9F18-B9E380275169}" destId="{9C226B95-EE7D-4737-AFF5-DC1C17EF57D2}" srcOrd="0" destOrd="0" presId="urn:microsoft.com/office/officeart/2005/8/layout/orgChart1"/>
    <dgm:cxn modelId="{EA0BECBA-7F9A-4DC8-BBF7-8AF3F6093ED7}" type="presParOf" srcId="{B7C588E7-C20A-447F-9F18-B9E380275169}" destId="{F0314702-EC10-4C20-8AA8-7407F739B443}" srcOrd="1" destOrd="0" presId="urn:microsoft.com/office/officeart/2005/8/layout/orgChart1"/>
    <dgm:cxn modelId="{56525FB0-5EA1-474C-8445-8D98A460232B}" type="presParOf" srcId="{F0314702-EC10-4C20-8AA8-7407F739B443}" destId="{1E9D1CD4-59F7-444B-9B64-36020929DF32}" srcOrd="0" destOrd="0" presId="urn:microsoft.com/office/officeart/2005/8/layout/orgChart1"/>
    <dgm:cxn modelId="{6CDC9909-E149-4A95-BA3F-D300E45482B9}" type="presParOf" srcId="{1E9D1CD4-59F7-444B-9B64-36020929DF32}" destId="{99E02CC4-8BB4-4819-8E7A-AF52DB541162}" srcOrd="0" destOrd="0" presId="urn:microsoft.com/office/officeart/2005/8/layout/orgChart1"/>
    <dgm:cxn modelId="{CE8A13A3-365B-4767-9302-DFA8524B09C4}" type="presParOf" srcId="{1E9D1CD4-59F7-444B-9B64-36020929DF32}" destId="{98F68304-4C8D-46F0-99A9-77ECC8D027D8}" srcOrd="1" destOrd="0" presId="urn:microsoft.com/office/officeart/2005/8/layout/orgChart1"/>
    <dgm:cxn modelId="{9C01554F-6510-4AC6-9503-E4B870D8A8BC}" type="presParOf" srcId="{F0314702-EC10-4C20-8AA8-7407F739B443}" destId="{957334AB-5C7B-470B-9F3F-E230E1EB4A3F}" srcOrd="1" destOrd="0" presId="urn:microsoft.com/office/officeart/2005/8/layout/orgChart1"/>
    <dgm:cxn modelId="{A945838B-F2E4-4A6F-B430-76415399EF28}" type="presParOf" srcId="{F0314702-EC10-4C20-8AA8-7407F739B443}" destId="{01A55AC2-DFBA-46DA-BAA0-FAADBAAF27F9}" srcOrd="2" destOrd="0" presId="urn:microsoft.com/office/officeart/2005/8/layout/orgChart1"/>
    <dgm:cxn modelId="{5217EB6D-263B-430A-8F01-00BC8D5C3539}" type="presParOf" srcId="{B7C588E7-C20A-447F-9F18-B9E380275169}" destId="{F82B888D-7F01-4205-A418-7E467F743D95}" srcOrd="2" destOrd="0" presId="urn:microsoft.com/office/officeart/2005/8/layout/orgChart1"/>
    <dgm:cxn modelId="{232354C7-22C0-46E0-82BA-A327F72F7E94}" type="presParOf" srcId="{B7C588E7-C20A-447F-9F18-B9E380275169}" destId="{5005DA9B-B87D-4E2A-89B0-4A3B1B654369}" srcOrd="3" destOrd="0" presId="urn:microsoft.com/office/officeart/2005/8/layout/orgChart1"/>
    <dgm:cxn modelId="{D3A380BA-5CBA-4241-BC3E-464EF568939D}" type="presParOf" srcId="{5005DA9B-B87D-4E2A-89B0-4A3B1B654369}" destId="{2236F207-4F7E-4191-AA51-99F6048197F2}" srcOrd="0" destOrd="0" presId="urn:microsoft.com/office/officeart/2005/8/layout/orgChart1"/>
    <dgm:cxn modelId="{F7750D87-3AF3-4B7A-B688-C80C597A943D}" type="presParOf" srcId="{2236F207-4F7E-4191-AA51-99F6048197F2}" destId="{157E9B2A-604E-47E5-849F-17DAA0F799F7}" srcOrd="0" destOrd="0" presId="urn:microsoft.com/office/officeart/2005/8/layout/orgChart1"/>
    <dgm:cxn modelId="{73D031F5-0F3A-47B2-8B22-C9047280FD1B}" type="presParOf" srcId="{2236F207-4F7E-4191-AA51-99F6048197F2}" destId="{F05F0912-4E9A-47C4-85C8-76C113F77DE1}" srcOrd="1" destOrd="0" presId="urn:microsoft.com/office/officeart/2005/8/layout/orgChart1"/>
    <dgm:cxn modelId="{34BEAD93-CE4B-48C9-8981-80C6AD108824}" type="presParOf" srcId="{5005DA9B-B87D-4E2A-89B0-4A3B1B654369}" destId="{2918C328-6A1F-4032-9948-3E242FBCA518}" srcOrd="1" destOrd="0" presId="urn:microsoft.com/office/officeart/2005/8/layout/orgChart1"/>
    <dgm:cxn modelId="{EB41D5C9-B8F5-4F7F-BEA1-E5108B67DFC0}" type="presParOf" srcId="{5005DA9B-B87D-4E2A-89B0-4A3B1B654369}" destId="{754A100C-3FA7-458E-BD11-DD42504F0DCA}" srcOrd="2" destOrd="0" presId="urn:microsoft.com/office/officeart/2005/8/layout/orgChart1"/>
    <dgm:cxn modelId="{A55191DF-3AAF-4599-BFD0-704B09779274}" type="presParOf" srcId="{B60347E4-19E2-482F-A1FA-F1F25A0203A0}" destId="{A8360D1C-3A09-4229-A12C-1B083291F35E}" srcOrd="2" destOrd="0" presId="urn:microsoft.com/office/officeart/2005/8/layout/orgChart1"/>
    <dgm:cxn modelId="{07085C01-EB44-4170-BB62-9C3EFB487526}" type="presParOf" srcId="{CD20ECAD-3097-43B7-9809-31D40D17C28B}" destId="{791DDA86-29AA-4E8B-BB44-A8001CA0F5E7}" srcOrd="8" destOrd="0" presId="urn:microsoft.com/office/officeart/2005/8/layout/orgChart1"/>
    <dgm:cxn modelId="{4EAE7023-4F25-490C-A26A-C9BDD42FEFF2}" type="presParOf" srcId="{CD20ECAD-3097-43B7-9809-31D40D17C28B}" destId="{BEE0C8AE-56CC-471E-80D3-BA445D0C7975}" srcOrd="9" destOrd="0" presId="urn:microsoft.com/office/officeart/2005/8/layout/orgChart1"/>
    <dgm:cxn modelId="{7C021180-1F22-4693-B091-0E3AA5D21D5F}" type="presParOf" srcId="{BEE0C8AE-56CC-471E-80D3-BA445D0C7975}" destId="{511AD17F-3B51-4C53-8F33-E770B61CF313}" srcOrd="0" destOrd="0" presId="urn:microsoft.com/office/officeart/2005/8/layout/orgChart1"/>
    <dgm:cxn modelId="{FD5FBCB1-35E5-486E-956C-D0004E9BF183}" type="presParOf" srcId="{511AD17F-3B51-4C53-8F33-E770B61CF313}" destId="{299AE74B-CC81-48ED-9BFF-0ED68D1C6DFB}" srcOrd="0" destOrd="0" presId="urn:microsoft.com/office/officeart/2005/8/layout/orgChart1"/>
    <dgm:cxn modelId="{545B917F-244C-4A58-90A3-5187AAC4E4EF}" type="presParOf" srcId="{511AD17F-3B51-4C53-8F33-E770B61CF313}" destId="{7E0F898C-DBDB-4D7D-9450-71E5BCEC229A}" srcOrd="1" destOrd="0" presId="urn:microsoft.com/office/officeart/2005/8/layout/orgChart1"/>
    <dgm:cxn modelId="{3285A8B9-75AC-4129-8415-A7283586C470}" type="presParOf" srcId="{BEE0C8AE-56CC-471E-80D3-BA445D0C7975}" destId="{1683571D-6FEC-44EA-A06A-9E5AA700E469}" srcOrd="1" destOrd="0" presId="urn:microsoft.com/office/officeart/2005/8/layout/orgChart1"/>
    <dgm:cxn modelId="{5BFC3D9A-C0D5-4CB2-B291-C0F883184202}" type="presParOf" srcId="{1683571D-6FEC-44EA-A06A-9E5AA700E469}" destId="{785F925D-6255-4E7C-8AF3-47D74F75ACFB}" srcOrd="0" destOrd="0" presId="urn:microsoft.com/office/officeart/2005/8/layout/orgChart1"/>
    <dgm:cxn modelId="{5CE7BC1D-4B1B-456C-A608-16D78881FB25}" type="presParOf" srcId="{1683571D-6FEC-44EA-A06A-9E5AA700E469}" destId="{D9DF1DB9-F8AA-4739-987B-4F93E993F4F0}" srcOrd="1" destOrd="0" presId="urn:microsoft.com/office/officeart/2005/8/layout/orgChart1"/>
    <dgm:cxn modelId="{1F68108A-75A2-4D20-B254-6A4C7A1C2B32}" type="presParOf" srcId="{D9DF1DB9-F8AA-4739-987B-4F93E993F4F0}" destId="{5FBF49D6-1B0F-414E-9CAB-DFB539624A8E}" srcOrd="0" destOrd="0" presId="urn:microsoft.com/office/officeart/2005/8/layout/orgChart1"/>
    <dgm:cxn modelId="{EDC7082C-C203-4DA9-BDBD-5F6B813209EC}" type="presParOf" srcId="{5FBF49D6-1B0F-414E-9CAB-DFB539624A8E}" destId="{B229FD13-C5EF-4EBD-B8C4-3B76370C0695}" srcOrd="0" destOrd="0" presId="urn:microsoft.com/office/officeart/2005/8/layout/orgChart1"/>
    <dgm:cxn modelId="{27F8FBF2-C0A4-4A3B-B32B-74236BFCB25E}" type="presParOf" srcId="{5FBF49D6-1B0F-414E-9CAB-DFB539624A8E}" destId="{AF0E3B8A-36B6-444B-980C-880602C3BA08}" srcOrd="1" destOrd="0" presId="urn:microsoft.com/office/officeart/2005/8/layout/orgChart1"/>
    <dgm:cxn modelId="{4E582981-7A61-4FED-B542-5FD28F7A9D65}" type="presParOf" srcId="{D9DF1DB9-F8AA-4739-987B-4F93E993F4F0}" destId="{C9C3999E-CCA2-4CC7-B7D3-EB7DEC76B9AA}" srcOrd="1" destOrd="0" presId="urn:microsoft.com/office/officeart/2005/8/layout/orgChart1"/>
    <dgm:cxn modelId="{F3F4CAC7-A7DB-43C6-B0DE-B04961575B59}" type="presParOf" srcId="{D9DF1DB9-F8AA-4739-987B-4F93E993F4F0}" destId="{C0740C95-6EDB-446A-8CB5-3901A5225C43}" srcOrd="2" destOrd="0" presId="urn:microsoft.com/office/officeart/2005/8/layout/orgChart1"/>
    <dgm:cxn modelId="{6B520FD9-CFC4-47EE-A2DA-F0FED08BD146}" type="presParOf" srcId="{1683571D-6FEC-44EA-A06A-9E5AA700E469}" destId="{C64F9414-1C7E-4448-9AFE-4CE2B1EC2469}" srcOrd="2" destOrd="0" presId="urn:microsoft.com/office/officeart/2005/8/layout/orgChart1"/>
    <dgm:cxn modelId="{2383246F-5988-4A2F-A9F4-590E9C3CA44F}" type="presParOf" srcId="{1683571D-6FEC-44EA-A06A-9E5AA700E469}" destId="{8B5DA99C-E436-491F-AD7E-2F6362FECC1D}" srcOrd="3" destOrd="0" presId="urn:microsoft.com/office/officeart/2005/8/layout/orgChart1"/>
    <dgm:cxn modelId="{2757EAAD-CA68-4B30-A035-BBB13F3B244B}" type="presParOf" srcId="{8B5DA99C-E436-491F-AD7E-2F6362FECC1D}" destId="{3A9DDF6E-8AE1-491D-8C09-4C37B4FDF3D3}" srcOrd="0" destOrd="0" presId="urn:microsoft.com/office/officeart/2005/8/layout/orgChart1"/>
    <dgm:cxn modelId="{CFC85374-873D-45E0-B479-DEE98B7292F1}" type="presParOf" srcId="{3A9DDF6E-8AE1-491D-8C09-4C37B4FDF3D3}" destId="{9530C6C4-5D90-48EC-A8E8-A2627C47FFE7}" srcOrd="0" destOrd="0" presId="urn:microsoft.com/office/officeart/2005/8/layout/orgChart1"/>
    <dgm:cxn modelId="{4A2F9367-FE2F-4A70-AF09-5F99E5A3FB4A}" type="presParOf" srcId="{3A9DDF6E-8AE1-491D-8C09-4C37B4FDF3D3}" destId="{8E9E3518-BAEA-4377-8B14-5783165D33CC}" srcOrd="1" destOrd="0" presId="urn:microsoft.com/office/officeart/2005/8/layout/orgChart1"/>
    <dgm:cxn modelId="{4568BEC9-9A09-4CB2-88A2-ACF97C65AF18}" type="presParOf" srcId="{8B5DA99C-E436-491F-AD7E-2F6362FECC1D}" destId="{8855729A-0733-4683-8A13-0B1C1A180043}" srcOrd="1" destOrd="0" presId="urn:microsoft.com/office/officeart/2005/8/layout/orgChart1"/>
    <dgm:cxn modelId="{B05BCB9F-55E4-4BCF-81EE-5A97F2C91814}" type="presParOf" srcId="{8B5DA99C-E436-491F-AD7E-2F6362FECC1D}" destId="{CF37F339-74FE-4DC4-9F3A-E4DE453DF17E}" srcOrd="2" destOrd="0" presId="urn:microsoft.com/office/officeart/2005/8/layout/orgChart1"/>
    <dgm:cxn modelId="{7CEF7EBA-1FFB-472A-9ED3-C44BFE51F5D7}" type="presParOf" srcId="{BEE0C8AE-56CC-471E-80D3-BA445D0C7975}" destId="{1B6CABAB-43A5-47D2-A0B7-2678D91356D6}" srcOrd="2" destOrd="0" presId="urn:microsoft.com/office/officeart/2005/8/layout/orgChart1"/>
    <dgm:cxn modelId="{131DF6AB-63DC-4910-BFDA-9744859AA570}" type="presParOf" srcId="{42EEF49F-687E-483B-BE59-6E96C183BC00}" destId="{91EA2534-9CF6-48EC-AF0A-D6CD51440347}"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4F9414-1C7E-4448-9AFE-4CE2B1EC2469}">
      <dsp:nvSpPr>
        <dsp:cNvPr id="0" name=""/>
        <dsp:cNvSpPr/>
      </dsp:nvSpPr>
      <dsp:spPr>
        <a:xfrm>
          <a:off x="5667801" y="1543503"/>
          <a:ext cx="172086" cy="1342278"/>
        </a:xfrm>
        <a:custGeom>
          <a:avLst/>
          <a:gdLst/>
          <a:ahLst/>
          <a:cxnLst/>
          <a:rect l="0" t="0" r="0" b="0"/>
          <a:pathLst>
            <a:path>
              <a:moveTo>
                <a:pt x="0" y="0"/>
              </a:moveTo>
              <a:lnTo>
                <a:pt x="0" y="1342278"/>
              </a:lnTo>
              <a:lnTo>
                <a:pt x="172086" y="1342278"/>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785F925D-6255-4E7C-8AF3-47D74F75ACFB}">
      <dsp:nvSpPr>
        <dsp:cNvPr id="0" name=""/>
        <dsp:cNvSpPr/>
      </dsp:nvSpPr>
      <dsp:spPr>
        <a:xfrm>
          <a:off x="5667801" y="1543503"/>
          <a:ext cx="172086" cy="527733"/>
        </a:xfrm>
        <a:custGeom>
          <a:avLst/>
          <a:gdLst/>
          <a:ahLst/>
          <a:cxnLst/>
          <a:rect l="0" t="0" r="0" b="0"/>
          <a:pathLst>
            <a:path>
              <a:moveTo>
                <a:pt x="0" y="0"/>
              </a:moveTo>
              <a:lnTo>
                <a:pt x="0" y="527733"/>
              </a:lnTo>
              <a:lnTo>
                <a:pt x="172086" y="527733"/>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791DDA86-29AA-4E8B-BB44-A8001CA0F5E7}">
      <dsp:nvSpPr>
        <dsp:cNvPr id="0" name=""/>
        <dsp:cNvSpPr/>
      </dsp:nvSpPr>
      <dsp:spPr>
        <a:xfrm>
          <a:off x="3350364" y="728958"/>
          <a:ext cx="2776335" cy="240921"/>
        </a:xfrm>
        <a:custGeom>
          <a:avLst/>
          <a:gdLst/>
          <a:ahLst/>
          <a:cxnLst/>
          <a:rect l="0" t="0" r="0" b="0"/>
          <a:pathLst>
            <a:path>
              <a:moveTo>
                <a:pt x="0" y="0"/>
              </a:moveTo>
              <a:lnTo>
                <a:pt x="0" y="120460"/>
              </a:lnTo>
              <a:lnTo>
                <a:pt x="2776335" y="120460"/>
              </a:lnTo>
              <a:lnTo>
                <a:pt x="2776335" y="240921"/>
              </a:lnTo>
            </a:path>
          </a:pathLst>
        </a:custGeom>
        <a:noFill/>
        <a:ln w="12700" cap="flat" cmpd="sng" algn="ctr">
          <a:solidFill>
            <a:srgbClr val="5B9BD5">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F82B888D-7F01-4205-A418-7E467F743D95}">
      <dsp:nvSpPr>
        <dsp:cNvPr id="0" name=""/>
        <dsp:cNvSpPr/>
      </dsp:nvSpPr>
      <dsp:spPr>
        <a:xfrm>
          <a:off x="4279633" y="1543503"/>
          <a:ext cx="172086" cy="1342278"/>
        </a:xfrm>
        <a:custGeom>
          <a:avLst/>
          <a:gdLst/>
          <a:ahLst/>
          <a:cxnLst/>
          <a:rect l="0" t="0" r="0" b="0"/>
          <a:pathLst>
            <a:path>
              <a:moveTo>
                <a:pt x="0" y="0"/>
              </a:moveTo>
              <a:lnTo>
                <a:pt x="0" y="1342278"/>
              </a:lnTo>
              <a:lnTo>
                <a:pt x="172086" y="1342278"/>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9C226B95-EE7D-4737-AFF5-DC1C17EF57D2}">
      <dsp:nvSpPr>
        <dsp:cNvPr id="0" name=""/>
        <dsp:cNvSpPr/>
      </dsp:nvSpPr>
      <dsp:spPr>
        <a:xfrm>
          <a:off x="4279633" y="1543503"/>
          <a:ext cx="172086" cy="527733"/>
        </a:xfrm>
        <a:custGeom>
          <a:avLst/>
          <a:gdLst/>
          <a:ahLst/>
          <a:cxnLst/>
          <a:rect l="0" t="0" r="0" b="0"/>
          <a:pathLst>
            <a:path>
              <a:moveTo>
                <a:pt x="0" y="0"/>
              </a:moveTo>
              <a:lnTo>
                <a:pt x="0" y="527733"/>
              </a:lnTo>
              <a:lnTo>
                <a:pt x="172086" y="527733"/>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D5B8294A-56EA-4007-B1BB-7A642C741830}">
      <dsp:nvSpPr>
        <dsp:cNvPr id="0" name=""/>
        <dsp:cNvSpPr/>
      </dsp:nvSpPr>
      <dsp:spPr>
        <a:xfrm>
          <a:off x="3350364" y="728958"/>
          <a:ext cx="1388167" cy="240921"/>
        </a:xfrm>
        <a:custGeom>
          <a:avLst/>
          <a:gdLst/>
          <a:ahLst/>
          <a:cxnLst/>
          <a:rect l="0" t="0" r="0" b="0"/>
          <a:pathLst>
            <a:path>
              <a:moveTo>
                <a:pt x="0" y="0"/>
              </a:moveTo>
              <a:lnTo>
                <a:pt x="0" y="120460"/>
              </a:lnTo>
              <a:lnTo>
                <a:pt x="1388167" y="120460"/>
              </a:lnTo>
              <a:lnTo>
                <a:pt x="1388167" y="240921"/>
              </a:lnTo>
            </a:path>
          </a:pathLst>
        </a:custGeom>
        <a:noFill/>
        <a:ln w="12700" cap="flat" cmpd="sng" algn="ctr">
          <a:solidFill>
            <a:srgbClr val="5B9BD5">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B3868BE0-42B0-4764-8441-0F7C470239DA}">
      <dsp:nvSpPr>
        <dsp:cNvPr id="0" name=""/>
        <dsp:cNvSpPr/>
      </dsp:nvSpPr>
      <dsp:spPr>
        <a:xfrm>
          <a:off x="2891465" y="1543503"/>
          <a:ext cx="140721" cy="1310906"/>
        </a:xfrm>
        <a:custGeom>
          <a:avLst/>
          <a:gdLst/>
          <a:ahLst/>
          <a:cxnLst/>
          <a:rect l="0" t="0" r="0" b="0"/>
          <a:pathLst>
            <a:path>
              <a:moveTo>
                <a:pt x="0" y="0"/>
              </a:moveTo>
              <a:lnTo>
                <a:pt x="0" y="1310906"/>
              </a:lnTo>
              <a:lnTo>
                <a:pt x="140721" y="1310906"/>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F1922A70-ECC5-4E09-A23A-15FF04A749A5}">
      <dsp:nvSpPr>
        <dsp:cNvPr id="0" name=""/>
        <dsp:cNvSpPr/>
      </dsp:nvSpPr>
      <dsp:spPr>
        <a:xfrm>
          <a:off x="2891465" y="1543503"/>
          <a:ext cx="172086" cy="527733"/>
        </a:xfrm>
        <a:custGeom>
          <a:avLst/>
          <a:gdLst/>
          <a:ahLst/>
          <a:cxnLst/>
          <a:rect l="0" t="0" r="0" b="0"/>
          <a:pathLst>
            <a:path>
              <a:moveTo>
                <a:pt x="0" y="0"/>
              </a:moveTo>
              <a:lnTo>
                <a:pt x="0" y="527733"/>
              </a:lnTo>
              <a:lnTo>
                <a:pt x="172086" y="527733"/>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9F7A6612-F740-40DA-8999-C295D731C938}">
      <dsp:nvSpPr>
        <dsp:cNvPr id="0" name=""/>
        <dsp:cNvSpPr/>
      </dsp:nvSpPr>
      <dsp:spPr>
        <a:xfrm>
          <a:off x="3304644" y="728958"/>
          <a:ext cx="91440" cy="240921"/>
        </a:xfrm>
        <a:custGeom>
          <a:avLst/>
          <a:gdLst/>
          <a:ahLst/>
          <a:cxnLst/>
          <a:rect l="0" t="0" r="0" b="0"/>
          <a:pathLst>
            <a:path>
              <a:moveTo>
                <a:pt x="45720" y="0"/>
              </a:moveTo>
              <a:lnTo>
                <a:pt x="45720" y="240921"/>
              </a:lnTo>
            </a:path>
          </a:pathLst>
        </a:custGeom>
        <a:noFill/>
        <a:ln w="12700" cap="flat" cmpd="sng" algn="ctr">
          <a:solidFill>
            <a:srgbClr val="5B9BD5">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9F5F2726-C502-490E-BA65-4D4A28A8CDAF}">
      <dsp:nvSpPr>
        <dsp:cNvPr id="0" name=""/>
        <dsp:cNvSpPr/>
      </dsp:nvSpPr>
      <dsp:spPr>
        <a:xfrm>
          <a:off x="1503297" y="1543503"/>
          <a:ext cx="172086" cy="1342278"/>
        </a:xfrm>
        <a:custGeom>
          <a:avLst/>
          <a:gdLst/>
          <a:ahLst/>
          <a:cxnLst/>
          <a:rect l="0" t="0" r="0" b="0"/>
          <a:pathLst>
            <a:path>
              <a:moveTo>
                <a:pt x="0" y="0"/>
              </a:moveTo>
              <a:lnTo>
                <a:pt x="0" y="1342278"/>
              </a:lnTo>
              <a:lnTo>
                <a:pt x="172086" y="1342278"/>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E81A16E0-58B6-492E-8174-CC9AF076603D}">
      <dsp:nvSpPr>
        <dsp:cNvPr id="0" name=""/>
        <dsp:cNvSpPr/>
      </dsp:nvSpPr>
      <dsp:spPr>
        <a:xfrm>
          <a:off x="1503297" y="1543503"/>
          <a:ext cx="172086" cy="527733"/>
        </a:xfrm>
        <a:custGeom>
          <a:avLst/>
          <a:gdLst/>
          <a:ahLst/>
          <a:cxnLst/>
          <a:rect l="0" t="0" r="0" b="0"/>
          <a:pathLst>
            <a:path>
              <a:moveTo>
                <a:pt x="0" y="0"/>
              </a:moveTo>
              <a:lnTo>
                <a:pt x="0" y="527733"/>
              </a:lnTo>
              <a:lnTo>
                <a:pt x="172086" y="527733"/>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329CBD1F-E280-4305-98DF-44A79842B7E9}">
      <dsp:nvSpPr>
        <dsp:cNvPr id="0" name=""/>
        <dsp:cNvSpPr/>
      </dsp:nvSpPr>
      <dsp:spPr>
        <a:xfrm>
          <a:off x="1962196" y="728958"/>
          <a:ext cx="1388167" cy="240921"/>
        </a:xfrm>
        <a:custGeom>
          <a:avLst/>
          <a:gdLst/>
          <a:ahLst/>
          <a:cxnLst/>
          <a:rect l="0" t="0" r="0" b="0"/>
          <a:pathLst>
            <a:path>
              <a:moveTo>
                <a:pt x="1388167" y="0"/>
              </a:moveTo>
              <a:lnTo>
                <a:pt x="1388167" y="120460"/>
              </a:lnTo>
              <a:lnTo>
                <a:pt x="0" y="120460"/>
              </a:lnTo>
              <a:lnTo>
                <a:pt x="0" y="240921"/>
              </a:lnTo>
            </a:path>
          </a:pathLst>
        </a:custGeom>
        <a:noFill/>
        <a:ln w="12700" cap="flat" cmpd="sng" algn="ctr">
          <a:solidFill>
            <a:srgbClr val="5B9BD5">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652A5461-3455-422F-94C7-CEAD5413BFA6}">
      <dsp:nvSpPr>
        <dsp:cNvPr id="0" name=""/>
        <dsp:cNvSpPr/>
      </dsp:nvSpPr>
      <dsp:spPr>
        <a:xfrm>
          <a:off x="115129" y="1543503"/>
          <a:ext cx="172086" cy="1342278"/>
        </a:xfrm>
        <a:custGeom>
          <a:avLst/>
          <a:gdLst/>
          <a:ahLst/>
          <a:cxnLst/>
          <a:rect l="0" t="0" r="0" b="0"/>
          <a:pathLst>
            <a:path>
              <a:moveTo>
                <a:pt x="0" y="0"/>
              </a:moveTo>
              <a:lnTo>
                <a:pt x="0" y="1342278"/>
              </a:lnTo>
              <a:lnTo>
                <a:pt x="172086" y="1342278"/>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34BD58F0-3ECD-4050-B970-AD977904DF3D}">
      <dsp:nvSpPr>
        <dsp:cNvPr id="0" name=""/>
        <dsp:cNvSpPr/>
      </dsp:nvSpPr>
      <dsp:spPr>
        <a:xfrm>
          <a:off x="115129" y="1543503"/>
          <a:ext cx="172086" cy="527733"/>
        </a:xfrm>
        <a:custGeom>
          <a:avLst/>
          <a:gdLst/>
          <a:ahLst/>
          <a:cxnLst/>
          <a:rect l="0" t="0" r="0" b="0"/>
          <a:pathLst>
            <a:path>
              <a:moveTo>
                <a:pt x="0" y="0"/>
              </a:moveTo>
              <a:lnTo>
                <a:pt x="0" y="527733"/>
              </a:lnTo>
              <a:lnTo>
                <a:pt x="172086" y="527733"/>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FF8BC99B-A584-4ED9-B7BC-AAC30B515CDD}">
      <dsp:nvSpPr>
        <dsp:cNvPr id="0" name=""/>
        <dsp:cNvSpPr/>
      </dsp:nvSpPr>
      <dsp:spPr>
        <a:xfrm>
          <a:off x="574028" y="728958"/>
          <a:ext cx="2776335" cy="240921"/>
        </a:xfrm>
        <a:custGeom>
          <a:avLst/>
          <a:gdLst/>
          <a:ahLst/>
          <a:cxnLst/>
          <a:rect l="0" t="0" r="0" b="0"/>
          <a:pathLst>
            <a:path>
              <a:moveTo>
                <a:pt x="2776335" y="0"/>
              </a:moveTo>
              <a:lnTo>
                <a:pt x="2776335" y="120460"/>
              </a:lnTo>
              <a:lnTo>
                <a:pt x="0" y="120460"/>
              </a:lnTo>
              <a:lnTo>
                <a:pt x="0" y="240921"/>
              </a:lnTo>
            </a:path>
          </a:pathLst>
        </a:custGeom>
        <a:noFill/>
        <a:ln w="12700" cap="flat" cmpd="sng" algn="ctr">
          <a:solidFill>
            <a:srgbClr val="5B9BD5">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91767F60-17E4-41A2-9CCB-35EB9A3F6BFD}">
      <dsp:nvSpPr>
        <dsp:cNvPr id="0" name=""/>
        <dsp:cNvSpPr/>
      </dsp:nvSpPr>
      <dsp:spPr>
        <a:xfrm>
          <a:off x="2646230" y="27807"/>
          <a:ext cx="1408267" cy="701151"/>
        </a:xfrm>
        <a:prstGeom prst="rect">
          <a:avLst/>
        </a:prstGeom>
        <a:solidFill>
          <a:srgbClr val="A5A5A5">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a:solidFill>
                <a:sysClr val="window" lastClr="FFFFFF"/>
              </a:solidFill>
              <a:latin typeface="Arial" panose="020B0604020202020204" pitchFamily="34" charset="0"/>
              <a:ea typeface="+mn-ea"/>
              <a:cs typeface="Arial" panose="020B0604020202020204" pitchFamily="34" charset="0"/>
            </a:rPr>
            <a:t>Falta de Repuestos o Repuestos descontinuados </a:t>
          </a:r>
        </a:p>
      </dsp:txBody>
      <dsp:txXfrm>
        <a:off x="2646230" y="27807"/>
        <a:ext cx="1408267" cy="701151"/>
      </dsp:txXfrm>
    </dsp:sp>
    <dsp:sp modelId="{6155CE3C-4F83-49B6-963B-B304060369A8}">
      <dsp:nvSpPr>
        <dsp:cNvPr id="0" name=""/>
        <dsp:cNvSpPr/>
      </dsp:nvSpPr>
      <dsp:spPr>
        <a:xfrm>
          <a:off x="405" y="969879"/>
          <a:ext cx="1147246" cy="573623"/>
        </a:xfrm>
        <a:prstGeom prst="rect">
          <a:avLst/>
        </a:prstGeom>
        <a:solidFill>
          <a:srgbClr val="5B9BD5">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a:solidFill>
                <a:sysClr val="window" lastClr="FFFFFF"/>
              </a:solidFill>
              <a:latin typeface="Arial" panose="020B0604020202020204" pitchFamily="34" charset="0"/>
              <a:ea typeface="+mn-ea"/>
              <a:cs typeface="Arial" panose="020B0604020202020204" pitchFamily="34" charset="0"/>
            </a:rPr>
            <a:t>Dificultad en la localizacion de piezas </a:t>
          </a:r>
        </a:p>
      </dsp:txBody>
      <dsp:txXfrm>
        <a:off x="405" y="969879"/>
        <a:ext cx="1147246" cy="573623"/>
      </dsp:txXfrm>
    </dsp:sp>
    <dsp:sp modelId="{18A56462-23C9-434F-99AE-FE59FBE93040}">
      <dsp:nvSpPr>
        <dsp:cNvPr id="0" name=""/>
        <dsp:cNvSpPr/>
      </dsp:nvSpPr>
      <dsp:spPr>
        <a:xfrm>
          <a:off x="287216" y="1784424"/>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a:solidFill>
                <a:sysClr val="window" lastClr="FFFFFF"/>
              </a:solidFill>
              <a:latin typeface="Arial" panose="020B0604020202020204" pitchFamily="34" charset="0"/>
              <a:ea typeface="+mn-ea"/>
              <a:cs typeface="Arial" panose="020B0604020202020204" pitchFamily="34" charset="0"/>
            </a:rPr>
            <a:t>Frustracion del propietario </a:t>
          </a:r>
        </a:p>
      </dsp:txBody>
      <dsp:txXfrm>
        <a:off x="287216" y="1784424"/>
        <a:ext cx="1147246" cy="573623"/>
      </dsp:txXfrm>
    </dsp:sp>
    <dsp:sp modelId="{566F0EBF-16B8-4480-A734-0EA9B9923A09}">
      <dsp:nvSpPr>
        <dsp:cNvPr id="0" name=""/>
        <dsp:cNvSpPr/>
      </dsp:nvSpPr>
      <dsp:spPr>
        <a:xfrm>
          <a:off x="287216" y="2598969"/>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a:solidFill>
                <a:sysClr val="window" lastClr="FFFFFF"/>
              </a:solidFill>
              <a:latin typeface="Arial" panose="020B0604020202020204" pitchFamily="34" charset="0"/>
              <a:ea typeface="+mn-ea"/>
              <a:cs typeface="Arial" panose="020B0604020202020204" pitchFamily="34" charset="0"/>
            </a:rPr>
            <a:t>Desgaste </a:t>
          </a:r>
        </a:p>
        <a:p>
          <a:pPr marL="0" lvl="0" indent="0" algn="ctr" defTabSz="533400">
            <a:lnSpc>
              <a:spcPct val="90000"/>
            </a:lnSpc>
            <a:spcBef>
              <a:spcPct val="0"/>
            </a:spcBef>
            <a:spcAft>
              <a:spcPct val="35000"/>
            </a:spcAft>
            <a:buNone/>
          </a:pPr>
          <a:r>
            <a:rPr lang="es-ES" sz="1200" kern="1200">
              <a:solidFill>
                <a:sysClr val="window" lastClr="FFFFFF"/>
              </a:solidFill>
              <a:latin typeface="Arial" panose="020B0604020202020204" pitchFamily="34" charset="0"/>
              <a:ea typeface="+mn-ea"/>
              <a:cs typeface="Arial" panose="020B0604020202020204" pitchFamily="34" charset="0"/>
            </a:rPr>
            <a:t>adicional </a:t>
          </a:r>
        </a:p>
      </dsp:txBody>
      <dsp:txXfrm>
        <a:off x="287216" y="2598969"/>
        <a:ext cx="1147246" cy="573623"/>
      </dsp:txXfrm>
    </dsp:sp>
    <dsp:sp modelId="{E95F848B-786F-4A66-89AC-66B8ECEDB889}">
      <dsp:nvSpPr>
        <dsp:cNvPr id="0" name=""/>
        <dsp:cNvSpPr/>
      </dsp:nvSpPr>
      <dsp:spPr>
        <a:xfrm>
          <a:off x="1388573" y="969879"/>
          <a:ext cx="1147246" cy="573623"/>
        </a:xfrm>
        <a:prstGeom prst="rect">
          <a:avLst/>
        </a:prstGeom>
        <a:solidFill>
          <a:srgbClr val="5B9BD5">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a:solidFill>
                <a:sysClr val="window" lastClr="FFFFFF"/>
              </a:solidFill>
              <a:latin typeface="Arial" panose="020B0604020202020204" pitchFamily="34" charset="0"/>
              <a:ea typeface="+mn-ea"/>
              <a:cs typeface="Arial" panose="020B0604020202020204" pitchFamily="34" charset="0"/>
            </a:rPr>
            <a:t>Desvalorización del vehículo</a:t>
          </a:r>
        </a:p>
      </dsp:txBody>
      <dsp:txXfrm>
        <a:off x="1388573" y="969879"/>
        <a:ext cx="1147246" cy="573623"/>
      </dsp:txXfrm>
    </dsp:sp>
    <dsp:sp modelId="{9CEC2203-12C4-4475-9DD4-4658C7745518}">
      <dsp:nvSpPr>
        <dsp:cNvPr id="0" name=""/>
        <dsp:cNvSpPr/>
      </dsp:nvSpPr>
      <dsp:spPr>
        <a:xfrm>
          <a:off x="1675384" y="1784424"/>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a:solidFill>
                <a:sysClr val="window" lastClr="FFFFFF"/>
              </a:solidFill>
              <a:latin typeface="Arial" panose="020B0604020202020204" pitchFamily="34" charset="0"/>
              <a:ea typeface="+mn-ea"/>
              <a:cs typeface="Arial" panose="020B0604020202020204" pitchFamily="34" charset="0"/>
            </a:rPr>
            <a:t>Perdida finaciera</a:t>
          </a:r>
        </a:p>
      </dsp:txBody>
      <dsp:txXfrm>
        <a:off x="1675384" y="1784424"/>
        <a:ext cx="1147246" cy="573623"/>
      </dsp:txXfrm>
    </dsp:sp>
    <dsp:sp modelId="{7B847B6A-B322-4B95-BCF8-9A87B3F01B52}">
      <dsp:nvSpPr>
        <dsp:cNvPr id="0" name=""/>
        <dsp:cNvSpPr/>
      </dsp:nvSpPr>
      <dsp:spPr>
        <a:xfrm>
          <a:off x="1675384" y="2598969"/>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a:solidFill>
                <a:sysClr val="window" lastClr="FFFFFF"/>
              </a:solidFill>
              <a:latin typeface="Arial" panose="020B0604020202020204" pitchFamily="34" charset="0"/>
              <a:ea typeface="+mn-ea"/>
              <a:cs typeface="Arial" panose="020B0604020202020204" pitchFamily="34" charset="0"/>
            </a:rPr>
            <a:t>Dificultad en la </a:t>
          </a:r>
        </a:p>
        <a:p>
          <a:pPr marL="0" lvl="0" indent="0" algn="ctr" defTabSz="533400">
            <a:lnSpc>
              <a:spcPct val="90000"/>
            </a:lnSpc>
            <a:spcBef>
              <a:spcPct val="0"/>
            </a:spcBef>
            <a:spcAft>
              <a:spcPct val="35000"/>
            </a:spcAft>
            <a:buNone/>
          </a:pPr>
          <a:r>
            <a:rPr lang="es-ES" sz="1200" kern="1200">
              <a:solidFill>
                <a:sysClr val="window" lastClr="FFFFFF"/>
              </a:solidFill>
              <a:latin typeface="Arial" panose="020B0604020202020204" pitchFamily="34" charset="0"/>
              <a:ea typeface="+mn-ea"/>
              <a:cs typeface="Arial" panose="020B0604020202020204" pitchFamily="34" charset="0"/>
            </a:rPr>
            <a:t>reventa </a:t>
          </a:r>
        </a:p>
      </dsp:txBody>
      <dsp:txXfrm>
        <a:off x="1675384" y="2598969"/>
        <a:ext cx="1147246" cy="573623"/>
      </dsp:txXfrm>
    </dsp:sp>
    <dsp:sp modelId="{483B6499-227D-4DE7-8511-E8776DB10672}">
      <dsp:nvSpPr>
        <dsp:cNvPr id="0" name=""/>
        <dsp:cNvSpPr/>
      </dsp:nvSpPr>
      <dsp:spPr>
        <a:xfrm>
          <a:off x="2776741" y="969879"/>
          <a:ext cx="1147246" cy="573623"/>
        </a:xfrm>
        <a:prstGeom prst="rect">
          <a:avLst/>
        </a:prstGeom>
        <a:solidFill>
          <a:srgbClr val="5B9BD5">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a:solidFill>
                <a:sysClr val="window" lastClr="FFFFFF"/>
              </a:solidFill>
              <a:latin typeface="Arial" panose="020B0604020202020204" pitchFamily="34" charset="0"/>
              <a:ea typeface="+mn-ea"/>
              <a:cs typeface="Arial" panose="020B0604020202020204" pitchFamily="34" charset="0"/>
            </a:rPr>
            <a:t>Tiempo de inactividad prolongado </a:t>
          </a:r>
        </a:p>
      </dsp:txBody>
      <dsp:txXfrm>
        <a:off x="2776741" y="969879"/>
        <a:ext cx="1147246" cy="573623"/>
      </dsp:txXfrm>
    </dsp:sp>
    <dsp:sp modelId="{D5FF3624-C77C-4532-9720-B7D28AF8B1C9}">
      <dsp:nvSpPr>
        <dsp:cNvPr id="0" name=""/>
        <dsp:cNvSpPr/>
      </dsp:nvSpPr>
      <dsp:spPr>
        <a:xfrm>
          <a:off x="3063552" y="1784424"/>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dirty="0">
              <a:solidFill>
                <a:sysClr val="window" lastClr="FFFFFF"/>
              </a:solidFill>
              <a:latin typeface="Arial" panose="020B0604020202020204" pitchFamily="34" charset="0"/>
              <a:ea typeface="+mn-ea"/>
              <a:cs typeface="Arial" panose="020B0604020202020204" pitchFamily="34" charset="0"/>
            </a:rPr>
            <a:t>Pérdida de productividad</a:t>
          </a:r>
        </a:p>
      </dsp:txBody>
      <dsp:txXfrm>
        <a:off x="3063552" y="1784424"/>
        <a:ext cx="1147246" cy="573623"/>
      </dsp:txXfrm>
    </dsp:sp>
    <dsp:sp modelId="{BC72EED6-39FA-464D-8AE3-3049AC60D3F6}">
      <dsp:nvSpPr>
        <dsp:cNvPr id="0" name=""/>
        <dsp:cNvSpPr/>
      </dsp:nvSpPr>
      <dsp:spPr>
        <a:xfrm>
          <a:off x="3032186" y="2567598"/>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a:solidFill>
                <a:sysClr val="window" lastClr="FFFFFF"/>
              </a:solidFill>
              <a:latin typeface="Arial" panose="020B0604020202020204" pitchFamily="34" charset="0"/>
              <a:ea typeface="+mn-ea"/>
              <a:cs typeface="Arial" panose="020B0604020202020204" pitchFamily="34" charset="0"/>
            </a:rPr>
            <a:t>Utilizar otro medio de transporte</a:t>
          </a:r>
        </a:p>
      </dsp:txBody>
      <dsp:txXfrm>
        <a:off x="3032186" y="2567598"/>
        <a:ext cx="1147246" cy="573623"/>
      </dsp:txXfrm>
    </dsp:sp>
    <dsp:sp modelId="{030057AE-C686-4ACC-BD5A-8A8FDC2AFC7B}">
      <dsp:nvSpPr>
        <dsp:cNvPr id="0" name=""/>
        <dsp:cNvSpPr/>
      </dsp:nvSpPr>
      <dsp:spPr>
        <a:xfrm>
          <a:off x="4164909" y="969879"/>
          <a:ext cx="1147246" cy="573623"/>
        </a:xfrm>
        <a:prstGeom prst="rect">
          <a:avLst/>
        </a:prstGeom>
        <a:solidFill>
          <a:srgbClr val="5B9BD5">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a:solidFill>
                <a:sysClr val="window" lastClr="FFFFFF"/>
              </a:solidFill>
              <a:latin typeface="Arial" panose="020B0604020202020204" pitchFamily="34" charset="0"/>
              <a:ea typeface="+mn-ea"/>
              <a:cs typeface="Arial" panose="020B0604020202020204" pitchFamily="34" charset="0"/>
            </a:rPr>
            <a:t>Aumento del costo de reparacion </a:t>
          </a:r>
        </a:p>
      </dsp:txBody>
      <dsp:txXfrm>
        <a:off x="4164909" y="969879"/>
        <a:ext cx="1147246" cy="573623"/>
      </dsp:txXfrm>
    </dsp:sp>
    <dsp:sp modelId="{99E02CC4-8BB4-4819-8E7A-AF52DB541162}">
      <dsp:nvSpPr>
        <dsp:cNvPr id="0" name=""/>
        <dsp:cNvSpPr/>
      </dsp:nvSpPr>
      <dsp:spPr>
        <a:xfrm>
          <a:off x="4451720" y="1784424"/>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a:solidFill>
                <a:sysClr val="window" lastClr="FFFFFF"/>
              </a:solidFill>
              <a:latin typeface="Arial" panose="020B0604020202020204" pitchFamily="34" charset="0"/>
              <a:ea typeface="+mn-ea"/>
              <a:cs typeface="Arial" panose="020B0604020202020204" pitchFamily="34" charset="0"/>
            </a:rPr>
            <a:t>Costos adicionales</a:t>
          </a:r>
        </a:p>
      </dsp:txBody>
      <dsp:txXfrm>
        <a:off x="4451720" y="1784424"/>
        <a:ext cx="1147246" cy="573623"/>
      </dsp:txXfrm>
    </dsp:sp>
    <dsp:sp modelId="{157E9B2A-604E-47E5-849F-17DAA0F799F7}">
      <dsp:nvSpPr>
        <dsp:cNvPr id="0" name=""/>
        <dsp:cNvSpPr/>
      </dsp:nvSpPr>
      <dsp:spPr>
        <a:xfrm>
          <a:off x="4451720" y="2598969"/>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a:solidFill>
                <a:sysClr val="window" lastClr="FFFFFF"/>
              </a:solidFill>
              <a:latin typeface="Arial" panose="020B0604020202020204" pitchFamily="34" charset="0"/>
              <a:ea typeface="+mn-ea"/>
              <a:cs typeface="Arial" panose="020B0604020202020204" pitchFamily="34" charset="0"/>
            </a:rPr>
            <a:t>Percepcion negativa del servicio </a:t>
          </a:r>
        </a:p>
      </dsp:txBody>
      <dsp:txXfrm>
        <a:off x="4451720" y="2598969"/>
        <a:ext cx="1147246" cy="573623"/>
      </dsp:txXfrm>
    </dsp:sp>
    <dsp:sp modelId="{299AE74B-CC81-48ED-9BFF-0ED68D1C6DFB}">
      <dsp:nvSpPr>
        <dsp:cNvPr id="0" name=""/>
        <dsp:cNvSpPr/>
      </dsp:nvSpPr>
      <dsp:spPr>
        <a:xfrm>
          <a:off x="5553077" y="969879"/>
          <a:ext cx="1147246" cy="573623"/>
        </a:xfrm>
        <a:prstGeom prst="rect">
          <a:avLst/>
        </a:prstGeom>
        <a:solidFill>
          <a:srgbClr val="5B9BD5">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a:solidFill>
                <a:sysClr val="window" lastClr="FFFFFF"/>
              </a:solidFill>
              <a:latin typeface="Arial" panose="020B0604020202020204" pitchFamily="34" charset="0"/>
              <a:ea typeface="+mn-ea"/>
              <a:cs typeface="Arial" panose="020B0604020202020204" pitchFamily="34" charset="0"/>
            </a:rPr>
            <a:t>Riesgo de daños adicional </a:t>
          </a:r>
        </a:p>
      </dsp:txBody>
      <dsp:txXfrm>
        <a:off x="5553077" y="969879"/>
        <a:ext cx="1147246" cy="573623"/>
      </dsp:txXfrm>
    </dsp:sp>
    <dsp:sp modelId="{B229FD13-C5EF-4EBD-B8C4-3B76370C0695}">
      <dsp:nvSpPr>
        <dsp:cNvPr id="0" name=""/>
        <dsp:cNvSpPr/>
      </dsp:nvSpPr>
      <dsp:spPr>
        <a:xfrm>
          <a:off x="5839888" y="1784424"/>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a:solidFill>
                <a:sysClr val="window" lastClr="FFFFFF"/>
              </a:solidFill>
              <a:latin typeface="Arial" panose="020B0604020202020204" pitchFamily="34" charset="0"/>
              <a:ea typeface="+mn-ea"/>
              <a:cs typeface="Arial" panose="020B0604020202020204" pitchFamily="34" charset="0"/>
            </a:rPr>
            <a:t>Perdida del vehiculo</a:t>
          </a:r>
        </a:p>
      </dsp:txBody>
      <dsp:txXfrm>
        <a:off x="5839888" y="1784424"/>
        <a:ext cx="1147246" cy="573623"/>
      </dsp:txXfrm>
    </dsp:sp>
    <dsp:sp modelId="{9530C6C4-5D90-48EC-A8E8-A2627C47FFE7}">
      <dsp:nvSpPr>
        <dsp:cNvPr id="0" name=""/>
        <dsp:cNvSpPr/>
      </dsp:nvSpPr>
      <dsp:spPr>
        <a:xfrm>
          <a:off x="5839888" y="2598969"/>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a:solidFill>
                <a:sysClr val="window" lastClr="FFFFFF"/>
              </a:solidFill>
              <a:latin typeface="Arial" panose="020B0604020202020204" pitchFamily="34" charset="0"/>
              <a:ea typeface="+mn-ea"/>
              <a:cs typeface="Arial" panose="020B0604020202020204" pitchFamily="34" charset="0"/>
            </a:rPr>
            <a:t>Reparaciones </a:t>
          </a:r>
        </a:p>
        <a:p>
          <a:pPr marL="0" lvl="0" indent="0" algn="ctr" defTabSz="533400">
            <a:lnSpc>
              <a:spcPct val="90000"/>
            </a:lnSpc>
            <a:spcBef>
              <a:spcPct val="0"/>
            </a:spcBef>
            <a:spcAft>
              <a:spcPct val="35000"/>
            </a:spcAft>
            <a:buNone/>
          </a:pPr>
          <a:r>
            <a:rPr lang="es-ES" sz="1200" kern="1200">
              <a:solidFill>
                <a:sysClr val="window" lastClr="FFFFFF"/>
              </a:solidFill>
              <a:latin typeface="Arial" panose="020B0604020202020204" pitchFamily="34" charset="0"/>
              <a:ea typeface="+mn-ea"/>
              <a:cs typeface="Arial" panose="020B0604020202020204" pitchFamily="34" charset="0"/>
            </a:rPr>
            <a:t>recurrentes </a:t>
          </a:r>
        </a:p>
      </dsp:txBody>
      <dsp:txXfrm>
        <a:off x="5839888" y="2598969"/>
        <a:ext cx="1147246" cy="573623"/>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es-ES_tradnl"/>
              <a:t>Clic para editar título</a:t>
            </a:r>
            <a:endParaRPr lang="es-ES"/>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a:t>Haga clic para modificar el estilo de subtítulo del patrón</a:t>
            </a:r>
            <a:endParaRPr lang="es-ES"/>
          </a:p>
        </p:txBody>
      </p:sp>
      <p:sp>
        <p:nvSpPr>
          <p:cNvPr id="4" name="Marcador de fecha 3"/>
          <p:cNvSpPr>
            <a:spLocks noGrp="1"/>
          </p:cNvSpPr>
          <p:nvPr>
            <p:ph type="dt" sz="half" idx="10"/>
          </p:nvPr>
        </p:nvSpPr>
        <p:spPr/>
        <p:txBody>
          <a:bodyPr/>
          <a:lstStyle/>
          <a:p>
            <a:fld id="{11BFFDA3-703B-5A46-AEFC-E14C30159CAC}" type="datetimeFigureOut">
              <a:rPr lang="es-ES" smtClean="0"/>
              <a:t>13/12/23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819009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11BFFDA3-703B-5A46-AEFC-E14C30159CAC}" type="datetimeFigureOut">
              <a:rPr lang="es-ES" smtClean="0"/>
              <a:t>13/12/23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68496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es-ES_tradnl"/>
              <a:t>Clic para editar título</a:t>
            </a:r>
            <a:endParaRPr lang="es-ES"/>
          </a:p>
        </p:txBody>
      </p:sp>
      <p:sp>
        <p:nvSpPr>
          <p:cNvPr id="3" name="Marcador de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a:t>Haga clic para modificar el estilo de texto del patrón</a:t>
            </a:r>
          </a:p>
        </p:txBody>
      </p:sp>
      <p:sp>
        <p:nvSpPr>
          <p:cNvPr id="4" name="Marcador de fecha 3"/>
          <p:cNvSpPr>
            <a:spLocks noGrp="1"/>
          </p:cNvSpPr>
          <p:nvPr>
            <p:ph type="dt" sz="half" idx="10"/>
          </p:nvPr>
        </p:nvSpPr>
        <p:spPr/>
        <p:txBody>
          <a:bodyPr/>
          <a:lstStyle/>
          <a:p>
            <a:fld id="{11BFFDA3-703B-5A46-AEFC-E14C30159CAC}" type="datetimeFigureOut">
              <a:rPr lang="es-ES" smtClean="0"/>
              <a:t>13/12/23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310554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conteni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fecha 4"/>
          <p:cNvSpPr>
            <a:spLocks noGrp="1"/>
          </p:cNvSpPr>
          <p:nvPr>
            <p:ph type="dt" sz="half" idx="10"/>
          </p:nvPr>
        </p:nvSpPr>
        <p:spPr/>
        <p:txBody>
          <a:bodyPr/>
          <a:lstStyle/>
          <a:p>
            <a:fld id="{11BFFDA3-703B-5A46-AEFC-E14C30159CAC}" type="datetimeFigureOut">
              <a:rPr lang="es-ES" smtClean="0"/>
              <a:t>13/12/23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3055683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es-ES_tradnl"/>
              <a:t>Clic para editar título</a:t>
            </a:r>
            <a:endParaRPr lang="es-ES"/>
          </a:p>
        </p:txBody>
      </p:sp>
      <p:sp>
        <p:nvSpPr>
          <p:cNvPr id="3" name="Marcador de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4" name="Marcador de conteni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6" name="Marcador de conteni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7" name="Marcador de fecha 6"/>
          <p:cNvSpPr>
            <a:spLocks noGrp="1"/>
          </p:cNvSpPr>
          <p:nvPr>
            <p:ph type="dt" sz="half" idx="10"/>
          </p:nvPr>
        </p:nvSpPr>
        <p:spPr/>
        <p:txBody>
          <a:bodyPr/>
          <a:lstStyle/>
          <a:p>
            <a:fld id="{11BFFDA3-703B-5A46-AEFC-E14C30159CAC}" type="datetimeFigureOut">
              <a:rPr lang="es-ES" smtClean="0"/>
              <a:t>13/12/23</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1737575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fecha 2"/>
          <p:cNvSpPr>
            <a:spLocks noGrp="1"/>
          </p:cNvSpPr>
          <p:nvPr>
            <p:ph type="dt" sz="half" idx="10"/>
          </p:nvPr>
        </p:nvSpPr>
        <p:spPr/>
        <p:txBody>
          <a:bodyPr/>
          <a:lstStyle/>
          <a:p>
            <a:fld id="{11BFFDA3-703B-5A46-AEFC-E14C30159CAC}" type="datetimeFigureOut">
              <a:rPr lang="es-ES" smtClean="0"/>
              <a:t>13/12/23</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798476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11BFFDA3-703B-5A46-AEFC-E14C30159CAC}" type="datetimeFigureOut">
              <a:rPr lang="es-ES" smtClean="0"/>
              <a:t>13/12/23</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733729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es-ES_tradnl"/>
              <a:t>Clic para editar título</a:t>
            </a:r>
            <a:endParaRPr lang="es-ES"/>
          </a:p>
        </p:txBody>
      </p:sp>
      <p:sp>
        <p:nvSpPr>
          <p:cNvPr id="3" name="Marcador de conteni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11BFFDA3-703B-5A46-AEFC-E14C30159CAC}" type="datetimeFigureOut">
              <a:rPr lang="es-ES" smtClean="0"/>
              <a:t>13/12/23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328048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es-ES_tradnl"/>
              <a:t>Clic para editar título</a:t>
            </a:r>
            <a:endParaRPr lang="es-ES"/>
          </a:p>
        </p:txBody>
      </p:sp>
      <p:sp>
        <p:nvSpPr>
          <p:cNvPr id="3" name="Marcador de posición de imagen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11BFFDA3-703B-5A46-AEFC-E14C30159CAC}" type="datetimeFigureOut">
              <a:rPr lang="es-ES" smtClean="0"/>
              <a:t>13/12/23</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067530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texto vertical 2"/>
          <p:cNvSpPr>
            <a:spLocks noGrp="1"/>
          </p:cNvSpPr>
          <p:nvPr>
            <p:ph type="body" orient="vert" idx="1"/>
          </p:nvPr>
        </p:nvSpPr>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11BFFDA3-703B-5A46-AEFC-E14C30159CAC}" type="datetimeFigureOut">
              <a:rPr lang="es-ES" smtClean="0"/>
              <a:t>13/12/23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079421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es-ES_tradnl"/>
              <a:t>Clic para editar título</a:t>
            </a:r>
            <a:endParaRPr lang="es-ES"/>
          </a:p>
        </p:txBody>
      </p:sp>
      <p:sp>
        <p:nvSpPr>
          <p:cNvPr id="3" name="Marcador de texto vertical 2"/>
          <p:cNvSpPr>
            <a:spLocks noGrp="1"/>
          </p:cNvSpPr>
          <p:nvPr>
            <p:ph type="body" orient="vert" idx="1"/>
          </p:nvPr>
        </p:nvSpPr>
        <p:spPr>
          <a:xfrm>
            <a:off x="457200" y="274638"/>
            <a:ext cx="6019800" cy="5851525"/>
          </a:xfr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11BFFDA3-703B-5A46-AEFC-E14C30159CAC}" type="datetimeFigureOut">
              <a:rPr lang="es-ES" smtClean="0"/>
              <a:t>13/12/23</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47BE25F8-CB20-F449-B4F4-A964C31BB732}" type="slidenum">
              <a:rPr lang="es-ES" smtClean="0"/>
              <a:t>‹Nº›</a:t>
            </a:fld>
            <a:endParaRPr lang="es-ES"/>
          </a:p>
        </p:txBody>
      </p:sp>
    </p:spTree>
    <p:extLst>
      <p:ext uri="{BB962C8B-B14F-4D97-AF65-F5344CB8AC3E}">
        <p14:creationId xmlns:p14="http://schemas.microsoft.com/office/powerpoint/2010/main" val="2342463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_tradnl"/>
              <a:t>Clic para editar título</a:t>
            </a:r>
            <a:endParaRPr lang="es-ES"/>
          </a:p>
        </p:txBody>
      </p:sp>
      <p:sp>
        <p:nvSpPr>
          <p:cNvPr id="3" name="Marcador de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BFFDA3-703B-5A46-AEFC-E14C30159CAC}" type="datetimeFigureOut">
              <a:rPr lang="es-ES" smtClean="0"/>
              <a:t>13/12/23</a:t>
            </a:fld>
            <a:endParaRPr lang="es-ES"/>
          </a:p>
        </p:txBody>
      </p:sp>
      <p:sp>
        <p:nvSpPr>
          <p:cNvPr id="5" name="Marcador de pie de pá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BE25F8-CB20-F449-B4F4-A964C31BB732}" type="slidenum">
              <a:rPr lang="es-ES" smtClean="0"/>
              <a:t>‹Nº›</a:t>
            </a:fld>
            <a:endParaRPr lang="es-ES"/>
          </a:p>
        </p:txBody>
      </p:sp>
    </p:spTree>
    <p:extLst>
      <p:ext uri="{BB962C8B-B14F-4D97-AF65-F5344CB8AC3E}">
        <p14:creationId xmlns:p14="http://schemas.microsoft.com/office/powerpoint/2010/main" val="2875313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comments" Target="../comments/comment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rumeber.com/fabricacion-piezas-de-repuesto/" TargetMode="External"/><Relationship Id="rId2" Type="http://schemas.openxmlformats.org/officeDocument/2006/relationships/hyperlink" Target="https://es.3dsystems.com/automotive" TargetMode="External"/><Relationship Id="rId1" Type="http://schemas.openxmlformats.org/officeDocument/2006/relationships/slideLayout" Target="../slideLayouts/slideLayout2.xml"/><Relationship Id="rId4" Type="http://schemas.openxmlformats.org/officeDocument/2006/relationships/hyperlink" Target="https://centricdemexico.com/usos-maquinaria-cnc-industria-automotriz/" TargetMode="External"/></Relationships>
</file>

<file path=ppt/slides/_rels/slide9.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hyperlink" Target="http://www.3dprintingdesign.es/es/noticia/solize-y-hp-permiten-la-produccion-en-3d-de-piezas-de-repuesto-para-nissan"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3dworks.cl/diseno"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arsam.es/las-herramientas-de-medicion-mas-comunes-en-la-industria/"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comments" Target="../comments/comment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hyperlink" Target="https://mpw.cl/producto/base-magnetica-y-reloj-comparador/" TargetMode="External"/><Relationship Id="rId2" Type="http://schemas.openxmlformats.org/officeDocument/2006/relationships/hyperlink" Target="https://www.expressbike.cl/MLC-1055057307-pie-de-metro-de-6-150-mm-marca-mitutoyo-530-104-original-_JM" TargetMode="External"/><Relationship Id="rId1" Type="http://schemas.openxmlformats.org/officeDocument/2006/relationships/slideLayout" Target="../slideLayouts/slideLayout2.xml"/><Relationship Id="rId4" Type="http://schemas.openxmlformats.org/officeDocument/2006/relationships/hyperlink" Target="https://www.veto.cl/micrometro-e5010109/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p:cNvSpPr>
            <a:spLocks noGrp="1"/>
          </p:cNvSpPr>
          <p:nvPr>
            <p:ph type="ctrTitle"/>
          </p:nvPr>
        </p:nvSpPr>
        <p:spPr>
          <a:xfrm>
            <a:off x="611560" y="2947566"/>
            <a:ext cx="7772400" cy="685347"/>
          </a:xfrm>
        </p:spPr>
        <p:txBody>
          <a:bodyPr>
            <a:normAutofit/>
          </a:bodyPr>
          <a:lstStyle/>
          <a:p>
            <a:r>
              <a:rPr lang="es-CL" sz="3600" b="1" dirty="0">
                <a:latin typeface="Arial" panose="020B0604020202020204" pitchFamily="34" charset="0"/>
                <a:cs typeface="Arial" panose="020B0604020202020204" pitchFamily="34" charset="0"/>
              </a:rPr>
              <a:t>IMPRESIONES</a:t>
            </a:r>
            <a:r>
              <a:rPr lang="es-CL" sz="3200" b="1" dirty="0">
                <a:latin typeface="Arial" panose="020B0604020202020204" pitchFamily="34" charset="0"/>
                <a:cs typeface="Arial" panose="020B0604020202020204" pitchFamily="34" charset="0"/>
              </a:rPr>
              <a:t> </a:t>
            </a:r>
            <a:r>
              <a:rPr lang="es-CL" sz="3600" b="1" dirty="0">
                <a:latin typeface="Arial" panose="020B0604020202020204" pitchFamily="34" charset="0"/>
                <a:cs typeface="Arial" panose="020B0604020202020204" pitchFamily="34" charset="0"/>
              </a:rPr>
              <a:t>3D</a:t>
            </a:r>
            <a:endParaRPr lang="es-CL" sz="3200" b="1" dirty="0">
              <a:latin typeface="Arial" panose="020B0604020202020204" pitchFamily="34" charset="0"/>
              <a:cs typeface="Arial" panose="020B0604020202020204" pitchFamily="34" charset="0"/>
            </a:endParaRPr>
          </a:p>
        </p:txBody>
      </p:sp>
      <p:sp>
        <p:nvSpPr>
          <p:cNvPr id="10" name="Rectángulo 9"/>
          <p:cNvSpPr/>
          <p:nvPr/>
        </p:nvSpPr>
        <p:spPr>
          <a:xfrm>
            <a:off x="469608" y="1"/>
            <a:ext cx="1867756" cy="1867756"/>
          </a:xfrm>
          <a:prstGeom prst="rect">
            <a:avLst/>
          </a:prstGeom>
          <a:solidFill>
            <a:srgbClr val="D402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11" name="Título 1"/>
          <p:cNvSpPr txBox="1">
            <a:spLocks/>
          </p:cNvSpPr>
          <p:nvPr/>
        </p:nvSpPr>
        <p:spPr>
          <a:xfrm>
            <a:off x="469607" y="160081"/>
            <a:ext cx="1867757" cy="757701"/>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s-CL" sz="1400" kern="1400" dirty="0">
                <a:solidFill>
                  <a:schemeClr val="bg1"/>
                </a:solidFill>
                <a:latin typeface="Arial" panose="020B0604020202020204" pitchFamily="34" charset="0"/>
                <a:cs typeface="Arial" panose="020B0604020202020204" pitchFamily="34" charset="0"/>
              </a:rPr>
              <a:t>A</a:t>
            </a:r>
            <a:r>
              <a:rPr lang="es-US" sz="1400" kern="1400" dirty="0">
                <a:solidFill>
                  <a:schemeClr val="bg1"/>
                </a:solidFill>
                <a:latin typeface="Arial" panose="020B0604020202020204" pitchFamily="34" charset="0"/>
                <a:cs typeface="Arial" panose="020B0604020202020204" pitchFamily="34" charset="0"/>
              </a:rPr>
              <a:t>rea Mecánica</a:t>
            </a:r>
            <a:endParaRPr lang="es-CL" sz="1400" kern="1400" dirty="0">
              <a:solidFill>
                <a:schemeClr val="bg1"/>
              </a:solidFill>
              <a:latin typeface="Arial" panose="020B0604020202020204" pitchFamily="34" charset="0"/>
              <a:cs typeface="Arial" panose="020B0604020202020204" pitchFamily="34" charset="0"/>
            </a:endParaRPr>
          </a:p>
        </p:txBody>
      </p:sp>
      <p:pic>
        <p:nvPicPr>
          <p:cNvPr id="12" name="Imagen 11" desc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447" y="1332361"/>
            <a:ext cx="1270076" cy="342346"/>
          </a:xfrm>
          <a:prstGeom prst="rect">
            <a:avLst/>
          </a:prstGeom>
        </p:spPr>
      </p:pic>
      <p:cxnSp>
        <p:nvCxnSpPr>
          <p:cNvPr id="14" name="Conector recto 13"/>
          <p:cNvCxnSpPr/>
          <p:nvPr/>
        </p:nvCxnSpPr>
        <p:spPr>
          <a:xfrm>
            <a:off x="615294" y="1077855"/>
            <a:ext cx="1576383" cy="0"/>
          </a:xfrm>
          <a:prstGeom prst="line">
            <a:avLst/>
          </a:prstGeom>
          <a:ln w="9525" cmpd="sng">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5" name="Subtítulo 2"/>
          <p:cNvSpPr>
            <a:spLocks noGrp="1"/>
          </p:cNvSpPr>
          <p:nvPr>
            <p:ph type="subTitle" idx="1"/>
          </p:nvPr>
        </p:nvSpPr>
        <p:spPr>
          <a:xfrm>
            <a:off x="1297360" y="3712724"/>
            <a:ext cx="6400800" cy="362194"/>
          </a:xfrm>
        </p:spPr>
        <p:txBody>
          <a:bodyPr>
            <a:noAutofit/>
          </a:bodyPr>
          <a:lstStyle/>
          <a:p>
            <a:pPr marL="0" indent="0">
              <a:buNone/>
            </a:pPr>
            <a:r>
              <a:rPr lang="es-CL" sz="2000" dirty="0">
                <a:solidFill>
                  <a:schemeClr val="tx1"/>
                </a:solidFill>
                <a:latin typeface="Arial" panose="020B0604020202020204" pitchFamily="34" charset="0"/>
                <a:cs typeface="Arial" panose="020B0604020202020204" pitchFamily="34" charset="0"/>
              </a:rPr>
              <a:t>Prototipo  De Repuestos </a:t>
            </a:r>
          </a:p>
        </p:txBody>
      </p:sp>
      <p:sp>
        <p:nvSpPr>
          <p:cNvPr id="16" name="CuadroTexto 15"/>
          <p:cNvSpPr txBox="1"/>
          <p:nvPr/>
        </p:nvSpPr>
        <p:spPr>
          <a:xfrm>
            <a:off x="213399" y="4852924"/>
            <a:ext cx="4358601" cy="1619546"/>
          </a:xfrm>
          <a:prstGeom prst="rect">
            <a:avLst/>
          </a:prstGeom>
          <a:noFill/>
        </p:spPr>
        <p:txBody>
          <a:bodyPr wrap="square" rtlCol="0">
            <a:spAutoFit/>
          </a:bodyPr>
          <a:lstStyle/>
          <a:p>
            <a:pPr>
              <a:lnSpc>
                <a:spcPct val="120000"/>
              </a:lnSpc>
            </a:pPr>
            <a:r>
              <a:rPr lang="es-CL" sz="1400" dirty="0">
                <a:latin typeface="Arial" panose="020B0604020202020204" pitchFamily="34" charset="0"/>
                <a:cs typeface="Arial" panose="020B0604020202020204" pitchFamily="34" charset="0"/>
              </a:rPr>
              <a:t>Nombre: </a:t>
            </a:r>
            <a:r>
              <a:rPr lang="es-US" sz="1400" dirty="0">
                <a:latin typeface="Arial" panose="020B0604020202020204" pitchFamily="34" charset="0"/>
                <a:cs typeface="Arial" panose="020B0604020202020204" pitchFamily="34" charset="0"/>
              </a:rPr>
              <a:t>Francisco Gatica, Jaime  Jara, Juan San Martin, Jeison Escobar</a:t>
            </a:r>
            <a:endParaRPr lang="es-CL" sz="1400" dirty="0">
              <a:latin typeface="Arial" panose="020B0604020202020204" pitchFamily="34" charset="0"/>
              <a:cs typeface="Arial" panose="020B0604020202020204" pitchFamily="34" charset="0"/>
            </a:endParaRPr>
          </a:p>
          <a:p>
            <a:pPr>
              <a:lnSpc>
                <a:spcPct val="120000"/>
              </a:lnSpc>
            </a:pPr>
            <a:r>
              <a:rPr lang="es-CL" sz="1400" dirty="0">
                <a:latin typeface="Arial" panose="020B0604020202020204" pitchFamily="34" charset="0"/>
                <a:cs typeface="Arial" panose="020B0604020202020204" pitchFamily="34" charset="0"/>
              </a:rPr>
              <a:t>Carrera:</a:t>
            </a:r>
            <a:r>
              <a:rPr lang="es-US" sz="1400" dirty="0">
                <a:latin typeface="Arial" panose="020B0604020202020204" pitchFamily="34" charset="0"/>
                <a:cs typeface="Arial" panose="020B0604020202020204" pitchFamily="34" charset="0"/>
              </a:rPr>
              <a:t> Mecánica y electromovilidad automotriz</a:t>
            </a:r>
            <a:endParaRPr lang="es-CL" sz="1400" dirty="0">
              <a:latin typeface="Arial" panose="020B0604020202020204" pitchFamily="34" charset="0"/>
              <a:cs typeface="Arial" panose="020B0604020202020204" pitchFamily="34" charset="0"/>
            </a:endParaRPr>
          </a:p>
          <a:p>
            <a:pPr>
              <a:lnSpc>
                <a:spcPct val="120000"/>
              </a:lnSpc>
            </a:pPr>
            <a:r>
              <a:rPr lang="es-CL" sz="1400" dirty="0">
                <a:latin typeface="Arial" panose="020B0604020202020204" pitchFamily="34" charset="0"/>
                <a:cs typeface="Arial" panose="020B0604020202020204" pitchFamily="34" charset="0"/>
              </a:rPr>
              <a:t>Asignatura:</a:t>
            </a:r>
            <a:r>
              <a:rPr lang="es-US" sz="1400" dirty="0">
                <a:latin typeface="Arial" panose="020B0604020202020204" pitchFamily="34" charset="0"/>
                <a:cs typeface="Arial" panose="020B0604020202020204" pitchFamily="34" charset="0"/>
              </a:rPr>
              <a:t> Funciones y Geometría </a:t>
            </a:r>
            <a:endParaRPr lang="es-CL" sz="1400" dirty="0">
              <a:latin typeface="Arial" panose="020B0604020202020204" pitchFamily="34" charset="0"/>
              <a:cs typeface="Arial" panose="020B0604020202020204" pitchFamily="34" charset="0"/>
            </a:endParaRPr>
          </a:p>
          <a:p>
            <a:pPr>
              <a:lnSpc>
                <a:spcPct val="120000"/>
              </a:lnSpc>
            </a:pPr>
            <a:r>
              <a:rPr lang="es-CL" sz="1400" dirty="0">
                <a:latin typeface="Arial" panose="020B0604020202020204" pitchFamily="34" charset="0"/>
                <a:cs typeface="Arial" panose="020B0604020202020204" pitchFamily="34" charset="0"/>
              </a:rPr>
              <a:t>Profesora:</a:t>
            </a:r>
            <a:r>
              <a:rPr lang="es-US" sz="1400" dirty="0">
                <a:latin typeface="Arial" panose="020B0604020202020204" pitchFamily="34" charset="0"/>
                <a:cs typeface="Arial" panose="020B0604020202020204" pitchFamily="34" charset="0"/>
              </a:rPr>
              <a:t> Lissette Salamanca</a:t>
            </a:r>
            <a:endParaRPr lang="es-CL" sz="1400" dirty="0">
              <a:latin typeface="Arial" panose="020B0604020202020204" pitchFamily="34" charset="0"/>
              <a:cs typeface="Arial" panose="020B0604020202020204" pitchFamily="34" charset="0"/>
            </a:endParaRPr>
          </a:p>
          <a:p>
            <a:pPr>
              <a:lnSpc>
                <a:spcPct val="120000"/>
              </a:lnSpc>
            </a:pPr>
            <a:r>
              <a:rPr lang="es-CL" sz="1400" dirty="0">
                <a:latin typeface="Arial" panose="020B0604020202020204" pitchFamily="34" charset="0"/>
                <a:cs typeface="Arial" panose="020B0604020202020204" pitchFamily="34" charset="0"/>
              </a:rPr>
              <a:t>Fecha:</a:t>
            </a:r>
            <a:r>
              <a:rPr lang="es-US" sz="1400" dirty="0">
                <a:latin typeface="Arial" panose="020B0604020202020204" pitchFamily="34" charset="0"/>
                <a:cs typeface="Arial" panose="020B0604020202020204" pitchFamily="34" charset="0"/>
              </a:rPr>
              <a:t> 07/12/2023</a:t>
            </a:r>
            <a:endParaRPr lang="es-CL" sz="1400" dirty="0">
              <a:latin typeface="Arial" panose="020B0604020202020204" pitchFamily="34" charset="0"/>
              <a:cs typeface="Arial" panose="020B0604020202020204" pitchFamily="34" charset="0"/>
            </a:endParaRPr>
          </a:p>
        </p:txBody>
      </p:sp>
      <p:pic>
        <p:nvPicPr>
          <p:cNvPr id="18" name="Imagen 17"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0221" y="6499599"/>
            <a:ext cx="924848" cy="249644"/>
          </a:xfrm>
          <a:prstGeom prst="rect">
            <a:avLst/>
          </a:prstGeom>
        </p:spPr>
      </p:pic>
    </p:spTree>
    <p:extLst>
      <p:ext uri="{BB962C8B-B14F-4D97-AF65-F5344CB8AC3E}">
        <p14:creationId xmlns:p14="http://schemas.microsoft.com/office/powerpoint/2010/main" val="808890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77DF80-21C4-EA3A-FD0F-8EF2DF6FC7DA}"/>
              </a:ext>
            </a:extLst>
          </p:cNvPr>
          <p:cNvSpPr>
            <a:spLocks noGrp="1"/>
          </p:cNvSpPr>
          <p:nvPr>
            <p:ph type="title"/>
          </p:nvPr>
        </p:nvSpPr>
        <p:spPr>
          <a:xfrm>
            <a:off x="457200" y="160337"/>
            <a:ext cx="8229600" cy="1143000"/>
          </a:xfrm>
        </p:spPr>
        <p:txBody>
          <a:bodyPr>
            <a:normAutofit/>
          </a:bodyPr>
          <a:lstStyle/>
          <a:p>
            <a:r>
              <a:rPr lang="es-CL" sz="2400" b="1" dirty="0">
                <a:latin typeface="Arial" panose="020B0604020202020204" pitchFamily="34" charset="0"/>
                <a:cs typeface="Arial" panose="020B0604020202020204" pitchFamily="34" charset="0"/>
              </a:rPr>
              <a:t>Definición</a:t>
            </a:r>
            <a:r>
              <a:rPr lang="es-CL" sz="2400" b="1" dirty="0"/>
              <a:t> del Proyecto: </a:t>
            </a:r>
            <a:endParaRPr lang="es-ES" sz="2400" b="1" dirty="0"/>
          </a:p>
        </p:txBody>
      </p:sp>
      <p:sp>
        <p:nvSpPr>
          <p:cNvPr id="3" name="Marcador de contenido 2">
            <a:extLst>
              <a:ext uri="{FF2B5EF4-FFF2-40B4-BE49-F238E27FC236}">
                <a16:creationId xmlns:a16="http://schemas.microsoft.com/office/drawing/2014/main" id="{20406765-36F6-1D83-9982-63932940E2D8}"/>
              </a:ext>
            </a:extLst>
          </p:cNvPr>
          <p:cNvSpPr>
            <a:spLocks noGrp="1"/>
          </p:cNvSpPr>
          <p:nvPr>
            <p:ph idx="1"/>
          </p:nvPr>
        </p:nvSpPr>
        <p:spPr/>
        <p:txBody>
          <a:bodyPr>
            <a:normAutofit/>
          </a:bodyPr>
          <a:lstStyle/>
          <a:p>
            <a:pPr algn="just"/>
            <a:r>
              <a:rPr lang="es-CL" sz="2000" dirty="0">
                <a:solidFill>
                  <a:srgbClr val="FF0000"/>
                </a:solidFill>
                <a:latin typeface="Arial" panose="020B0604020202020204" pitchFamily="34" charset="0"/>
                <a:cs typeface="Arial" panose="020B0604020202020204" pitchFamily="34" charset="0"/>
              </a:rPr>
              <a:t>Reconstruir</a:t>
            </a:r>
            <a:r>
              <a:rPr lang="es-CL" sz="2000" dirty="0">
                <a:latin typeface="Arial" panose="020B0604020202020204" pitchFamily="34" charset="0"/>
                <a:cs typeface="Arial" panose="020B0604020202020204" pitchFamily="34" charset="0"/>
              </a:rPr>
              <a:t> piezas en 3D utilizando técnicas de matemáticas para capturar con precisión la geometría de la pieza original. Utilizando distintos softwares 3D como SolidWorks, Prusaslicer, AutoCAD, Tinkercad  y escaneando piezas para así poder crear  un modelo tridimensional con estos programas a base de medidas para realizar la creación del repuesto.</a:t>
            </a:r>
            <a:endParaRPr lang="es-E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47766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FA59FD-064D-74C8-4F24-A3999F3EBD85}"/>
              </a:ext>
            </a:extLst>
          </p:cNvPr>
          <p:cNvSpPr>
            <a:spLocks noGrp="1"/>
          </p:cNvSpPr>
          <p:nvPr>
            <p:ph type="title"/>
          </p:nvPr>
        </p:nvSpPr>
        <p:spPr>
          <a:xfrm>
            <a:off x="457200" y="0"/>
            <a:ext cx="8229600" cy="763687"/>
          </a:xfrm>
        </p:spPr>
        <p:txBody>
          <a:bodyPr>
            <a:normAutofit/>
          </a:bodyPr>
          <a:lstStyle/>
          <a:p>
            <a:r>
              <a:rPr lang="es-CL" sz="2400" b="1" dirty="0">
                <a:latin typeface="Arial" panose="020B0604020202020204" pitchFamily="34" charset="0"/>
                <a:cs typeface="Arial" panose="020B0604020202020204" pitchFamily="34" charset="0"/>
              </a:rPr>
              <a:t>Impresión De Repuestos En 3D </a:t>
            </a:r>
            <a:endParaRPr lang="es-ES" sz="2400" b="1" dirty="0">
              <a:latin typeface="Arial" panose="020B0604020202020204" pitchFamily="34" charset="0"/>
              <a:cs typeface="Arial" panose="020B0604020202020204" pitchFamily="34" charset="0"/>
            </a:endParaRPr>
          </a:p>
        </p:txBody>
      </p:sp>
      <p:sp>
        <p:nvSpPr>
          <p:cNvPr id="3" name="Marcador de contenido 2">
            <a:extLst>
              <a:ext uri="{FF2B5EF4-FFF2-40B4-BE49-F238E27FC236}">
                <a16:creationId xmlns:a16="http://schemas.microsoft.com/office/drawing/2014/main" id="{B933003D-C5C1-9E70-0E5F-980B7448BB3C}"/>
              </a:ext>
            </a:extLst>
          </p:cNvPr>
          <p:cNvSpPr>
            <a:spLocks noGrp="1"/>
          </p:cNvSpPr>
          <p:nvPr>
            <p:ph idx="1"/>
          </p:nvPr>
        </p:nvSpPr>
        <p:spPr>
          <a:xfrm>
            <a:off x="457200" y="538604"/>
            <a:ext cx="8229600" cy="2136058"/>
          </a:xfrm>
        </p:spPr>
        <p:txBody>
          <a:bodyPr>
            <a:noAutofit/>
          </a:bodyPr>
          <a:lstStyle/>
          <a:p>
            <a:pPr algn="just"/>
            <a:r>
              <a:rPr lang="es-CL" sz="2200" b="1" dirty="0">
                <a:latin typeface="Arial" panose="020B0604020202020204" pitchFamily="34" charset="0"/>
                <a:cs typeface="Arial" panose="020B0604020202020204" pitchFamily="34" charset="0"/>
              </a:rPr>
              <a:t>Problemática:  </a:t>
            </a:r>
            <a:r>
              <a:rPr lang="es-CL" sz="2000" dirty="0">
                <a:latin typeface="Arial" panose="020B0604020202020204" pitchFamily="34" charset="0"/>
                <a:cs typeface="Arial" panose="020B0604020202020204" pitchFamily="34" charset="0"/>
              </a:rPr>
              <a:t>cuando un vehículo requiere una pieza que ya no está disponible, se ha quebrado, está descontinuada o es una pequeña pieza que solo está disponible en un kit y solo necesitó esa pieza individual para restaurar o reparar el vehículo afectado.</a:t>
            </a:r>
          </a:p>
          <a:p>
            <a:pPr algn="just"/>
            <a:r>
              <a:rPr lang="es-CL" sz="2200" b="1" dirty="0">
                <a:latin typeface="Arial" panose="020B0604020202020204" pitchFamily="34" charset="0"/>
                <a:cs typeface="Arial" panose="020B0604020202020204" pitchFamily="34" charset="0"/>
              </a:rPr>
              <a:t>Noción matemática: </a:t>
            </a:r>
            <a:r>
              <a:rPr lang="es-CL" sz="2000" dirty="0">
                <a:latin typeface="Arial" panose="020B0604020202020204" pitchFamily="34" charset="0"/>
                <a:cs typeface="Arial" panose="020B0604020202020204" pitchFamily="34" charset="0"/>
              </a:rPr>
              <a:t>en la impresión  3D de repuestos automotriz ocuparemos	 distintas operaciones matemáticas con la geometría en 3D: calculo,trigomonetria estas operaciones son fundamentales para el diseño y creación de piezas automotriz mediante la impresión 3D.</a:t>
            </a:r>
            <a:endParaRPr lang="es-ES" sz="2000" dirty="0">
              <a:latin typeface="Arial" panose="020B0604020202020204" pitchFamily="34" charset="0"/>
              <a:cs typeface="Arial" panose="020B0604020202020204" pitchFamily="34" charset="0"/>
            </a:endParaRPr>
          </a:p>
        </p:txBody>
      </p:sp>
      <p:graphicFrame>
        <p:nvGraphicFramePr>
          <p:cNvPr id="6" name="Diagrama 5">
            <a:extLst>
              <a:ext uri="{FF2B5EF4-FFF2-40B4-BE49-F238E27FC236}">
                <a16:creationId xmlns:a16="http://schemas.microsoft.com/office/drawing/2014/main" id="{7E4501F7-7740-C6DB-5985-DFD4771CA9A6}"/>
              </a:ext>
            </a:extLst>
          </p:cNvPr>
          <p:cNvGraphicFramePr/>
          <p:nvPr>
            <p:extLst>
              <p:ext uri="{D42A27DB-BD31-4B8C-83A1-F6EECF244321}">
                <p14:modId xmlns:p14="http://schemas.microsoft.com/office/powerpoint/2010/main" val="3621757703"/>
              </p:ext>
            </p:extLst>
          </p:nvPr>
        </p:nvGraphicFramePr>
        <p:xfrm>
          <a:off x="989740" y="3378046"/>
          <a:ext cx="6987540" cy="3200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10850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2E1D40-54A9-66E2-2643-2F05379155C2}"/>
              </a:ext>
            </a:extLst>
          </p:cNvPr>
          <p:cNvSpPr>
            <a:spLocks noGrp="1"/>
          </p:cNvSpPr>
          <p:nvPr>
            <p:ph type="title"/>
          </p:nvPr>
        </p:nvSpPr>
        <p:spPr>
          <a:xfrm>
            <a:off x="457200" y="137653"/>
            <a:ext cx="8229600" cy="1836172"/>
          </a:xfrm>
        </p:spPr>
        <p:txBody>
          <a:bodyPr>
            <a:normAutofit/>
          </a:bodyPr>
          <a:lstStyle/>
          <a:p>
            <a:pPr algn="just"/>
            <a:r>
              <a:rPr lang="es-CL" sz="2400" b="1" dirty="0">
                <a:latin typeface="Arial" panose="020B0604020202020204" pitchFamily="34" charset="0"/>
                <a:cs typeface="Arial" panose="020B0604020202020204" pitchFamily="34" charset="0"/>
              </a:rPr>
              <a:t>Objetivo: </a:t>
            </a:r>
            <a:r>
              <a:rPr lang="es-CL" sz="2000" dirty="0">
                <a:latin typeface="Arial" panose="020B0604020202020204" pitchFamily="34" charset="0"/>
                <a:cs typeface="Arial" panose="020B0604020202020204" pitchFamily="34" charset="0"/>
              </a:rPr>
              <a:t>Optimizar el tiempo y la accesibilidad en la reparación de vehículos, mediante la producción ágil y personalizada de repuestos </a:t>
            </a:r>
            <a:r>
              <a:rPr lang="es-CL" sz="2000" dirty="0">
                <a:solidFill>
                  <a:srgbClr val="FF0000"/>
                </a:solidFill>
                <a:latin typeface="Arial" panose="020B0604020202020204" pitchFamily="34" charset="0"/>
                <a:cs typeface="Arial" panose="020B0604020202020204" pitchFamily="34" charset="0"/>
              </a:rPr>
              <a:t>utilizando</a:t>
            </a:r>
            <a:r>
              <a:rPr lang="es-CL" sz="2000" dirty="0">
                <a:latin typeface="Arial" panose="020B0604020202020204" pitchFamily="34" charset="0"/>
                <a:cs typeface="Arial" panose="020B0604020202020204" pitchFamily="34" charset="0"/>
              </a:rPr>
              <a:t> la tecnología de las impresiones en 3D.</a:t>
            </a:r>
            <a:endParaRPr lang="es-ES" sz="2000" dirty="0">
              <a:latin typeface="Arial" panose="020B0604020202020204" pitchFamily="34" charset="0"/>
              <a:cs typeface="Arial" panose="020B0604020202020204" pitchFamily="34" charset="0"/>
            </a:endParaRPr>
          </a:p>
        </p:txBody>
      </p:sp>
      <p:sp>
        <p:nvSpPr>
          <p:cNvPr id="3" name="Marcador de contenido 2">
            <a:extLst>
              <a:ext uri="{FF2B5EF4-FFF2-40B4-BE49-F238E27FC236}">
                <a16:creationId xmlns:a16="http://schemas.microsoft.com/office/drawing/2014/main" id="{29A068F1-D7BD-6C7D-76DF-3C342869106D}"/>
              </a:ext>
            </a:extLst>
          </p:cNvPr>
          <p:cNvSpPr>
            <a:spLocks noGrp="1"/>
          </p:cNvSpPr>
          <p:nvPr>
            <p:ph idx="1"/>
          </p:nvPr>
        </p:nvSpPr>
        <p:spPr>
          <a:xfrm>
            <a:off x="457200" y="1973825"/>
            <a:ext cx="8229600" cy="4525963"/>
          </a:xfrm>
        </p:spPr>
        <p:txBody>
          <a:bodyPr>
            <a:normAutofit/>
          </a:bodyPr>
          <a:lstStyle/>
          <a:p>
            <a:pPr marL="0" indent="0" algn="just">
              <a:buNone/>
            </a:pPr>
            <a:r>
              <a:rPr lang="es-CL" sz="2400" b="1" dirty="0">
                <a:latin typeface="Arial" panose="020B0604020202020204" pitchFamily="34" charset="0"/>
                <a:cs typeface="Arial" panose="020B0604020202020204" pitchFamily="34" charset="0"/>
              </a:rPr>
              <a:t>Preguntas de investigación:</a:t>
            </a:r>
          </a:p>
          <a:p>
            <a:pPr algn="just"/>
            <a:r>
              <a:rPr lang="es-CL" sz="2000" dirty="0">
                <a:latin typeface="Arial" panose="020B0604020202020204" pitchFamily="34" charset="0"/>
                <a:cs typeface="Arial" panose="020B0604020202020204" pitchFamily="34" charset="0"/>
              </a:rPr>
              <a:t>¿Cómo obtener con mayor facilidad las medidas de una pieza para recrearla?</a:t>
            </a:r>
          </a:p>
          <a:p>
            <a:pPr algn="just"/>
            <a:r>
              <a:rPr lang="es-CL" sz="2000" dirty="0">
                <a:latin typeface="Arial" panose="020B0604020202020204" pitchFamily="34" charset="0"/>
                <a:cs typeface="Arial" panose="020B0604020202020204" pitchFamily="34" charset="0"/>
              </a:rPr>
              <a:t>¿Cómo ser precisos en la fabricación de un repuesto?</a:t>
            </a:r>
          </a:p>
          <a:p>
            <a:pPr algn="just"/>
            <a:r>
              <a:rPr lang="es-CL" sz="2000" dirty="0">
                <a:latin typeface="Arial" panose="020B0604020202020204" pitchFamily="34" charset="0"/>
                <a:cs typeface="Arial" panose="020B0604020202020204" pitchFamily="34" charset="0"/>
              </a:rPr>
              <a:t>¿Cómo mejorar la accesibilidad hacia los repuestos?</a:t>
            </a:r>
          </a:p>
          <a:p>
            <a:pPr algn="just"/>
            <a:r>
              <a:rPr lang="es-CL" sz="2000" dirty="0">
                <a:latin typeface="Arial" panose="020B0604020202020204" pitchFamily="34" charset="0"/>
                <a:cs typeface="Arial" panose="020B0604020202020204" pitchFamily="34" charset="0"/>
              </a:rPr>
              <a:t>¿Cómo facilitar la creación o reconstrucción de un repuesto descontinuado o desgastado?</a:t>
            </a:r>
            <a:endParaRPr lang="es-E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2024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99D687-F76C-E501-70A4-8DB13159F3C6}"/>
              </a:ext>
            </a:extLst>
          </p:cNvPr>
          <p:cNvSpPr>
            <a:spLocks noGrp="1"/>
          </p:cNvSpPr>
          <p:nvPr>
            <p:ph type="title"/>
          </p:nvPr>
        </p:nvSpPr>
        <p:spPr>
          <a:xfrm>
            <a:off x="0" y="957262"/>
            <a:ext cx="5397500" cy="579438"/>
          </a:xfrm>
        </p:spPr>
        <p:txBody>
          <a:bodyPr>
            <a:normAutofit/>
          </a:bodyPr>
          <a:lstStyle/>
          <a:p>
            <a:r>
              <a:rPr lang="es-CL" sz="2800" b="1" dirty="0">
                <a:latin typeface="Arial" panose="020B0604020202020204" pitchFamily="34" charset="0"/>
                <a:cs typeface="Arial" panose="020B0604020202020204" pitchFamily="34" charset="0"/>
              </a:rPr>
              <a:t>Temas iniciales involucrados:</a:t>
            </a:r>
            <a:endParaRPr lang="es-ES" sz="2800" b="1" dirty="0">
              <a:latin typeface="Arial" panose="020B0604020202020204" pitchFamily="34" charset="0"/>
              <a:cs typeface="Arial" panose="020B0604020202020204" pitchFamily="34" charset="0"/>
            </a:endParaRPr>
          </a:p>
        </p:txBody>
      </p:sp>
      <p:sp>
        <p:nvSpPr>
          <p:cNvPr id="3" name="Marcador de contenido 2">
            <a:extLst>
              <a:ext uri="{FF2B5EF4-FFF2-40B4-BE49-F238E27FC236}">
                <a16:creationId xmlns:a16="http://schemas.microsoft.com/office/drawing/2014/main" id="{145C91E5-3D3C-C24E-445A-EFD72DDF6BD2}"/>
              </a:ext>
            </a:extLst>
          </p:cNvPr>
          <p:cNvSpPr>
            <a:spLocks noGrp="1"/>
          </p:cNvSpPr>
          <p:nvPr>
            <p:ph idx="1"/>
          </p:nvPr>
        </p:nvSpPr>
        <p:spPr>
          <a:xfrm>
            <a:off x="171450" y="1536700"/>
            <a:ext cx="8229600" cy="4525963"/>
          </a:xfrm>
        </p:spPr>
        <p:txBody>
          <a:bodyPr/>
          <a:lstStyle/>
          <a:p>
            <a:r>
              <a:rPr lang="es-CL" sz="2000" dirty="0">
                <a:latin typeface="Arial" panose="020B0604020202020204" pitchFamily="34" charset="0"/>
                <a:cs typeface="Arial" panose="020B0604020202020204" pitchFamily="34" charset="0"/>
              </a:rPr>
              <a:t>Repuestos descontinuados </a:t>
            </a:r>
          </a:p>
          <a:p>
            <a:r>
              <a:rPr lang="es-CL" sz="2000" dirty="0">
                <a:latin typeface="Arial" panose="020B0604020202020204" pitchFamily="34" charset="0"/>
                <a:cs typeface="Arial" panose="020B0604020202020204" pitchFamily="34" charset="0"/>
              </a:rPr>
              <a:t>Poca accesibilidad</a:t>
            </a:r>
          </a:p>
          <a:p>
            <a:r>
              <a:rPr lang="es-CL" sz="2000" dirty="0">
                <a:latin typeface="Arial" panose="020B0604020202020204" pitchFamily="34" charset="0"/>
                <a:cs typeface="Arial" panose="020B0604020202020204" pitchFamily="34" charset="0"/>
              </a:rPr>
              <a:t>Precios muy altos </a:t>
            </a:r>
          </a:p>
          <a:p>
            <a:r>
              <a:rPr lang="es-CL" sz="2000" dirty="0">
                <a:latin typeface="Arial" panose="020B0604020202020204" pitchFamily="34" charset="0"/>
                <a:cs typeface="Arial" panose="020B0604020202020204" pitchFamily="34" charset="0"/>
              </a:rPr>
              <a:t>Repuestos en específicos.</a:t>
            </a:r>
          </a:p>
          <a:p>
            <a:endParaRPr lang="es-CL" sz="1800" dirty="0">
              <a:latin typeface="Arial" panose="020B0604020202020204" pitchFamily="34" charset="0"/>
              <a:cs typeface="Arial" panose="020B0604020202020204" pitchFamily="34" charset="0"/>
            </a:endParaRPr>
          </a:p>
          <a:p>
            <a:pPr marL="0" indent="0">
              <a:buNone/>
            </a:pPr>
            <a:endParaRPr lang="es-CL" sz="1800" dirty="0">
              <a:latin typeface="Arial" panose="020B0604020202020204" pitchFamily="34" charset="0"/>
              <a:cs typeface="Arial" panose="020B0604020202020204" pitchFamily="34" charset="0"/>
            </a:endParaRPr>
          </a:p>
          <a:p>
            <a:pPr marL="0" indent="0">
              <a:buNone/>
            </a:pPr>
            <a:r>
              <a:rPr lang="es-CL" sz="2400" b="1" dirty="0">
                <a:latin typeface="Arial" panose="020B0604020202020204" pitchFamily="34" charset="0"/>
                <a:cs typeface="Arial" panose="020B0604020202020204" pitchFamily="34" charset="0"/>
              </a:rPr>
              <a:t>Matemáticas: </a:t>
            </a:r>
          </a:p>
          <a:p>
            <a:r>
              <a:rPr lang="es-CL" sz="2000" dirty="0">
                <a:latin typeface="Arial" panose="020B0604020202020204" pitchFamily="34" charset="0"/>
                <a:cs typeface="Arial" panose="020B0604020202020204" pitchFamily="34" charset="0"/>
              </a:rPr>
              <a:t>Geometría 3D</a:t>
            </a:r>
          </a:p>
          <a:p>
            <a:r>
              <a:rPr lang="es-CL" sz="2000" dirty="0">
                <a:latin typeface="Arial" panose="020B0604020202020204" pitchFamily="34" charset="0"/>
                <a:cs typeface="Arial" panose="020B0604020202020204" pitchFamily="34" charset="0"/>
              </a:rPr>
              <a:t>Análisis de tolerancias.</a:t>
            </a:r>
          </a:p>
        </p:txBody>
      </p:sp>
    </p:spTree>
    <p:extLst>
      <p:ext uri="{BB962C8B-B14F-4D97-AF65-F5344CB8AC3E}">
        <p14:creationId xmlns:p14="http://schemas.microsoft.com/office/powerpoint/2010/main" val="1309929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a:extLst>
              <a:ext uri="{FF2B5EF4-FFF2-40B4-BE49-F238E27FC236}">
                <a16:creationId xmlns:a16="http://schemas.microsoft.com/office/drawing/2014/main" id="{92AA9DDF-1F54-22EE-F82A-EC1B0A2D3FDF}"/>
              </a:ext>
            </a:extLst>
          </p:cNvPr>
          <p:cNvPicPr>
            <a:picLocks noGrp="1" noChangeAspect="1"/>
          </p:cNvPicPr>
          <p:nvPr>
            <p:ph idx="1"/>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50612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AB8693-3C68-BE32-5B42-720D9AC3E860}"/>
              </a:ext>
            </a:extLst>
          </p:cNvPr>
          <p:cNvSpPr>
            <a:spLocks noGrp="1"/>
          </p:cNvSpPr>
          <p:nvPr>
            <p:ph type="title"/>
          </p:nvPr>
        </p:nvSpPr>
        <p:spPr/>
        <p:txBody>
          <a:bodyPr>
            <a:normAutofit/>
          </a:bodyPr>
          <a:lstStyle/>
          <a:p>
            <a:r>
              <a:rPr lang="es-CL" sz="2800" b="1" dirty="0">
                <a:latin typeface="Arial" panose="020B0604020202020204" pitchFamily="34" charset="0"/>
                <a:cs typeface="Arial" panose="020B0604020202020204" pitchFamily="34" charset="0"/>
              </a:rPr>
              <a:t>Materiales y Herramientas a utilizar </a:t>
            </a:r>
            <a:endParaRPr lang="es-ES" sz="2800" b="1" dirty="0"/>
          </a:p>
        </p:txBody>
      </p:sp>
      <p:sp>
        <p:nvSpPr>
          <p:cNvPr id="3" name="Marcador de contenido 2">
            <a:extLst>
              <a:ext uri="{FF2B5EF4-FFF2-40B4-BE49-F238E27FC236}">
                <a16:creationId xmlns:a16="http://schemas.microsoft.com/office/drawing/2014/main" id="{41F612EF-44CA-A70C-AA25-C34DCF8454DD}"/>
              </a:ext>
            </a:extLst>
          </p:cNvPr>
          <p:cNvSpPr>
            <a:spLocks noGrp="1"/>
          </p:cNvSpPr>
          <p:nvPr>
            <p:ph idx="1"/>
          </p:nvPr>
        </p:nvSpPr>
        <p:spPr/>
        <p:txBody>
          <a:bodyPr>
            <a:normAutofit/>
          </a:bodyPr>
          <a:lstStyle/>
          <a:p>
            <a:r>
              <a:rPr lang="es-ES" sz="2000" dirty="0">
                <a:latin typeface="Arial" panose="020B0604020202020204" pitchFamily="34" charset="0"/>
                <a:cs typeface="Arial" panose="020B0604020202020204" pitchFamily="34" charset="0"/>
              </a:rPr>
              <a:t>Etapa 1: Ingreso de vehículo al taller y diagnóstico de fallas: Pie de metro, Feller, Micrómetro y Reloj Comparador, estas herramientas se utilizan para medir las superficies, grosor, diámetro entre otras cosas de las piezas.</a:t>
            </a:r>
          </a:p>
          <a:p>
            <a:pPr marL="0" indent="0">
              <a:buNone/>
            </a:pPr>
            <a:endParaRPr lang="es-ES" sz="2000" dirty="0">
              <a:latin typeface="Arial" panose="020B0604020202020204" pitchFamily="34" charset="0"/>
              <a:cs typeface="Arial" panose="020B0604020202020204" pitchFamily="34" charset="0"/>
            </a:endParaRPr>
          </a:p>
          <a:p>
            <a:r>
              <a:rPr lang="es-ES" sz="2000" dirty="0">
                <a:latin typeface="Arial" panose="020B0604020202020204" pitchFamily="34" charset="0"/>
                <a:cs typeface="Arial" panose="020B0604020202020204" pitchFamily="34" charset="0"/>
              </a:rPr>
              <a:t>Etapa 2: Solución de problema e impresión de la pieza: Planos, Mediciones, Impresora 3D, Filamento.</a:t>
            </a:r>
          </a:p>
        </p:txBody>
      </p:sp>
    </p:spTree>
    <p:extLst>
      <p:ext uri="{BB962C8B-B14F-4D97-AF65-F5344CB8AC3E}">
        <p14:creationId xmlns:p14="http://schemas.microsoft.com/office/powerpoint/2010/main" val="1828842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C56C35-55F4-F9B4-4C7B-6EEC7DAEBB34}"/>
              </a:ext>
            </a:extLst>
          </p:cNvPr>
          <p:cNvSpPr>
            <a:spLocks noGrp="1"/>
          </p:cNvSpPr>
          <p:nvPr>
            <p:ph type="title"/>
          </p:nvPr>
        </p:nvSpPr>
        <p:spPr>
          <a:xfrm>
            <a:off x="457200" y="343464"/>
            <a:ext cx="8229600" cy="1495168"/>
          </a:xfrm>
        </p:spPr>
        <p:txBody>
          <a:bodyPr>
            <a:normAutofit/>
          </a:bodyPr>
          <a:lstStyle/>
          <a:p>
            <a:r>
              <a:rPr lang="es-CL" sz="2800" dirty="0">
                <a:latin typeface="Arial" panose="020B0604020202020204" pitchFamily="34" charset="0"/>
                <a:cs typeface="Arial" panose="020B0604020202020204" pitchFamily="34" charset="0"/>
              </a:rPr>
              <a:t>¿Cómo obtener con mayor facilidad las medidas de una pieza para recrearla?</a:t>
            </a:r>
            <a:endParaRPr lang="es-ES" sz="2800" dirty="0"/>
          </a:p>
        </p:txBody>
      </p:sp>
      <p:sp>
        <p:nvSpPr>
          <p:cNvPr id="3" name="Marcador de contenido 2">
            <a:extLst>
              <a:ext uri="{FF2B5EF4-FFF2-40B4-BE49-F238E27FC236}">
                <a16:creationId xmlns:a16="http://schemas.microsoft.com/office/drawing/2014/main" id="{96B973AC-262D-E5FE-DC8D-F870667418D2}"/>
              </a:ext>
            </a:extLst>
          </p:cNvPr>
          <p:cNvSpPr>
            <a:spLocks noGrp="1"/>
          </p:cNvSpPr>
          <p:nvPr>
            <p:ph idx="1"/>
          </p:nvPr>
        </p:nvSpPr>
        <p:spPr/>
        <p:txBody>
          <a:bodyPr>
            <a:normAutofit fontScale="92500" lnSpcReduction="20000"/>
          </a:bodyPr>
          <a:lstStyle/>
          <a:p>
            <a:pPr algn="just"/>
            <a:r>
              <a:rPr lang="es-ES" sz="2000" dirty="0">
                <a:latin typeface="Arial" panose="020B0604020202020204" pitchFamily="34" charset="0"/>
                <a:cs typeface="Arial" panose="020B0604020202020204" pitchFamily="34" charset="0"/>
              </a:rPr>
              <a:t>1) La impresión 3D y otras tecnologías de fabricación aditiva pueden ayudar a producir piezas automotrices de alto rendimiento de manera rápida y eficiente, reduciendo el tiempo de producción de días o semanas a horas.</a:t>
            </a:r>
          </a:p>
          <a:p>
            <a:pPr algn="just"/>
            <a:endParaRPr lang="es-ES" sz="2000" dirty="0">
              <a:latin typeface="Arial" panose="020B0604020202020204" pitchFamily="34" charset="0"/>
              <a:cs typeface="Arial" panose="020B0604020202020204" pitchFamily="34" charset="0"/>
            </a:endParaRPr>
          </a:p>
          <a:p>
            <a:pPr algn="just"/>
            <a:r>
              <a:rPr lang="es-ES" sz="2000" dirty="0">
                <a:latin typeface="Arial" panose="020B0604020202020204" pitchFamily="34" charset="0"/>
                <a:cs typeface="Arial" panose="020B0604020202020204" pitchFamily="34" charset="0"/>
              </a:rPr>
              <a:t>2) Colaborar con expertos en tecnologías de fabricación aditiva para mejorar el diseño y desarrollo automotriz puede ser beneficioso para resolver desafíos automotrices y acelerar la innovación en la industria.</a:t>
            </a:r>
          </a:p>
          <a:p>
            <a:pPr algn="just"/>
            <a:endParaRPr lang="es-ES" sz="2000" dirty="0">
              <a:latin typeface="Arial" panose="020B0604020202020204" pitchFamily="34" charset="0"/>
              <a:cs typeface="Arial" panose="020B0604020202020204" pitchFamily="34" charset="0"/>
            </a:endParaRPr>
          </a:p>
          <a:p>
            <a:pPr algn="just"/>
            <a:r>
              <a:rPr lang="es-ES" sz="2000" dirty="0">
                <a:latin typeface="Arial" panose="020B0604020202020204" pitchFamily="34" charset="0"/>
                <a:cs typeface="Arial" panose="020B0604020202020204" pitchFamily="34" charset="0"/>
              </a:rPr>
              <a:t>3) El mecanizado de piezas de repuesto se utiliza para producir piezas que se necesitan para reparar o mejorar el funcionamiento de los vehículos.</a:t>
            </a:r>
          </a:p>
          <a:p>
            <a:pPr marL="0" indent="0" algn="just">
              <a:buNone/>
            </a:pPr>
            <a:r>
              <a:rPr lang="es-ES" sz="1800" dirty="0">
                <a:latin typeface="Arial" panose="020B0604020202020204" pitchFamily="34" charset="0"/>
                <a:cs typeface="Arial" panose="020B0604020202020204" pitchFamily="34" charset="0"/>
              </a:rPr>
              <a:t>Linkografía: </a:t>
            </a:r>
            <a:r>
              <a:rPr lang="es-ES" sz="1200" i="1" dirty="0">
                <a:effectLst/>
                <a:latin typeface="Times New Roman" panose="02020603050405020304" pitchFamily="18" charset="0"/>
              </a:rPr>
              <a:t>Impresión 3D para el sector automotriz | 3D Systems</a:t>
            </a:r>
            <a:r>
              <a:rPr lang="es-ES" sz="1200" dirty="0">
                <a:effectLst/>
                <a:latin typeface="Times New Roman" panose="02020603050405020304" pitchFamily="18" charset="0"/>
              </a:rPr>
              <a:t>. (2022, 1 abril). 3D Systems. </a:t>
            </a:r>
            <a:r>
              <a:rPr lang="es-ES" sz="1200" dirty="0">
                <a:effectLst/>
                <a:latin typeface="Times New Roman" panose="02020603050405020304" pitchFamily="18" charset="0"/>
                <a:hlinkClick r:id="rId2"/>
              </a:rPr>
              <a:t>https://es.3dsystems.com/automotive</a:t>
            </a:r>
            <a:endParaRPr lang="es-ES" sz="1200" dirty="0">
              <a:effectLst/>
              <a:latin typeface="Times New Roman" panose="02020603050405020304" pitchFamily="18" charset="0"/>
            </a:endParaRPr>
          </a:p>
          <a:p>
            <a:pPr marL="0" indent="0" algn="just">
              <a:buNone/>
            </a:pPr>
            <a:endParaRPr lang="es-ES" sz="1200" dirty="0">
              <a:effectLst/>
              <a:latin typeface="Times New Roman" panose="02020603050405020304" pitchFamily="18" charset="0"/>
            </a:endParaRPr>
          </a:p>
          <a:p>
            <a:pPr marL="0" indent="0" algn="just">
              <a:buNone/>
            </a:pPr>
            <a:r>
              <a:rPr lang="es-ES" sz="1200" dirty="0">
                <a:effectLst/>
                <a:latin typeface="Times New Roman" panose="02020603050405020304" pitchFamily="18" charset="0"/>
              </a:rPr>
              <a:t>Seo. (2023, 26 junio). </a:t>
            </a:r>
            <a:r>
              <a:rPr lang="es-ES" sz="1200" i="1" dirty="0">
                <a:effectLst/>
                <a:latin typeface="Times New Roman" panose="02020603050405020304" pitchFamily="18" charset="0"/>
              </a:rPr>
              <a:t>Fabricación de piezas de repuesto a medida</a:t>
            </a:r>
            <a:r>
              <a:rPr lang="es-ES" sz="1200" dirty="0">
                <a:effectLst/>
                <a:latin typeface="Times New Roman" panose="02020603050405020304" pitchFamily="18" charset="0"/>
              </a:rPr>
              <a:t>. Empresa de mecanizado en Barcelona - Grumeber. </a:t>
            </a:r>
            <a:r>
              <a:rPr lang="es-ES" sz="1200" dirty="0">
                <a:effectLst/>
                <a:latin typeface="Times New Roman" panose="02020603050405020304" pitchFamily="18" charset="0"/>
                <a:hlinkClick r:id="rId3"/>
              </a:rPr>
              <a:t>https://grumeber.com/fabricacion-piezas-de-repuesto/</a:t>
            </a:r>
            <a:endParaRPr lang="es-ES" sz="1200" dirty="0">
              <a:effectLst/>
              <a:latin typeface="Times New Roman" panose="02020603050405020304" pitchFamily="18" charset="0"/>
            </a:endParaRPr>
          </a:p>
          <a:p>
            <a:pPr marL="0" indent="0" algn="just">
              <a:buNone/>
            </a:pPr>
            <a:endParaRPr lang="es-ES" sz="1200" dirty="0">
              <a:effectLst/>
              <a:latin typeface="Times New Roman" panose="02020603050405020304" pitchFamily="18" charset="0"/>
            </a:endParaRPr>
          </a:p>
          <a:p>
            <a:pPr marL="0" indent="0" algn="just">
              <a:buNone/>
            </a:pPr>
            <a:r>
              <a:rPr lang="es-ES" sz="1200" dirty="0">
                <a:effectLst/>
                <a:latin typeface="Times New Roman" panose="02020603050405020304" pitchFamily="18" charset="0"/>
              </a:rPr>
              <a:t>BernieA. (2023, 5 octubre). ¿Para qué se usan las máquinas CNC en la industria automotriz? - Blog Centric México. </a:t>
            </a:r>
            <a:r>
              <a:rPr lang="es-ES" sz="1200" i="1" dirty="0">
                <a:effectLst/>
                <a:latin typeface="Times New Roman" panose="02020603050405020304" pitchFamily="18" charset="0"/>
              </a:rPr>
              <a:t>Distribución y venta de maquinaria CNC. </a:t>
            </a:r>
            <a:r>
              <a:rPr lang="es-ES" sz="1200" dirty="0">
                <a:effectLst/>
                <a:latin typeface="Times New Roman" panose="02020603050405020304" pitchFamily="18" charset="0"/>
              </a:rPr>
              <a:t> </a:t>
            </a:r>
            <a:r>
              <a:rPr lang="es-ES" sz="1200" dirty="0">
                <a:effectLst/>
                <a:latin typeface="Times New Roman" panose="02020603050405020304" pitchFamily="18" charset="0"/>
                <a:hlinkClick r:id="rId4"/>
              </a:rPr>
              <a:t>https://centricdemexico.com/usos-maquinaria-cnc-industria-automotriz/</a:t>
            </a:r>
            <a:r>
              <a:rPr lang="es-ES" sz="1200" dirty="0">
                <a:effectLst/>
                <a:latin typeface="Times New Roman" panose="02020603050405020304" pitchFamily="18" charset="0"/>
              </a:rPr>
              <a:t> </a:t>
            </a:r>
          </a:p>
          <a:p>
            <a:pPr marL="0" indent="0">
              <a:buNone/>
            </a:pPr>
            <a:endParaRPr lang="es-ES" sz="1800" dirty="0">
              <a:effectLst/>
              <a:latin typeface="Times New Roman" panose="02020603050405020304" pitchFamily="18" charset="0"/>
            </a:endParaRPr>
          </a:p>
          <a:p>
            <a:pPr marL="0" indent="0">
              <a:buNone/>
            </a:pPr>
            <a:endParaRPr lang="es-E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2584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EAA674-83F5-2E27-CB23-B41C9A3D1B6C}"/>
              </a:ext>
            </a:extLst>
          </p:cNvPr>
          <p:cNvSpPr>
            <a:spLocks noGrp="1"/>
          </p:cNvSpPr>
          <p:nvPr>
            <p:ph type="title"/>
          </p:nvPr>
        </p:nvSpPr>
        <p:spPr>
          <a:xfrm>
            <a:off x="540774" y="1"/>
            <a:ext cx="8146026" cy="1700980"/>
          </a:xfrm>
        </p:spPr>
        <p:txBody>
          <a:bodyPr>
            <a:normAutofit fontScale="90000"/>
          </a:bodyPr>
          <a:lstStyle/>
          <a:p>
            <a:br>
              <a:rPr lang="es-CL" sz="3600" dirty="0">
                <a:latin typeface="Arial" panose="020B0604020202020204" pitchFamily="34" charset="0"/>
                <a:cs typeface="Arial" panose="020B0604020202020204" pitchFamily="34" charset="0"/>
              </a:rPr>
            </a:br>
            <a:br>
              <a:rPr lang="es-CL" sz="3600" dirty="0">
                <a:latin typeface="Arial" panose="020B0604020202020204" pitchFamily="34" charset="0"/>
                <a:cs typeface="Arial" panose="020B0604020202020204" pitchFamily="34" charset="0"/>
              </a:rPr>
            </a:br>
            <a:r>
              <a:rPr lang="es-CL" sz="3600" dirty="0">
                <a:latin typeface="Arial" panose="020B0604020202020204" pitchFamily="34" charset="0"/>
                <a:cs typeface="Arial" panose="020B0604020202020204" pitchFamily="34" charset="0"/>
              </a:rPr>
              <a:t>¿Cómo facilitar la creación o reconstrucción de un repuesto descontinuado o desgastado?</a:t>
            </a:r>
            <a:br>
              <a:rPr lang="es-ES" sz="4400" dirty="0">
                <a:latin typeface="Arial" panose="020B0604020202020204" pitchFamily="34" charset="0"/>
                <a:cs typeface="Arial" panose="020B0604020202020204" pitchFamily="34" charset="0"/>
              </a:rPr>
            </a:br>
            <a:endParaRPr lang="es-ES" dirty="0"/>
          </a:p>
        </p:txBody>
      </p:sp>
      <p:sp>
        <p:nvSpPr>
          <p:cNvPr id="3" name="Marcador de contenido 2">
            <a:extLst>
              <a:ext uri="{FF2B5EF4-FFF2-40B4-BE49-F238E27FC236}">
                <a16:creationId xmlns:a16="http://schemas.microsoft.com/office/drawing/2014/main" id="{E4578A21-8DE3-607C-0964-B399B9531F72}"/>
              </a:ext>
            </a:extLst>
          </p:cNvPr>
          <p:cNvSpPr>
            <a:spLocks noGrp="1"/>
          </p:cNvSpPr>
          <p:nvPr>
            <p:ph idx="1"/>
          </p:nvPr>
        </p:nvSpPr>
        <p:spPr>
          <a:xfrm>
            <a:off x="609600" y="1976284"/>
            <a:ext cx="8077200" cy="4149879"/>
          </a:xfrm>
        </p:spPr>
        <p:txBody>
          <a:bodyPr>
            <a:normAutofit fontScale="92500" lnSpcReduction="20000"/>
          </a:bodyPr>
          <a:lstStyle/>
          <a:p>
            <a:pPr algn="just">
              <a:lnSpc>
                <a:spcPct val="107000"/>
              </a:lnSpc>
              <a:spcAft>
                <a:spcPts val="800"/>
              </a:spcAft>
            </a:pPr>
            <a:r>
              <a:rPr lang="es-US" sz="2200" kern="100" dirty="0">
                <a:effectLst/>
                <a:latin typeface="Arial" panose="020B0604020202020204" pitchFamily="34" charset="0"/>
                <a:ea typeface="Times New Roman" panose="02020603050405020304" pitchFamily="18" charset="0"/>
                <a:cs typeface="Arial" panose="020B0604020202020204" pitchFamily="34" charset="0"/>
              </a:rPr>
              <a:t>Para facilitar la creación de un repuesto desgastado: </a:t>
            </a:r>
            <a:endParaRPr lang="es-ES" sz="2200" kern="100" dirty="0">
              <a:effectLst/>
              <a:latin typeface="Arial" panose="020B0604020202020204" pitchFamily="34" charset="0"/>
              <a:ea typeface="Times New Roman" panose="02020603050405020304" pitchFamily="18" charset="0"/>
              <a:cs typeface="Arial" panose="020B0604020202020204" pitchFamily="34" charset="0"/>
            </a:endParaRPr>
          </a:p>
          <a:p>
            <a:pPr marL="0" lvl="0" indent="0" algn="just">
              <a:lnSpc>
                <a:spcPct val="107000"/>
              </a:lnSpc>
              <a:spcAft>
                <a:spcPts val="800"/>
              </a:spcAft>
              <a:buNone/>
            </a:pPr>
            <a:r>
              <a:rPr lang="es-US" sz="2200" kern="100" dirty="0">
                <a:effectLst/>
                <a:latin typeface="Arial" panose="020B0604020202020204" pitchFamily="34" charset="0"/>
                <a:ea typeface="Times New Roman" panose="02020603050405020304" pitchFamily="18" charset="0"/>
                <a:cs typeface="Arial" panose="020B0604020202020204" pitchFamily="34" charset="0"/>
              </a:rPr>
              <a:t>1)  Mediciones precisas:  Toma medidas exactas del repuesto desgastado para garantizar que la nueva pieza se ajuste correctamente.</a:t>
            </a:r>
            <a:endParaRPr lang="es-ES" sz="2200" kern="100" dirty="0">
              <a:effectLst/>
              <a:latin typeface="Arial" panose="020B0604020202020204" pitchFamily="34" charset="0"/>
              <a:ea typeface="Times New Roman" panose="02020603050405020304" pitchFamily="18" charset="0"/>
              <a:cs typeface="Arial" panose="020B0604020202020204" pitchFamily="34" charset="0"/>
            </a:endParaRPr>
          </a:p>
          <a:p>
            <a:pPr lvl="0" algn="just">
              <a:lnSpc>
                <a:spcPct val="107000"/>
              </a:lnSpc>
              <a:buAutoNum type="arabicParenR" startAt="2"/>
            </a:pPr>
            <a:r>
              <a:rPr lang="es-US" sz="2200" kern="100" dirty="0">
                <a:effectLst/>
                <a:latin typeface="Arial" panose="020B0604020202020204" pitchFamily="34" charset="0"/>
                <a:ea typeface="Times New Roman" panose="02020603050405020304" pitchFamily="18" charset="0"/>
                <a:cs typeface="Arial" panose="020B0604020202020204" pitchFamily="34" charset="0"/>
              </a:rPr>
              <a:t>Material adecuado:   Selecciona un material compatible con las funciones y condiciones de trabajo del repuesto. Puedes buscar materiales mejorados o alternativos.</a:t>
            </a:r>
            <a:endParaRPr lang="es-ES" sz="2200" kern="100" dirty="0">
              <a:latin typeface="Arial" panose="020B0604020202020204" pitchFamily="34" charset="0"/>
              <a:ea typeface="Times New Roman" panose="02020603050405020304" pitchFamily="18" charset="0"/>
              <a:cs typeface="Arial" panose="020B0604020202020204" pitchFamily="34" charset="0"/>
            </a:endParaRPr>
          </a:p>
          <a:p>
            <a:pPr lvl="0" algn="just">
              <a:lnSpc>
                <a:spcPct val="107000"/>
              </a:lnSpc>
              <a:buAutoNum type="arabicParenR" startAt="2"/>
            </a:pPr>
            <a:r>
              <a:rPr lang="es-US" sz="2200" kern="100" dirty="0">
                <a:effectLst/>
                <a:latin typeface="Arial" panose="020B0604020202020204" pitchFamily="34" charset="0"/>
                <a:ea typeface="Times New Roman" panose="02020603050405020304" pitchFamily="18" charset="0"/>
                <a:cs typeface="Arial" panose="020B0604020202020204" pitchFamily="34" charset="0"/>
              </a:rPr>
              <a:t>  Diseño asistido por computadora (CAD):   Utiliza software CAD para crear un diseño detallado del repuesto, basándote en las medidas y funciones requeridas.</a:t>
            </a:r>
          </a:p>
          <a:p>
            <a:pPr marL="0" lvl="0" indent="0" algn="just">
              <a:lnSpc>
                <a:spcPct val="107000"/>
              </a:lnSpc>
              <a:buNone/>
            </a:pPr>
            <a:endParaRPr lang="es-ES" sz="2200" kern="100" dirty="0">
              <a:effectLst/>
              <a:latin typeface="Arial" panose="020B0604020202020204" pitchFamily="34" charset="0"/>
              <a:ea typeface="Times New Roman" panose="02020603050405020304" pitchFamily="18" charset="0"/>
              <a:cs typeface="Arial" panose="020B0604020202020204" pitchFamily="34" charset="0"/>
            </a:endParaRPr>
          </a:p>
          <a:p>
            <a:pPr marL="0" indent="0">
              <a:buNone/>
            </a:pPr>
            <a:r>
              <a:rPr lang="es-ES" sz="1600" dirty="0">
                <a:effectLst/>
                <a:latin typeface="Times New Roman" panose="02020603050405020304" pitchFamily="18" charset="0"/>
              </a:rPr>
              <a:t>Linkografìa:www.3dprintingdesign.es. (s. f.). </a:t>
            </a:r>
            <a:r>
              <a:rPr lang="es-ES" sz="1600" i="1" dirty="0">
                <a:effectLst/>
                <a:latin typeface="Times New Roman" panose="02020603050405020304" pitchFamily="18" charset="0"/>
              </a:rPr>
              <a:t>SOLIZE y HP permiten la producción en 3D de piezas de repuesto para Nissan</a:t>
            </a:r>
            <a:r>
              <a:rPr lang="es-ES" sz="1600" dirty="0">
                <a:effectLst/>
                <a:latin typeface="Times New Roman" panose="02020603050405020304" pitchFamily="18" charset="0"/>
              </a:rPr>
              <a:t>. 3D Printing &amp; Design. </a:t>
            </a:r>
            <a:r>
              <a:rPr lang="es-ES" sz="1600" dirty="0">
                <a:effectLst/>
                <a:latin typeface="Times New Roman" panose="02020603050405020304" pitchFamily="18" charset="0"/>
                <a:hlinkClick r:id="rId2"/>
              </a:rPr>
              <a:t>http://www.3dprintingdesign.es/es/noticia/solize-y-hp-permiten-la-produccion-en-3d-de-piezas-de-repuesto-para-nissan</a:t>
            </a:r>
            <a:r>
              <a:rPr lang="es-ES" sz="1600" dirty="0">
                <a:effectLst/>
                <a:latin typeface="Times New Roman" panose="02020603050405020304" pitchFamily="18" charset="0"/>
              </a:rPr>
              <a:t> </a:t>
            </a:r>
          </a:p>
          <a:p>
            <a:pPr marL="0" indent="0">
              <a:buNone/>
            </a:pPr>
            <a:endParaRPr lang="es-ES" dirty="0"/>
          </a:p>
        </p:txBody>
      </p:sp>
    </p:spTree>
    <p:extLst>
      <p:ext uri="{BB962C8B-B14F-4D97-AF65-F5344CB8AC3E}">
        <p14:creationId xmlns:p14="http://schemas.microsoft.com/office/powerpoint/2010/main" val="2514930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00C265-3E64-FEBC-807A-3ADF4D8C57BD}"/>
              </a:ext>
            </a:extLst>
          </p:cNvPr>
          <p:cNvSpPr>
            <a:spLocks noGrp="1"/>
          </p:cNvSpPr>
          <p:nvPr>
            <p:ph type="title"/>
          </p:nvPr>
        </p:nvSpPr>
        <p:spPr/>
        <p:txBody>
          <a:bodyPr>
            <a:normAutofit fontScale="90000"/>
          </a:bodyPr>
          <a:lstStyle/>
          <a:p>
            <a:br>
              <a:rPr lang="es-CL" sz="4400" dirty="0">
                <a:latin typeface="Arial" panose="020B0604020202020204" pitchFamily="34" charset="0"/>
                <a:cs typeface="Arial" panose="020B0604020202020204" pitchFamily="34" charset="0"/>
              </a:rPr>
            </a:br>
            <a:r>
              <a:rPr lang="es-CL" sz="3100" dirty="0">
                <a:latin typeface="Arial" panose="020B0604020202020204" pitchFamily="34" charset="0"/>
                <a:cs typeface="Arial" panose="020B0604020202020204" pitchFamily="34" charset="0"/>
              </a:rPr>
              <a:t>¿Cómo mejorar la accesibilidad hacia los repuestos?</a:t>
            </a:r>
            <a:br>
              <a:rPr lang="es-CL" sz="3100" dirty="0">
                <a:latin typeface="Arial" panose="020B0604020202020204" pitchFamily="34" charset="0"/>
                <a:cs typeface="Arial" panose="020B0604020202020204" pitchFamily="34" charset="0"/>
              </a:rPr>
            </a:br>
            <a:endParaRPr lang="es-ES" sz="3100" dirty="0"/>
          </a:p>
        </p:txBody>
      </p:sp>
      <p:sp>
        <p:nvSpPr>
          <p:cNvPr id="3" name="Marcador de contenido 2">
            <a:extLst>
              <a:ext uri="{FF2B5EF4-FFF2-40B4-BE49-F238E27FC236}">
                <a16:creationId xmlns:a16="http://schemas.microsoft.com/office/drawing/2014/main" id="{EDA75636-A3EF-B71B-BFFF-7BEC6CCD7C68}"/>
              </a:ext>
            </a:extLst>
          </p:cNvPr>
          <p:cNvSpPr>
            <a:spLocks noGrp="1"/>
          </p:cNvSpPr>
          <p:nvPr>
            <p:ph idx="1"/>
          </p:nvPr>
        </p:nvSpPr>
        <p:spPr/>
        <p:txBody>
          <a:bodyPr/>
          <a:lstStyle/>
          <a:p>
            <a:pPr algn="just"/>
            <a:r>
              <a:rPr lang="es-ES" sz="2000" dirty="0">
                <a:latin typeface="Arial" panose="020B0604020202020204" pitchFamily="34" charset="0"/>
                <a:cs typeface="Arial" panose="020B0604020202020204" pitchFamily="34" charset="0"/>
              </a:rPr>
              <a:t>La impresión 3D permite fabricar piezas que ya no están disponibles en el mercado. Esto es especialmente útil cuando se trata de repuestos antiguos o difíciles de encontrar. Con la impresión 3D, es posible recrear estas piezas y mantener en funcionamiento equipos o dispositivos que de otra manera serían difíciles de reparar.</a:t>
            </a:r>
          </a:p>
          <a:p>
            <a:pPr marL="0" indent="0" algn="just">
              <a:buNone/>
            </a:pPr>
            <a:endParaRPr lang="es-ES" sz="2000" dirty="0">
              <a:latin typeface="Arial" panose="020B0604020202020204" pitchFamily="34" charset="0"/>
              <a:cs typeface="Arial" panose="020B0604020202020204" pitchFamily="34" charset="0"/>
            </a:endParaRPr>
          </a:p>
          <a:p>
            <a:pPr marL="0" indent="0" algn="just">
              <a:buNone/>
            </a:pPr>
            <a:r>
              <a:rPr lang="es-ES" sz="1800" i="1" dirty="0">
                <a:effectLst/>
                <a:latin typeface="Times New Roman" panose="02020603050405020304" pitchFamily="18" charset="0"/>
              </a:rPr>
              <a:t>   Linkografía: Diseño y Desarrollo de Producto - Chile - 3DWorks</a:t>
            </a:r>
            <a:r>
              <a:rPr lang="es-ES" sz="1800" dirty="0">
                <a:effectLst/>
                <a:latin typeface="Times New Roman" panose="02020603050405020304" pitchFamily="18" charset="0"/>
              </a:rPr>
              <a:t>. (s. f.). 3DWorks. </a:t>
            </a:r>
            <a:r>
              <a:rPr lang="es-ES" sz="1800" dirty="0">
                <a:effectLst/>
                <a:latin typeface="Times New Roman" panose="02020603050405020304" pitchFamily="18" charset="0"/>
                <a:hlinkClick r:id="rId2"/>
              </a:rPr>
              <a:t>https://www.3dworks.cl/diseno</a:t>
            </a:r>
            <a:r>
              <a:rPr lang="es-ES" sz="1800" dirty="0">
                <a:effectLst/>
                <a:latin typeface="Times New Roman" panose="02020603050405020304" pitchFamily="18" charset="0"/>
              </a:rPr>
              <a:t> </a:t>
            </a:r>
          </a:p>
          <a:p>
            <a:endParaRPr lang="es-ES" dirty="0"/>
          </a:p>
        </p:txBody>
      </p:sp>
    </p:spTree>
    <p:extLst>
      <p:ext uri="{BB962C8B-B14F-4D97-AF65-F5344CB8AC3E}">
        <p14:creationId xmlns:p14="http://schemas.microsoft.com/office/powerpoint/2010/main" val="3700055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2A4636-A98D-455C-A1A7-D7A185CD2420}"/>
              </a:ext>
            </a:extLst>
          </p:cNvPr>
          <p:cNvSpPr>
            <a:spLocks noGrp="1"/>
          </p:cNvSpPr>
          <p:nvPr>
            <p:ph type="title"/>
          </p:nvPr>
        </p:nvSpPr>
        <p:spPr>
          <a:xfrm>
            <a:off x="555523" y="294968"/>
            <a:ext cx="8229600" cy="1199535"/>
          </a:xfrm>
        </p:spPr>
        <p:txBody>
          <a:bodyPr>
            <a:normAutofit fontScale="90000"/>
          </a:bodyPr>
          <a:lstStyle/>
          <a:p>
            <a:pPr algn="just"/>
            <a:br>
              <a:rPr lang="es-CL" sz="3200" dirty="0">
                <a:latin typeface="Arial" panose="020B0604020202020204" pitchFamily="34" charset="0"/>
                <a:cs typeface="Arial" panose="020B0604020202020204" pitchFamily="34" charset="0"/>
              </a:rPr>
            </a:br>
            <a:r>
              <a:rPr lang="es-CL" sz="3100" dirty="0">
                <a:latin typeface="Arial" panose="020B0604020202020204" pitchFamily="34" charset="0"/>
                <a:cs typeface="Arial" panose="020B0604020202020204" pitchFamily="34" charset="0"/>
              </a:rPr>
              <a:t>¿Cómo ser más precisos en la fabricación de un repuesto?</a:t>
            </a:r>
            <a:br>
              <a:rPr lang="es-CL" sz="3100" dirty="0">
                <a:latin typeface="Arial" panose="020B0604020202020204" pitchFamily="34" charset="0"/>
                <a:cs typeface="Arial" panose="020B0604020202020204" pitchFamily="34" charset="0"/>
              </a:rPr>
            </a:br>
            <a:endParaRPr lang="es-ES" sz="3100" dirty="0">
              <a:latin typeface="Arial" panose="020B0604020202020204" pitchFamily="34" charset="0"/>
              <a:cs typeface="Arial" panose="020B0604020202020204" pitchFamily="34" charset="0"/>
            </a:endParaRPr>
          </a:p>
        </p:txBody>
      </p:sp>
      <p:sp>
        <p:nvSpPr>
          <p:cNvPr id="3" name="Marcador de contenido 2">
            <a:extLst>
              <a:ext uri="{FF2B5EF4-FFF2-40B4-BE49-F238E27FC236}">
                <a16:creationId xmlns:a16="http://schemas.microsoft.com/office/drawing/2014/main" id="{AFF66BDF-C52D-8533-B491-5070D7EFCF4B}"/>
              </a:ext>
            </a:extLst>
          </p:cNvPr>
          <p:cNvSpPr>
            <a:spLocks noGrp="1"/>
          </p:cNvSpPr>
          <p:nvPr>
            <p:ph idx="1"/>
          </p:nvPr>
        </p:nvSpPr>
        <p:spPr/>
        <p:txBody>
          <a:bodyPr/>
          <a:lstStyle/>
          <a:p>
            <a:pPr algn="just">
              <a:lnSpc>
                <a:spcPct val="107000"/>
              </a:lnSpc>
              <a:spcAft>
                <a:spcPts val="800"/>
              </a:spcAft>
            </a:pPr>
            <a:r>
              <a:rPr lang="es-CL" sz="2000" dirty="0">
                <a:effectLst/>
                <a:latin typeface="Arial" panose="020B0604020202020204" pitchFamily="34" charset="0"/>
                <a:ea typeface="Times New Roman" panose="02020603050405020304" pitchFamily="18" charset="0"/>
                <a:cs typeface="Arial" panose="020B0604020202020204" pitchFamily="34" charset="0"/>
              </a:rPr>
              <a:t>Hay distintas herramientas tecnológicas qué nos ayudan en este proceso, siendo de gran presión y fácil disponibilidad, además son herramientas que día con día las utilizan los mecánicos para medir tolerancias en los componentes del motor, Existen diferentes unidades de medida, dependiendo de lo que pretendas medir, ya sea peso, volumen, dimensión, etc. Es posible realizar la medición de forma directa o indirecta; reproducibles.</a:t>
            </a:r>
          </a:p>
          <a:p>
            <a:pPr marL="0" indent="0" algn="just">
              <a:lnSpc>
                <a:spcPct val="107000"/>
              </a:lnSpc>
              <a:spcAft>
                <a:spcPts val="800"/>
              </a:spcAft>
              <a:buNone/>
            </a:pPr>
            <a:r>
              <a:rPr lang="es-CL" sz="1800" dirty="0">
                <a:latin typeface="Arial" panose="020B0604020202020204" pitchFamily="34" charset="0"/>
                <a:ea typeface="Times New Roman" panose="02020603050405020304" pitchFamily="18" charset="0"/>
                <a:cs typeface="Arial" panose="020B0604020202020204" pitchFamily="34" charset="0"/>
              </a:rPr>
              <a:t>             Linkografía: </a:t>
            </a:r>
            <a:r>
              <a:rPr lang="es-ES" sz="1800" dirty="0">
                <a:effectLst/>
                <a:latin typeface="Times New Roman" panose="02020603050405020304" pitchFamily="18" charset="0"/>
              </a:rPr>
              <a:t>Arsam. (2022, 22 agosto). </a:t>
            </a:r>
            <a:r>
              <a:rPr lang="es-ES" sz="1800" i="1" dirty="0">
                <a:effectLst/>
                <a:latin typeface="Times New Roman" panose="02020603050405020304" pitchFamily="18" charset="0"/>
              </a:rPr>
              <a:t>Las herramientas de medición más comunes en la industria</a:t>
            </a:r>
            <a:r>
              <a:rPr lang="es-ES" sz="1800" dirty="0">
                <a:effectLst/>
                <a:latin typeface="Times New Roman" panose="02020603050405020304" pitchFamily="18" charset="0"/>
              </a:rPr>
              <a:t>. ARSAM | Soluciones para la industria. </a:t>
            </a:r>
            <a:r>
              <a:rPr lang="es-ES" sz="1800" dirty="0">
                <a:effectLst/>
                <a:latin typeface="Times New Roman" panose="02020603050405020304" pitchFamily="18" charset="0"/>
                <a:hlinkClick r:id="rId2"/>
              </a:rPr>
              <a:t>https://www.arsam.es/las-herramientas-de-medicion-mas-comunes-en-la-industria/</a:t>
            </a:r>
            <a:r>
              <a:rPr lang="es-ES" sz="1800" dirty="0">
                <a:effectLst/>
                <a:latin typeface="Times New Roman" panose="02020603050405020304" pitchFamily="18" charset="0"/>
              </a:rPr>
              <a:t> </a:t>
            </a:r>
          </a:p>
          <a:p>
            <a:pPr marL="0" indent="0" algn="just">
              <a:lnSpc>
                <a:spcPct val="107000"/>
              </a:lnSpc>
              <a:spcAft>
                <a:spcPts val="800"/>
              </a:spcAft>
              <a:buNone/>
            </a:pPr>
            <a:endParaRPr lang="es-ES" sz="1800" dirty="0">
              <a:effectLst/>
              <a:latin typeface="Arial" panose="020B0604020202020204" pitchFamily="34" charset="0"/>
              <a:ea typeface="Times New Roman" panose="02020603050405020304" pitchFamily="18" charset="0"/>
              <a:cs typeface="Arial" panose="020B0604020202020204" pitchFamily="34" charset="0"/>
            </a:endParaRPr>
          </a:p>
          <a:p>
            <a:pPr marL="0" indent="0">
              <a:buNone/>
            </a:pPr>
            <a:endParaRPr lang="es-ES" dirty="0"/>
          </a:p>
        </p:txBody>
      </p:sp>
    </p:spTree>
    <p:extLst>
      <p:ext uri="{BB962C8B-B14F-4D97-AF65-F5344CB8AC3E}">
        <p14:creationId xmlns:p14="http://schemas.microsoft.com/office/powerpoint/2010/main" val="1206097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2B547C-A269-4A46-FFDE-B3A7C824BFC3}"/>
              </a:ext>
            </a:extLst>
          </p:cNvPr>
          <p:cNvSpPr>
            <a:spLocks noGrp="1"/>
          </p:cNvSpPr>
          <p:nvPr>
            <p:ph type="title"/>
          </p:nvPr>
        </p:nvSpPr>
        <p:spPr/>
        <p:txBody>
          <a:bodyPr>
            <a:normAutofit/>
          </a:bodyPr>
          <a:lstStyle/>
          <a:p>
            <a:r>
              <a:rPr lang="es-ES" dirty="0"/>
              <a:t>Árbol de solución: </a:t>
            </a:r>
          </a:p>
        </p:txBody>
      </p:sp>
      <p:sp>
        <p:nvSpPr>
          <p:cNvPr id="7" name="Marcador de contenido 6">
            <a:extLst>
              <a:ext uri="{FF2B5EF4-FFF2-40B4-BE49-F238E27FC236}">
                <a16:creationId xmlns:a16="http://schemas.microsoft.com/office/drawing/2014/main" id="{7BA8BE70-ADEC-DDBE-7020-FA5A009598D2}"/>
              </a:ext>
            </a:extLst>
          </p:cNvPr>
          <p:cNvSpPr>
            <a:spLocks noGrp="1"/>
          </p:cNvSpPr>
          <p:nvPr>
            <p:ph idx="1"/>
          </p:nvPr>
        </p:nvSpPr>
        <p:spPr/>
        <p:txBody>
          <a:bodyPr/>
          <a:lstStyle/>
          <a:p>
            <a:endParaRPr lang="es-ES" dirty="0"/>
          </a:p>
          <a:p>
            <a:pPr marL="0" indent="0">
              <a:buNone/>
            </a:pPr>
            <a:endParaRPr lang="es-ES" dirty="0"/>
          </a:p>
        </p:txBody>
      </p:sp>
      <p:pic>
        <p:nvPicPr>
          <p:cNvPr id="12" name="Imagen 11" descr="Diagrama&#10;&#10;Descripción generada automáticamente">
            <a:extLst>
              <a:ext uri="{FF2B5EF4-FFF2-40B4-BE49-F238E27FC236}">
                <a16:creationId xmlns:a16="http://schemas.microsoft.com/office/drawing/2014/main" id="{45005B0B-9A5B-4B4F-BDBE-CF770A99E2A1}"/>
              </a:ext>
            </a:extLst>
          </p:cNvPr>
          <p:cNvPicPr>
            <a:picLocks noChangeAspect="1"/>
          </p:cNvPicPr>
          <p:nvPr/>
        </p:nvPicPr>
        <p:blipFill>
          <a:blip r:embed="rId2"/>
          <a:stretch>
            <a:fillRect/>
          </a:stretch>
        </p:blipFill>
        <p:spPr>
          <a:xfrm>
            <a:off x="685800" y="1417638"/>
            <a:ext cx="7772400" cy="4708525"/>
          </a:xfrm>
          <a:prstGeom prst="rect">
            <a:avLst/>
          </a:prstGeom>
        </p:spPr>
      </p:pic>
    </p:spTree>
    <p:extLst>
      <p:ext uri="{BB962C8B-B14F-4D97-AF65-F5344CB8AC3E}">
        <p14:creationId xmlns:p14="http://schemas.microsoft.com/office/powerpoint/2010/main" val="3057836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7FCA73-6F0B-252F-73E0-3583EBB9FF38}"/>
              </a:ext>
            </a:extLst>
          </p:cNvPr>
          <p:cNvSpPr>
            <a:spLocks noGrp="1"/>
          </p:cNvSpPr>
          <p:nvPr>
            <p:ph type="title"/>
          </p:nvPr>
        </p:nvSpPr>
        <p:spPr>
          <a:xfrm>
            <a:off x="457200" y="633514"/>
            <a:ext cx="8229600" cy="685801"/>
          </a:xfrm>
        </p:spPr>
        <p:txBody>
          <a:bodyPr>
            <a:normAutofit/>
          </a:bodyPr>
          <a:lstStyle/>
          <a:p>
            <a:r>
              <a:rPr lang="es-ES" sz="3200" dirty="0">
                <a:latin typeface="Arial" panose="020B0604020202020204" pitchFamily="34" charset="0"/>
                <a:cs typeface="Arial" panose="020B0604020202020204" pitchFamily="34" charset="0"/>
              </a:rPr>
              <a:t>Bitácora</a:t>
            </a:r>
            <a:r>
              <a:rPr lang="es-ES" sz="3200" b="1" dirty="0">
                <a:latin typeface="Arial" panose="020B0604020202020204" pitchFamily="34" charset="0"/>
                <a:cs typeface="Arial" panose="020B0604020202020204" pitchFamily="34" charset="0"/>
              </a:rPr>
              <a:t>:</a:t>
            </a:r>
          </a:p>
        </p:txBody>
      </p:sp>
      <p:graphicFrame>
        <p:nvGraphicFramePr>
          <p:cNvPr id="10" name="Marcador de contenido 9">
            <a:extLst>
              <a:ext uri="{FF2B5EF4-FFF2-40B4-BE49-F238E27FC236}">
                <a16:creationId xmlns:a16="http://schemas.microsoft.com/office/drawing/2014/main" id="{72C25480-277E-49B8-1B50-08C806D98857}"/>
              </a:ext>
            </a:extLst>
          </p:cNvPr>
          <p:cNvGraphicFramePr>
            <a:graphicFrameLocks noGrp="1"/>
          </p:cNvGraphicFramePr>
          <p:nvPr>
            <p:ph idx="1"/>
            <p:extLst>
              <p:ext uri="{D42A27DB-BD31-4B8C-83A1-F6EECF244321}">
                <p14:modId xmlns:p14="http://schemas.microsoft.com/office/powerpoint/2010/main" val="2827956059"/>
              </p:ext>
            </p:extLst>
          </p:nvPr>
        </p:nvGraphicFramePr>
        <p:xfrm>
          <a:off x="1671483" y="1671486"/>
          <a:ext cx="6420464" cy="4178706"/>
        </p:xfrm>
        <a:graphic>
          <a:graphicData uri="http://schemas.openxmlformats.org/drawingml/2006/table">
            <a:tbl>
              <a:tblPr firstRow="1" firstCol="1" bandRow="1"/>
              <a:tblGrid>
                <a:gridCol w="1233474">
                  <a:extLst>
                    <a:ext uri="{9D8B030D-6E8A-4147-A177-3AD203B41FA5}">
                      <a16:colId xmlns:a16="http://schemas.microsoft.com/office/drawing/2014/main" val="1014555071"/>
                    </a:ext>
                  </a:extLst>
                </a:gridCol>
                <a:gridCol w="3046593">
                  <a:extLst>
                    <a:ext uri="{9D8B030D-6E8A-4147-A177-3AD203B41FA5}">
                      <a16:colId xmlns:a16="http://schemas.microsoft.com/office/drawing/2014/main" val="1881782881"/>
                    </a:ext>
                  </a:extLst>
                </a:gridCol>
                <a:gridCol w="2140397">
                  <a:extLst>
                    <a:ext uri="{9D8B030D-6E8A-4147-A177-3AD203B41FA5}">
                      <a16:colId xmlns:a16="http://schemas.microsoft.com/office/drawing/2014/main" val="1037050945"/>
                    </a:ext>
                  </a:extLst>
                </a:gridCol>
              </a:tblGrid>
              <a:tr h="834434">
                <a:tc>
                  <a:txBody>
                    <a:bodyPr/>
                    <a:lstStyle/>
                    <a:p>
                      <a:pPr>
                        <a:lnSpc>
                          <a:spcPct val="107000"/>
                        </a:lnSpc>
                        <a:spcAft>
                          <a:spcPts val="800"/>
                        </a:spcAft>
                      </a:pPr>
                      <a:r>
                        <a:rPr lang="es-ES" sz="1400" b="1" kern="100">
                          <a:solidFill>
                            <a:srgbClr val="FFFFFF"/>
                          </a:solidFill>
                          <a:effectLst/>
                          <a:latin typeface="Times New Roman" panose="02020603050405020304" pitchFamily="18" charset="0"/>
                          <a:ea typeface="Calibri" panose="020F0502020204030204" pitchFamily="34" charset="0"/>
                          <a:cs typeface="Arial" panose="020B0604020202020204" pitchFamily="34" charset="0"/>
                        </a:rPr>
                        <a:t>Fechas </a:t>
                      </a:r>
                      <a:endParaRPr lang="es-ES" sz="1200" kern="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nSpc>
                          <a:spcPct val="107000"/>
                        </a:lnSpc>
                        <a:spcAft>
                          <a:spcPts val="800"/>
                        </a:spcAft>
                      </a:pPr>
                      <a:r>
                        <a:rPr lang="es-ES" sz="1400" b="1" kern="100">
                          <a:solidFill>
                            <a:srgbClr val="FFFFFF"/>
                          </a:solidFill>
                          <a:effectLst/>
                          <a:latin typeface="Times New Roman" panose="02020603050405020304" pitchFamily="18" charset="0"/>
                          <a:ea typeface="Calibri" panose="020F0502020204030204" pitchFamily="34" charset="0"/>
                          <a:cs typeface="Arial" panose="020B0604020202020204" pitchFamily="34" charset="0"/>
                        </a:rPr>
                        <a:t>Tareas </a:t>
                      </a:r>
                      <a:endParaRPr lang="es-ES" sz="1200" kern="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nSpc>
                          <a:spcPct val="107000"/>
                        </a:lnSpc>
                        <a:spcAft>
                          <a:spcPts val="800"/>
                        </a:spcAft>
                      </a:pPr>
                      <a:r>
                        <a:rPr lang="es-ES" sz="1400" b="1" kern="100">
                          <a:solidFill>
                            <a:srgbClr val="FFFFFF"/>
                          </a:solidFill>
                          <a:effectLst/>
                          <a:latin typeface="Times New Roman" panose="02020603050405020304" pitchFamily="18" charset="0"/>
                          <a:ea typeface="Calibri" panose="020F0502020204030204" pitchFamily="34" charset="0"/>
                          <a:cs typeface="Arial" panose="020B0604020202020204" pitchFamily="34" charset="0"/>
                        </a:rPr>
                        <a:t>Responsable(s)</a:t>
                      </a:r>
                      <a:endParaRPr lang="es-ES" sz="1200" kern="100">
                        <a:effectLst/>
                        <a:latin typeface="Times New Roman" panose="02020603050405020304" pitchFamily="18" charset="0"/>
                        <a:ea typeface="Calibri" panose="020F0502020204030204" pitchFamily="34" charset="0"/>
                        <a:cs typeface="Arial" panose="020B0604020202020204" pitchFamily="34" charset="0"/>
                      </a:endParaRPr>
                    </a:p>
                    <a:p>
                      <a:pPr>
                        <a:lnSpc>
                          <a:spcPct val="107000"/>
                        </a:lnSpc>
                        <a:spcAft>
                          <a:spcPts val="800"/>
                        </a:spcAft>
                      </a:pPr>
                      <a:r>
                        <a:rPr lang="es-ES" sz="1400" b="1" kern="100">
                          <a:solidFill>
                            <a:srgbClr val="FFFFFF"/>
                          </a:solidFill>
                          <a:effectLst/>
                          <a:latin typeface="Times New Roman" panose="02020603050405020304" pitchFamily="18" charset="0"/>
                          <a:ea typeface="Calibri" panose="020F0502020204030204" pitchFamily="34" charset="0"/>
                          <a:cs typeface="Arial" panose="020B0604020202020204" pitchFamily="34" charset="0"/>
                        </a:rPr>
                        <a:t> </a:t>
                      </a:r>
                      <a:endParaRPr lang="es-ES" sz="1200" kern="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extLst>
                  <a:ext uri="{0D108BD9-81ED-4DB2-BD59-A6C34878D82A}">
                    <a16:rowId xmlns:a16="http://schemas.microsoft.com/office/drawing/2014/main" val="2388316224"/>
                  </a:ext>
                </a:extLst>
              </a:tr>
              <a:tr h="327370">
                <a:tc>
                  <a:txBody>
                    <a:bodyPr/>
                    <a:lstStyle/>
                    <a:p>
                      <a:pPr>
                        <a:lnSpc>
                          <a:spcPct val="107000"/>
                        </a:lnSpc>
                        <a:spcAft>
                          <a:spcPts val="800"/>
                        </a:spcAft>
                      </a:pPr>
                      <a:r>
                        <a:rPr lang="es-ES" sz="1400" b="1" kern="100">
                          <a:solidFill>
                            <a:srgbClr val="FFFFFF"/>
                          </a:solidFill>
                          <a:effectLst/>
                          <a:latin typeface="Times New Roman" panose="02020603050405020304" pitchFamily="18" charset="0"/>
                          <a:ea typeface="Calibri" panose="020F0502020204030204" pitchFamily="34" charset="0"/>
                          <a:cs typeface="Arial" panose="020B0604020202020204" pitchFamily="34" charset="0"/>
                        </a:rPr>
                        <a:t>15/11/2023</a:t>
                      </a:r>
                      <a:endParaRPr lang="es-ES" sz="1200" kern="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nSpc>
                          <a:spcPct val="107000"/>
                        </a:lnSpc>
                        <a:spcAft>
                          <a:spcPts val="800"/>
                        </a:spcAft>
                      </a:pPr>
                      <a:r>
                        <a:rPr lang="es-ES"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Creación del grupo de trabajo</a:t>
                      </a:r>
                      <a:endParaRPr lang="es-ES" sz="1200" kern="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nSpc>
                          <a:spcPct val="107000"/>
                        </a:lnSpc>
                        <a:spcAft>
                          <a:spcPts val="800"/>
                        </a:spcAft>
                      </a:pPr>
                      <a:r>
                        <a:rPr lang="es-ES"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Jeison </a:t>
                      </a:r>
                      <a:endParaRPr lang="es-ES" sz="1200" kern="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3455939963"/>
                  </a:ext>
                </a:extLst>
              </a:tr>
              <a:tr h="678264">
                <a:tc>
                  <a:txBody>
                    <a:bodyPr/>
                    <a:lstStyle/>
                    <a:p>
                      <a:pPr>
                        <a:lnSpc>
                          <a:spcPct val="107000"/>
                        </a:lnSpc>
                        <a:spcAft>
                          <a:spcPts val="800"/>
                        </a:spcAft>
                      </a:pPr>
                      <a:r>
                        <a:rPr lang="es-ES" sz="1400" b="1" kern="100">
                          <a:solidFill>
                            <a:srgbClr val="FFFFFF"/>
                          </a:solidFill>
                          <a:effectLst/>
                          <a:latin typeface="Times New Roman" panose="02020603050405020304" pitchFamily="18" charset="0"/>
                          <a:ea typeface="Calibri" panose="020F0502020204030204" pitchFamily="34" charset="0"/>
                          <a:cs typeface="Arial" panose="020B0604020202020204" pitchFamily="34" charset="0"/>
                        </a:rPr>
                        <a:t>15/11/2023</a:t>
                      </a:r>
                      <a:endParaRPr lang="es-ES" sz="1200" kern="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nSpc>
                          <a:spcPct val="107000"/>
                        </a:lnSpc>
                        <a:spcAft>
                          <a:spcPts val="800"/>
                        </a:spcAft>
                      </a:pPr>
                      <a:r>
                        <a:rPr lang="es-ES" sz="1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Investigar posibles problemas en el área mecánica</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nSpc>
                          <a:spcPct val="107000"/>
                        </a:lnSpc>
                        <a:spcAft>
                          <a:spcPts val="800"/>
                        </a:spcAft>
                      </a:pPr>
                      <a:r>
                        <a:rPr lang="es-ES"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Todos </a:t>
                      </a:r>
                      <a:endParaRPr lang="es-ES" sz="1200" kern="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786419173"/>
                  </a:ext>
                </a:extLst>
              </a:tr>
              <a:tr h="678264">
                <a:tc>
                  <a:txBody>
                    <a:bodyPr/>
                    <a:lstStyle/>
                    <a:p>
                      <a:pPr>
                        <a:lnSpc>
                          <a:spcPct val="107000"/>
                        </a:lnSpc>
                        <a:spcAft>
                          <a:spcPts val="800"/>
                        </a:spcAft>
                      </a:pPr>
                      <a:r>
                        <a:rPr lang="es-ES" sz="1400" b="1" kern="100">
                          <a:solidFill>
                            <a:srgbClr val="FFFFFF"/>
                          </a:solidFill>
                          <a:effectLst/>
                          <a:latin typeface="Times New Roman" panose="02020603050405020304" pitchFamily="18" charset="0"/>
                          <a:ea typeface="Calibri" panose="020F0502020204030204" pitchFamily="34" charset="0"/>
                          <a:cs typeface="Arial" panose="020B0604020202020204" pitchFamily="34" charset="0"/>
                        </a:rPr>
                        <a:t>21/11/2023</a:t>
                      </a:r>
                      <a:endParaRPr lang="es-ES" sz="1200" kern="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nSpc>
                          <a:spcPct val="107000"/>
                        </a:lnSpc>
                        <a:spcAft>
                          <a:spcPts val="800"/>
                        </a:spcAft>
                      </a:pPr>
                      <a:r>
                        <a:rPr lang="es-ES"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Perfeccionar ideas y proyecto, creación de Power Point </a:t>
                      </a:r>
                      <a:endParaRPr lang="es-ES" sz="1200" kern="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nSpc>
                          <a:spcPct val="107000"/>
                        </a:lnSpc>
                        <a:spcAft>
                          <a:spcPts val="800"/>
                        </a:spcAft>
                      </a:pPr>
                      <a:r>
                        <a:rPr lang="es-ES"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Juan</a:t>
                      </a:r>
                      <a:endParaRPr lang="es-ES" sz="1200" kern="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523150414"/>
                  </a:ext>
                </a:extLst>
              </a:tr>
              <a:tr h="327370">
                <a:tc>
                  <a:txBody>
                    <a:bodyPr/>
                    <a:lstStyle/>
                    <a:p>
                      <a:pPr>
                        <a:lnSpc>
                          <a:spcPct val="107000"/>
                        </a:lnSpc>
                        <a:spcAft>
                          <a:spcPts val="800"/>
                        </a:spcAft>
                      </a:pPr>
                      <a:r>
                        <a:rPr lang="es-ES" sz="1400" b="1" kern="100">
                          <a:solidFill>
                            <a:srgbClr val="FFFFFF"/>
                          </a:solidFill>
                          <a:effectLst/>
                          <a:latin typeface="Times New Roman" panose="02020603050405020304" pitchFamily="18" charset="0"/>
                          <a:ea typeface="Calibri" panose="020F0502020204030204" pitchFamily="34" charset="0"/>
                          <a:cs typeface="Arial" panose="020B0604020202020204" pitchFamily="34" charset="0"/>
                        </a:rPr>
                        <a:t>22/11/2023</a:t>
                      </a:r>
                      <a:endParaRPr lang="es-ES" sz="1200" kern="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nSpc>
                          <a:spcPct val="107000"/>
                        </a:lnSpc>
                        <a:spcAft>
                          <a:spcPts val="800"/>
                        </a:spcAft>
                      </a:pPr>
                      <a:r>
                        <a:rPr lang="es-ES"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Creación de preguntas </a:t>
                      </a:r>
                      <a:endParaRPr lang="es-ES" sz="1200" kern="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nSpc>
                          <a:spcPct val="107000"/>
                        </a:lnSpc>
                        <a:spcAft>
                          <a:spcPts val="800"/>
                        </a:spcAft>
                      </a:pPr>
                      <a:r>
                        <a:rPr lang="es-ES"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Francisco y Jaime</a:t>
                      </a:r>
                      <a:endParaRPr lang="es-ES" sz="1200" kern="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3154923533"/>
                  </a:ext>
                </a:extLst>
              </a:tr>
              <a:tr h="327370">
                <a:tc>
                  <a:txBody>
                    <a:bodyPr/>
                    <a:lstStyle/>
                    <a:p>
                      <a:pPr>
                        <a:lnSpc>
                          <a:spcPct val="107000"/>
                        </a:lnSpc>
                        <a:spcAft>
                          <a:spcPts val="800"/>
                        </a:spcAft>
                      </a:pPr>
                      <a:r>
                        <a:rPr lang="es-ES" sz="1400" b="1" kern="100">
                          <a:solidFill>
                            <a:srgbClr val="FFFFFF"/>
                          </a:solidFill>
                          <a:effectLst/>
                          <a:latin typeface="Times New Roman" panose="02020603050405020304" pitchFamily="18" charset="0"/>
                          <a:ea typeface="Calibri" panose="020F0502020204030204" pitchFamily="34" charset="0"/>
                          <a:cs typeface="Arial" panose="020B0604020202020204" pitchFamily="34" charset="0"/>
                        </a:rPr>
                        <a:t>28/11/2023</a:t>
                      </a:r>
                      <a:endParaRPr lang="es-ES" sz="1200" kern="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nSpc>
                          <a:spcPct val="107000"/>
                        </a:lnSpc>
                        <a:spcAft>
                          <a:spcPts val="800"/>
                        </a:spcAft>
                      </a:pPr>
                      <a:r>
                        <a:rPr lang="es-ES"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Creación de organigramas </a:t>
                      </a:r>
                      <a:endParaRPr lang="es-ES" sz="1200" kern="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nSpc>
                          <a:spcPct val="107000"/>
                        </a:lnSpc>
                        <a:spcAft>
                          <a:spcPts val="800"/>
                        </a:spcAft>
                      </a:pPr>
                      <a:r>
                        <a:rPr lang="es-ES"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Todos </a:t>
                      </a:r>
                      <a:endParaRPr lang="es-ES" sz="1200" kern="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3451488824"/>
                  </a:ext>
                </a:extLst>
              </a:tr>
              <a:tr h="678264">
                <a:tc>
                  <a:txBody>
                    <a:bodyPr/>
                    <a:lstStyle/>
                    <a:p>
                      <a:pPr>
                        <a:lnSpc>
                          <a:spcPct val="107000"/>
                        </a:lnSpc>
                        <a:spcAft>
                          <a:spcPts val="800"/>
                        </a:spcAft>
                      </a:pPr>
                      <a:r>
                        <a:rPr lang="es-ES" sz="1400" b="1" kern="100">
                          <a:solidFill>
                            <a:srgbClr val="FFFFFF"/>
                          </a:solidFill>
                          <a:effectLst/>
                          <a:latin typeface="Times New Roman" panose="02020603050405020304" pitchFamily="18" charset="0"/>
                          <a:ea typeface="Calibri" panose="020F0502020204030204" pitchFamily="34" charset="0"/>
                          <a:cs typeface="Arial" panose="020B0604020202020204" pitchFamily="34" charset="0"/>
                        </a:rPr>
                        <a:t>29/11/2023</a:t>
                      </a:r>
                      <a:endParaRPr lang="es-ES" sz="1200" kern="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nSpc>
                          <a:spcPct val="107000"/>
                        </a:lnSpc>
                        <a:spcAft>
                          <a:spcPts val="800"/>
                        </a:spcAft>
                      </a:pPr>
                      <a:r>
                        <a:rPr lang="es-ES"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Buscar posibles soluciones a esos problemas </a:t>
                      </a:r>
                      <a:endParaRPr lang="es-ES" sz="1200" kern="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nSpc>
                          <a:spcPct val="107000"/>
                        </a:lnSpc>
                        <a:spcAft>
                          <a:spcPts val="800"/>
                        </a:spcAft>
                      </a:pPr>
                      <a:r>
                        <a:rPr lang="es-ES" sz="1400" kern="10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Todos</a:t>
                      </a:r>
                      <a:endParaRPr lang="es-ES" sz="1200" kern="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2311892954"/>
                  </a:ext>
                </a:extLst>
              </a:tr>
              <a:tr h="327370">
                <a:tc>
                  <a:txBody>
                    <a:bodyPr/>
                    <a:lstStyle/>
                    <a:p>
                      <a:pPr>
                        <a:lnSpc>
                          <a:spcPct val="107000"/>
                        </a:lnSpc>
                        <a:spcAft>
                          <a:spcPts val="800"/>
                        </a:spcAft>
                      </a:pPr>
                      <a:r>
                        <a:rPr lang="es-ES" sz="1400" b="1" kern="100">
                          <a:solidFill>
                            <a:srgbClr val="FFFFFF"/>
                          </a:solidFill>
                          <a:effectLst/>
                          <a:latin typeface="Times New Roman" panose="02020603050405020304" pitchFamily="18" charset="0"/>
                          <a:ea typeface="Calibri" panose="020F0502020204030204" pitchFamily="34" charset="0"/>
                          <a:cs typeface="Arial" panose="020B0604020202020204" pitchFamily="34" charset="0"/>
                        </a:rPr>
                        <a:t>05/12/2023</a:t>
                      </a:r>
                      <a:endParaRPr lang="es-ES" sz="1200" kern="1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nSpc>
                          <a:spcPct val="107000"/>
                        </a:lnSpc>
                        <a:spcAft>
                          <a:spcPts val="800"/>
                        </a:spcAft>
                      </a:pPr>
                      <a:r>
                        <a:rPr lang="es-ES" sz="1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Uso de los conceptos matemáticos </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nSpc>
                          <a:spcPct val="107000"/>
                        </a:lnSpc>
                        <a:spcAft>
                          <a:spcPts val="800"/>
                        </a:spcAft>
                      </a:pPr>
                      <a:r>
                        <a:rPr lang="es-ES" sz="1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Todos </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2844180786"/>
                  </a:ext>
                </a:extLst>
              </a:tr>
            </a:tbl>
          </a:graphicData>
        </a:graphic>
      </p:graphicFrame>
      <p:sp>
        <p:nvSpPr>
          <p:cNvPr id="11" name="Rectangle 1">
            <a:extLst>
              <a:ext uri="{FF2B5EF4-FFF2-40B4-BE49-F238E27FC236}">
                <a16:creationId xmlns:a16="http://schemas.microsoft.com/office/drawing/2014/main" id="{C1A27341-51EB-736A-9971-C46572CA1FFE}"/>
              </a:ext>
            </a:extLst>
          </p:cNvPr>
          <p:cNvSpPr>
            <a:spLocks noChangeArrowheads="1"/>
          </p:cNvSpPr>
          <p:nvPr/>
        </p:nvSpPr>
        <p:spPr bwMode="auto">
          <a:xfrm>
            <a:off x="-159245" y="-139993"/>
            <a:ext cx="9303245" cy="597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ES"/>
          </a:p>
        </p:txBody>
      </p:sp>
    </p:spTree>
    <p:extLst>
      <p:ext uri="{BB962C8B-B14F-4D97-AF65-F5344CB8AC3E}">
        <p14:creationId xmlns:p14="http://schemas.microsoft.com/office/powerpoint/2010/main" val="3705864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03D236-5DE1-D5CF-D8E0-31DB2166183E}"/>
              </a:ext>
            </a:extLst>
          </p:cNvPr>
          <p:cNvSpPr>
            <a:spLocks noGrp="1"/>
          </p:cNvSpPr>
          <p:nvPr>
            <p:ph type="title"/>
          </p:nvPr>
        </p:nvSpPr>
        <p:spPr/>
        <p:txBody>
          <a:bodyPr>
            <a:normAutofit/>
          </a:bodyPr>
          <a:lstStyle/>
          <a:p>
            <a:r>
              <a:rPr lang="es-ES" sz="3600" dirty="0"/>
              <a:t>Herramientas tecnológicas a utilizar:</a:t>
            </a:r>
          </a:p>
        </p:txBody>
      </p:sp>
      <p:sp>
        <p:nvSpPr>
          <p:cNvPr id="3" name="Marcador de contenido 2">
            <a:extLst>
              <a:ext uri="{FF2B5EF4-FFF2-40B4-BE49-F238E27FC236}">
                <a16:creationId xmlns:a16="http://schemas.microsoft.com/office/drawing/2014/main" id="{CB673AAD-B2A9-8F57-F6D2-FEB5EDF30DB6}"/>
              </a:ext>
            </a:extLst>
          </p:cNvPr>
          <p:cNvSpPr>
            <a:spLocks noGrp="1"/>
          </p:cNvSpPr>
          <p:nvPr>
            <p:ph idx="1"/>
          </p:nvPr>
        </p:nvSpPr>
        <p:spPr/>
        <p:txBody>
          <a:bodyPr>
            <a:normAutofit/>
          </a:bodyPr>
          <a:lstStyle/>
          <a:p>
            <a:r>
              <a:rPr lang="es-ES" sz="2800" dirty="0"/>
              <a:t>Software de Diseño 3D: AutoCAD, SolidWorks, Fusión 360.</a:t>
            </a:r>
          </a:p>
          <a:p>
            <a:r>
              <a:rPr lang="es-ES" sz="2800" dirty="0"/>
              <a:t>Impresoras 3D Avanzadas: Stratasys, Formlabs, Ultimaker.</a:t>
            </a:r>
          </a:p>
        </p:txBody>
      </p:sp>
    </p:spTree>
    <p:extLst>
      <p:ext uri="{BB962C8B-B14F-4D97-AF65-F5344CB8AC3E}">
        <p14:creationId xmlns:p14="http://schemas.microsoft.com/office/powerpoint/2010/main" val="1428573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17A802-0FEF-0536-E531-AD858B550EAF}"/>
              </a:ext>
            </a:extLst>
          </p:cNvPr>
          <p:cNvSpPr>
            <a:spLocks noGrp="1"/>
          </p:cNvSpPr>
          <p:nvPr>
            <p:ph type="title"/>
          </p:nvPr>
        </p:nvSpPr>
        <p:spPr/>
        <p:txBody>
          <a:bodyPr>
            <a:normAutofit/>
          </a:bodyPr>
          <a:lstStyle/>
          <a:p>
            <a:r>
              <a:rPr lang="es-ES" sz="3200" dirty="0"/>
              <a:t>Uso de las herramientas tecnológicas dentro del proyecto:</a:t>
            </a:r>
          </a:p>
        </p:txBody>
      </p:sp>
      <p:sp>
        <p:nvSpPr>
          <p:cNvPr id="3" name="Marcador de contenido 2">
            <a:extLst>
              <a:ext uri="{FF2B5EF4-FFF2-40B4-BE49-F238E27FC236}">
                <a16:creationId xmlns:a16="http://schemas.microsoft.com/office/drawing/2014/main" id="{B8BBEC7F-EC1F-9FA3-BF7D-D5FC06E154C4}"/>
              </a:ext>
            </a:extLst>
          </p:cNvPr>
          <p:cNvSpPr>
            <a:spLocks noGrp="1"/>
          </p:cNvSpPr>
          <p:nvPr>
            <p:ph idx="1"/>
          </p:nvPr>
        </p:nvSpPr>
        <p:spPr/>
        <p:txBody>
          <a:bodyPr>
            <a:normAutofit/>
          </a:bodyPr>
          <a:lstStyle/>
          <a:p>
            <a:r>
              <a:rPr lang="es-ES" sz="2800" dirty="0"/>
              <a:t>AutoCAD, SolidWorks, Fusión 360 son Herramientas de diseño asistido por computadora (CAD) que permiten la creación de modelos 3D precisos de las piezas que se van a imprimir.</a:t>
            </a:r>
          </a:p>
          <a:p>
            <a:r>
              <a:rPr lang="es-ES" sz="2800" dirty="0"/>
              <a:t>Stratasys, Formlabs, Ultimaker son Fabricantes de impresoras 3D avanzadas específicas para aplicaciones industriales, que ofrecen alta precisión y una variedad de materiales.</a:t>
            </a:r>
          </a:p>
          <a:p>
            <a:endParaRPr lang="es-ES" dirty="0"/>
          </a:p>
          <a:p>
            <a:endParaRPr lang="es-ES" dirty="0"/>
          </a:p>
        </p:txBody>
      </p:sp>
    </p:spTree>
    <p:extLst>
      <p:ext uri="{BB962C8B-B14F-4D97-AF65-F5344CB8AC3E}">
        <p14:creationId xmlns:p14="http://schemas.microsoft.com/office/powerpoint/2010/main" val="19839483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301288-F804-A90E-1866-BE5522A5FF78}"/>
              </a:ext>
            </a:extLst>
          </p:cNvPr>
          <p:cNvSpPr>
            <a:spLocks noGrp="1"/>
          </p:cNvSpPr>
          <p:nvPr>
            <p:ph type="title"/>
          </p:nvPr>
        </p:nvSpPr>
        <p:spPr/>
        <p:txBody>
          <a:bodyPr>
            <a:normAutofit/>
          </a:bodyPr>
          <a:lstStyle/>
          <a:p>
            <a:r>
              <a:rPr lang="es-ES" sz="3600" dirty="0"/>
              <a:t>Uso de las matemáticas en el proyecto:</a:t>
            </a:r>
          </a:p>
        </p:txBody>
      </p:sp>
      <p:sp>
        <p:nvSpPr>
          <p:cNvPr id="3" name="Marcador de contenido 2">
            <a:extLst>
              <a:ext uri="{FF2B5EF4-FFF2-40B4-BE49-F238E27FC236}">
                <a16:creationId xmlns:a16="http://schemas.microsoft.com/office/drawing/2014/main" id="{D01AAC19-E76C-6D54-18BC-2A5745BD4D27}"/>
              </a:ext>
            </a:extLst>
          </p:cNvPr>
          <p:cNvSpPr>
            <a:spLocks noGrp="1"/>
          </p:cNvSpPr>
          <p:nvPr>
            <p:ph idx="1"/>
          </p:nvPr>
        </p:nvSpPr>
        <p:spPr/>
        <p:txBody>
          <a:bodyPr>
            <a:normAutofit fontScale="70000" lnSpcReduction="20000"/>
          </a:bodyPr>
          <a:lstStyle/>
          <a:p>
            <a:r>
              <a:rPr lang="es-ES" dirty="0"/>
              <a:t>Geometría 3D: La geometría 3D se aplica en la impresión de piezas automotrices para diseñar y fabricar componentes complejos con precisión. Permite modelar formas tridimensionales detalladas, optimizar la geometría para mejorar la eficiencia y la resistencia, así como facilitar la producción de prototipos y piezas personalizadas mediante tecnologías como la impresión 3D. Esto contribuye a la innovación en el diseño de vehículos y a la fabricación de piezas más eficientes y personalizadas en la industria automotriz.</a:t>
            </a:r>
          </a:p>
          <a:p>
            <a:endParaRPr lang="es-ES" dirty="0"/>
          </a:p>
          <a:p>
            <a:r>
              <a:rPr lang="es-ES" dirty="0"/>
              <a:t>Análisis de tolerancias: El análisis de tolerancias en la impresión 3D de piezas automotrices es fundamental para asegurar la calidad, la precisión y la funcionalidad de las piezas, así como para facilitar su integración en el conjunto final del vehículo.</a:t>
            </a:r>
          </a:p>
        </p:txBody>
      </p:sp>
    </p:spTree>
    <p:extLst>
      <p:ext uri="{BB962C8B-B14F-4D97-AF65-F5344CB8AC3E}">
        <p14:creationId xmlns:p14="http://schemas.microsoft.com/office/powerpoint/2010/main" val="8441214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230F14-CC6E-9B3C-8B35-A8A006D9406B}"/>
              </a:ext>
            </a:extLst>
          </p:cNvPr>
          <p:cNvSpPr>
            <a:spLocks noGrp="1"/>
          </p:cNvSpPr>
          <p:nvPr>
            <p:ph type="title"/>
          </p:nvPr>
        </p:nvSpPr>
        <p:spPr>
          <a:ln>
            <a:solidFill>
              <a:schemeClr val="tx1"/>
            </a:solidFill>
          </a:ln>
        </p:spPr>
        <p:txBody>
          <a:bodyPr/>
          <a:lstStyle/>
          <a:p>
            <a:r>
              <a:rPr lang="es-ES" dirty="0"/>
              <a:t>Herramientas:</a:t>
            </a:r>
          </a:p>
        </p:txBody>
      </p:sp>
      <p:pic>
        <p:nvPicPr>
          <p:cNvPr id="4" name="Marcador de contenido 3">
            <a:extLst>
              <a:ext uri="{FF2B5EF4-FFF2-40B4-BE49-F238E27FC236}">
                <a16:creationId xmlns:a16="http://schemas.microsoft.com/office/drawing/2014/main" id="{10693970-BEB5-1457-5ECE-E7D449F1DFCD}"/>
              </a:ext>
            </a:extLst>
          </p:cNvPr>
          <p:cNvPicPr>
            <a:picLocks noGrp="1" noChangeAspect="1"/>
          </p:cNvPicPr>
          <p:nvPr>
            <p:ph idx="1"/>
          </p:nvPr>
        </p:nvPicPr>
        <p:blipFill>
          <a:blip r:embed="rId2"/>
          <a:stretch>
            <a:fillRect/>
          </a:stretch>
        </p:blipFill>
        <p:spPr>
          <a:xfrm>
            <a:off x="457201" y="1980343"/>
            <a:ext cx="2164666" cy="2463603"/>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5" name="Imagen 4">
            <a:extLst>
              <a:ext uri="{FF2B5EF4-FFF2-40B4-BE49-F238E27FC236}">
                <a16:creationId xmlns:a16="http://schemas.microsoft.com/office/drawing/2014/main" id="{B90C8360-34AF-188A-6EEF-FE69FF60EF3C}"/>
              </a:ext>
            </a:extLst>
          </p:cNvPr>
          <p:cNvPicPr>
            <a:picLocks noChangeAspect="1"/>
          </p:cNvPicPr>
          <p:nvPr/>
        </p:nvPicPr>
        <p:blipFill>
          <a:blip r:embed="rId3"/>
          <a:stretch>
            <a:fillRect/>
          </a:stretch>
        </p:blipFill>
        <p:spPr>
          <a:xfrm>
            <a:off x="6522134" y="1980341"/>
            <a:ext cx="2164666" cy="2463603"/>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6" name="Imagen 5">
            <a:extLst>
              <a:ext uri="{FF2B5EF4-FFF2-40B4-BE49-F238E27FC236}">
                <a16:creationId xmlns:a16="http://schemas.microsoft.com/office/drawing/2014/main" id="{F598671F-8BE7-F48E-6670-2410F886C753}"/>
              </a:ext>
            </a:extLst>
          </p:cNvPr>
          <p:cNvPicPr>
            <a:picLocks noChangeAspect="1"/>
          </p:cNvPicPr>
          <p:nvPr/>
        </p:nvPicPr>
        <p:blipFill>
          <a:blip r:embed="rId4"/>
          <a:stretch>
            <a:fillRect/>
          </a:stretch>
        </p:blipFill>
        <p:spPr>
          <a:xfrm>
            <a:off x="3166963" y="1980341"/>
            <a:ext cx="2995992" cy="2463605"/>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7" name="CuadroTexto 6">
            <a:extLst>
              <a:ext uri="{FF2B5EF4-FFF2-40B4-BE49-F238E27FC236}">
                <a16:creationId xmlns:a16="http://schemas.microsoft.com/office/drawing/2014/main" id="{15EF05C0-D0F2-1754-BD8A-8FC50D815C59}"/>
              </a:ext>
            </a:extLst>
          </p:cNvPr>
          <p:cNvSpPr txBox="1"/>
          <p:nvPr/>
        </p:nvSpPr>
        <p:spPr>
          <a:xfrm>
            <a:off x="259374" y="5033569"/>
            <a:ext cx="2560320" cy="646331"/>
          </a:xfrm>
          <a:prstGeom prst="rect">
            <a:avLst/>
          </a:prstGeom>
          <a:noFill/>
          <a:ln>
            <a:solidFill>
              <a:schemeClr val="tx1"/>
            </a:solidFill>
          </a:ln>
        </p:spPr>
        <p:txBody>
          <a:bodyPr wrap="square" rtlCol="0">
            <a:spAutoFit/>
          </a:bodyPr>
          <a:lstStyle/>
          <a:p>
            <a:r>
              <a:rPr lang="es-ES" sz="3600" dirty="0"/>
              <a:t>Pie de metro</a:t>
            </a:r>
          </a:p>
        </p:txBody>
      </p:sp>
      <p:sp>
        <p:nvSpPr>
          <p:cNvPr id="8" name="CuadroTexto 7">
            <a:extLst>
              <a:ext uri="{FF2B5EF4-FFF2-40B4-BE49-F238E27FC236}">
                <a16:creationId xmlns:a16="http://schemas.microsoft.com/office/drawing/2014/main" id="{7EFE9A0B-35DD-7B79-2A84-19B73AF2EE56}"/>
              </a:ext>
            </a:extLst>
          </p:cNvPr>
          <p:cNvSpPr txBox="1"/>
          <p:nvPr/>
        </p:nvSpPr>
        <p:spPr>
          <a:xfrm>
            <a:off x="2908922" y="5033569"/>
            <a:ext cx="3523984" cy="646331"/>
          </a:xfrm>
          <a:prstGeom prst="rect">
            <a:avLst/>
          </a:prstGeom>
          <a:noFill/>
          <a:ln>
            <a:solidFill>
              <a:schemeClr val="tx1"/>
            </a:solidFill>
          </a:ln>
        </p:spPr>
        <p:txBody>
          <a:bodyPr wrap="square" rtlCol="0">
            <a:spAutoFit/>
          </a:bodyPr>
          <a:lstStyle/>
          <a:p>
            <a:r>
              <a:rPr lang="es-ES" sz="3600" dirty="0"/>
              <a:t>Reloj comparador</a:t>
            </a:r>
          </a:p>
        </p:txBody>
      </p:sp>
      <p:sp>
        <p:nvSpPr>
          <p:cNvPr id="9" name="CuadroTexto 8">
            <a:extLst>
              <a:ext uri="{FF2B5EF4-FFF2-40B4-BE49-F238E27FC236}">
                <a16:creationId xmlns:a16="http://schemas.microsoft.com/office/drawing/2014/main" id="{D135DBC0-B11D-32B2-C949-22D69E8D8ED7}"/>
              </a:ext>
            </a:extLst>
          </p:cNvPr>
          <p:cNvSpPr txBox="1"/>
          <p:nvPr/>
        </p:nvSpPr>
        <p:spPr>
          <a:xfrm>
            <a:off x="6522134" y="5046420"/>
            <a:ext cx="2462298" cy="646331"/>
          </a:xfrm>
          <a:prstGeom prst="rect">
            <a:avLst/>
          </a:prstGeom>
          <a:noFill/>
          <a:ln>
            <a:solidFill>
              <a:schemeClr val="tx1"/>
            </a:solidFill>
          </a:ln>
        </p:spPr>
        <p:txBody>
          <a:bodyPr wrap="square" rtlCol="0">
            <a:spAutoFit/>
          </a:bodyPr>
          <a:lstStyle/>
          <a:p>
            <a:r>
              <a:rPr lang="es-ES" sz="3600" dirty="0"/>
              <a:t>Micrómetro</a:t>
            </a:r>
          </a:p>
        </p:txBody>
      </p:sp>
    </p:spTree>
    <p:extLst>
      <p:ext uri="{BB962C8B-B14F-4D97-AF65-F5344CB8AC3E}">
        <p14:creationId xmlns:p14="http://schemas.microsoft.com/office/powerpoint/2010/main" val="3574251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028F45-7920-E162-144F-81E8B2BB6353}"/>
              </a:ext>
            </a:extLst>
          </p:cNvPr>
          <p:cNvSpPr>
            <a:spLocks noGrp="1"/>
          </p:cNvSpPr>
          <p:nvPr>
            <p:ph type="title"/>
          </p:nvPr>
        </p:nvSpPr>
        <p:spPr>
          <a:xfrm>
            <a:off x="457200" y="731837"/>
            <a:ext cx="8229600" cy="1143000"/>
          </a:xfrm>
        </p:spPr>
        <p:txBody>
          <a:bodyPr>
            <a:normAutofit/>
          </a:bodyPr>
          <a:lstStyle/>
          <a:p>
            <a:r>
              <a:rPr lang="es-ES" sz="2800" dirty="0"/>
              <a:t>Linkografía:</a:t>
            </a:r>
          </a:p>
        </p:txBody>
      </p:sp>
      <p:sp>
        <p:nvSpPr>
          <p:cNvPr id="3" name="Marcador de contenido 2">
            <a:extLst>
              <a:ext uri="{FF2B5EF4-FFF2-40B4-BE49-F238E27FC236}">
                <a16:creationId xmlns:a16="http://schemas.microsoft.com/office/drawing/2014/main" id="{51DBCBE9-CC66-7EB3-543D-83D926FC7DF2}"/>
              </a:ext>
            </a:extLst>
          </p:cNvPr>
          <p:cNvSpPr>
            <a:spLocks noGrp="1"/>
          </p:cNvSpPr>
          <p:nvPr>
            <p:ph idx="1"/>
          </p:nvPr>
        </p:nvSpPr>
        <p:spPr/>
        <p:txBody>
          <a:bodyPr>
            <a:normAutofit/>
          </a:bodyPr>
          <a:lstStyle/>
          <a:p>
            <a:endParaRPr lang="es-ES" sz="2000" dirty="0"/>
          </a:p>
          <a:p>
            <a:endParaRPr lang="es-ES" sz="2000" dirty="0"/>
          </a:p>
          <a:p>
            <a:r>
              <a:rPr lang="es-ES" sz="2000" dirty="0"/>
              <a:t>Imagen 1: </a:t>
            </a:r>
            <a:r>
              <a:rPr lang="es-ES" sz="2000" dirty="0">
                <a:hlinkClick r:id="rId2"/>
              </a:rPr>
              <a:t>https://www.expressbike.cl/MLC-1055057307-pie-de-metro-de-6-150-mm-marca-mitutoyo-530-104-original-_JM</a:t>
            </a:r>
            <a:r>
              <a:rPr lang="es-ES" sz="2000" dirty="0"/>
              <a:t> </a:t>
            </a:r>
          </a:p>
          <a:p>
            <a:endParaRPr lang="es-ES" sz="2000" dirty="0"/>
          </a:p>
          <a:p>
            <a:r>
              <a:rPr lang="es-ES" sz="2000" dirty="0"/>
              <a:t>Imagen 2: </a:t>
            </a:r>
            <a:r>
              <a:rPr lang="es-ES" sz="2000" dirty="0">
                <a:hlinkClick r:id="rId3"/>
              </a:rPr>
              <a:t>https://mpw.cl/producto/base-magnetica-y-reloj-comparador/</a:t>
            </a:r>
            <a:endParaRPr lang="es-ES" sz="2000" dirty="0"/>
          </a:p>
          <a:p>
            <a:endParaRPr lang="es-ES" sz="2000" dirty="0"/>
          </a:p>
          <a:p>
            <a:r>
              <a:rPr lang="es-ES" sz="2000" dirty="0"/>
              <a:t>Imagen 3: </a:t>
            </a:r>
            <a:r>
              <a:rPr lang="es-ES" sz="2000" dirty="0">
                <a:hlinkClick r:id="rId4"/>
              </a:rPr>
              <a:t>https://www.veto.cl/micrometro-e5010109/p</a:t>
            </a:r>
            <a:r>
              <a:rPr lang="es-ES" sz="2000" dirty="0"/>
              <a:t> </a:t>
            </a:r>
          </a:p>
        </p:txBody>
      </p:sp>
    </p:spTree>
    <p:extLst>
      <p:ext uri="{BB962C8B-B14F-4D97-AF65-F5344CB8AC3E}">
        <p14:creationId xmlns:p14="http://schemas.microsoft.com/office/powerpoint/2010/main" val="287064632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515</TotalTime>
  <Words>1357</Words>
  <Application>Microsoft Macintosh PowerPoint</Application>
  <PresentationFormat>Presentación en pantalla (4:3)</PresentationFormat>
  <Paragraphs>126</Paragraphs>
  <Slides>18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18</vt:i4>
      </vt:variant>
    </vt:vector>
  </HeadingPairs>
  <TitlesOfParts>
    <vt:vector size="22" baseType="lpstr">
      <vt:lpstr>Arial</vt:lpstr>
      <vt:lpstr>Calibri</vt:lpstr>
      <vt:lpstr>Times New Roman</vt:lpstr>
      <vt:lpstr>Tema de Office</vt:lpstr>
      <vt:lpstr>IMPRESIONES 3D</vt:lpstr>
      <vt:lpstr>Definición del Proyecto: </vt:lpstr>
      <vt:lpstr>Impresión De Repuestos En 3D </vt:lpstr>
      <vt:lpstr>Objetivo: Optimizar el tiempo y la accesibilidad en la reparación de vehículos, mediante la producción ágil y personalizada de repuestos utilizando la tecnología de las impresiones en 3D.</vt:lpstr>
      <vt:lpstr>Temas iniciales involucrados:</vt:lpstr>
      <vt:lpstr>Presentación de PowerPoint</vt:lpstr>
      <vt:lpstr>Materiales y Herramientas a utilizar </vt:lpstr>
      <vt:lpstr>¿Cómo obtener con mayor facilidad las medidas de una pieza para recrearla?</vt:lpstr>
      <vt:lpstr>  ¿Cómo facilitar la creación o reconstrucción de un repuesto descontinuado o desgastado? </vt:lpstr>
      <vt:lpstr> ¿Cómo mejorar la accesibilidad hacia los repuestos? </vt:lpstr>
      <vt:lpstr> ¿Cómo ser más precisos en la fabricación de un repuesto? </vt:lpstr>
      <vt:lpstr>Árbol de solución: </vt:lpstr>
      <vt:lpstr>Bitácora:</vt:lpstr>
      <vt:lpstr>Herramientas tecnológicas a utilizar:</vt:lpstr>
      <vt:lpstr>Uso de las herramientas tecnológicas dentro del proyecto:</vt:lpstr>
      <vt:lpstr>Uso de las matemáticas en el proyecto:</vt:lpstr>
      <vt:lpstr>Herramientas:</vt:lpstr>
      <vt:lpstr>Linkografía:</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Titulo de la Presentación</dc:title>
  <dc:creator>agencia</dc:creator>
  <cp:lastModifiedBy>LISSETTE ANDREA SALAMANCA MELLA</cp:lastModifiedBy>
  <cp:revision>17</cp:revision>
  <dcterms:created xsi:type="dcterms:W3CDTF">2015-06-26T15:52:47Z</dcterms:created>
  <dcterms:modified xsi:type="dcterms:W3CDTF">2023-12-13T12:03:34Z</dcterms:modified>
</cp:coreProperties>
</file>