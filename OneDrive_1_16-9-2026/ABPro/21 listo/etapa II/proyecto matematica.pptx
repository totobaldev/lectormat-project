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comments/comment3.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8"/>
  </p:notesMasterIdLst>
  <p:handoutMasterIdLst>
    <p:handoutMasterId r:id="rId19"/>
  </p:handoutMasterIdLst>
  <p:sldIdLst>
    <p:sldId id="256" r:id="rId5"/>
    <p:sldId id="259" r:id="rId6"/>
    <p:sldId id="261" r:id="rId7"/>
    <p:sldId id="262" r:id="rId8"/>
    <p:sldId id="263" r:id="rId9"/>
    <p:sldId id="264" r:id="rId10"/>
    <p:sldId id="265" r:id="rId11"/>
    <p:sldId id="266" r:id="rId12"/>
    <p:sldId id="267" r:id="rId13"/>
    <p:sldId id="270" r:id="rId14"/>
    <p:sldId id="268" r:id="rId15"/>
    <p:sldId id="269" r:id="rId16"/>
    <p:sldId id="271" r:id="rId17"/>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5"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C6FD"/>
    <a:srgbClr val="79AE02"/>
    <a:srgbClr val="067F9C"/>
    <a:srgbClr val="014E52"/>
    <a:srgbClr val="0C596D"/>
    <a:srgbClr val="03556D"/>
    <a:srgbClr val="145C72"/>
    <a:srgbClr val="0000A4"/>
    <a:srgbClr val="1ABEEB"/>
    <a:srgbClr val="1DA9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38" autoAdjust="0"/>
    <p:restoredTop sz="94671"/>
  </p:normalViewPr>
  <p:slideViewPr>
    <p:cSldViewPr snapToGrid="0">
      <p:cViewPr varScale="1">
        <p:scale>
          <a:sx n="88" d="100"/>
          <a:sy n="88" d="100"/>
        </p:scale>
        <p:origin x="176" y="528"/>
      </p:cViewPr>
      <p:guideLst/>
    </p:cSldViewPr>
  </p:slideViewPr>
  <p:notesTextViewPr>
    <p:cViewPr>
      <p:scale>
        <a:sx n="1" d="1"/>
        <a:sy n="1" d="1"/>
      </p:scale>
      <p:origin x="0" y="0"/>
    </p:cViewPr>
  </p:notesTextViewPr>
  <p:notesViewPr>
    <p:cSldViewPr snapToGrid="0">
      <p:cViewPr varScale="1">
        <p:scale>
          <a:sx n="89" d="100"/>
          <a:sy n="89" d="100"/>
        </p:scale>
        <p:origin x="275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4T19:47:36.700" idx="1">
    <p:pos x="4009" y="701"/>
    <p:text>faltan referencias bibliograficas</p:text>
    <p:extLst>
      <p:ext uri="{C676402C-5697-4E1C-873F-D02D1690AC5C}">
        <p15:threadingInfo xmlns:p15="http://schemas.microsoft.com/office/powerpoint/2012/main" timeZoneBias="180"/>
      </p:ext>
    </p:extLst>
  </p:cm>
  <p:cm authorId="1" dt="2023-12-14T19:49:19.844" idx="4">
    <p:pos x="7156" y="319"/>
    <p:text>falta APA en las imagenes</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4T19:48:05.146" idx="2">
    <p:pos x="2048" y="951"/>
    <p:text>solo hasta ahí se considera objetivo.</p:text>
    <p:extLst>
      <p:ext uri="{C676402C-5697-4E1C-873F-D02D1690AC5C}">
        <p15:threadingInfo xmlns:p15="http://schemas.microsoft.com/office/powerpoint/2012/main" timeZoneBias="180"/>
      </p:ext>
    </p:extLst>
  </p:cm>
  <p:cm authorId="1" dt="2023-12-14T19:48:36.631" idx="3">
    <p:pos x="10" y="10"/>
    <p:text>las preg. son acordes a la problemática y guías para la búsqueda de la solución</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4T19:49:35.135" idx="5">
    <p:pos x="10" y="10"/>
    <p:text>falta APA en la imagen y una pequeña descripción de que se trata l imagen respecto del proceso</p:text>
    <p:extLst>
      <p:ext uri="{C676402C-5697-4E1C-873F-D02D1690AC5C}">
        <p15:threadingInfo xmlns:p15="http://schemas.microsoft.com/office/powerpoint/2012/main" timeZoneBias="1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56876A3F-4FE3-4D4F-B92F-1631838507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894516C7-1FF3-F44B-93B1-24B9AA324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0586186-4E79-4ACE-9213-6471257EF6E4}" type="datetime1">
              <a:rPr lang="es-ES" smtClean="0"/>
              <a:t>14/12/23</a:t>
            </a:fld>
            <a:endParaRPr lang="es-ES"/>
          </a:p>
        </p:txBody>
      </p:sp>
      <p:sp>
        <p:nvSpPr>
          <p:cNvPr id="4" name="Marcador de pie de página 3">
            <a:extLst>
              <a:ext uri="{FF2B5EF4-FFF2-40B4-BE49-F238E27FC236}">
                <a16:creationId xmlns:a16="http://schemas.microsoft.com/office/drawing/2014/main" id="{EDC6268A-8AA9-4C40-BEFB-029DF3E811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08E928AC-AE76-324A-BA05-D16BF60C79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E62C3C4-9460-4343-9283-24A378E2714B}" type="slidenum">
              <a:rPr lang="es-ES" smtClean="0"/>
              <a:t>‹Nº›</a:t>
            </a:fld>
            <a:endParaRPr lang="es-ES"/>
          </a:p>
        </p:txBody>
      </p:sp>
    </p:spTree>
    <p:extLst>
      <p:ext uri="{BB962C8B-B14F-4D97-AF65-F5344CB8AC3E}">
        <p14:creationId xmlns:p14="http://schemas.microsoft.com/office/powerpoint/2010/main" val="41905489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5349E8E-0F3C-4B4D-9DF6-8EAD12519BCF}" type="datetime1">
              <a:rPr lang="es-ES" noProof="0" smtClean="0"/>
              <a:t>14/12/23</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6DE8F2A-B3D4-43F2-B39B-CD77F64A1950}" type="slidenum">
              <a:rPr lang="es-ES" noProof="0" smtClean="0"/>
              <a:t>‹Nº›</a:t>
            </a:fld>
            <a:endParaRPr lang="es-ES" noProof="0"/>
          </a:p>
        </p:txBody>
      </p:sp>
    </p:spTree>
    <p:extLst>
      <p:ext uri="{BB962C8B-B14F-4D97-AF65-F5344CB8AC3E}">
        <p14:creationId xmlns:p14="http://schemas.microsoft.com/office/powerpoint/2010/main" val="4461779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F6DE8F2A-B3D4-43F2-B39B-CD77F64A1950}" type="slidenum">
              <a:rPr lang="es-ES" smtClean="0"/>
              <a:t>1</a:t>
            </a:fld>
            <a:endParaRPr lang="es-ES"/>
          </a:p>
        </p:txBody>
      </p:sp>
    </p:spTree>
    <p:extLst>
      <p:ext uri="{BB962C8B-B14F-4D97-AF65-F5344CB8AC3E}">
        <p14:creationId xmlns:p14="http://schemas.microsoft.com/office/powerpoint/2010/main" val="1681437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F6DE8F2A-B3D4-43F2-B39B-CD77F64A1950}" type="slidenum">
              <a:rPr lang="es-ES" smtClean="0"/>
              <a:t>2</a:t>
            </a:fld>
            <a:endParaRPr lang="es-ES"/>
          </a:p>
        </p:txBody>
      </p:sp>
    </p:spTree>
    <p:extLst>
      <p:ext uri="{BB962C8B-B14F-4D97-AF65-F5344CB8AC3E}">
        <p14:creationId xmlns:p14="http://schemas.microsoft.com/office/powerpoint/2010/main" val="4108562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F6DE8F2A-B3D4-43F2-B39B-CD77F64A1950}" type="slidenum">
              <a:rPr lang="es-ES" smtClean="0"/>
              <a:t>3</a:t>
            </a:fld>
            <a:endParaRPr lang="es-ES"/>
          </a:p>
        </p:txBody>
      </p:sp>
    </p:spTree>
    <p:extLst>
      <p:ext uri="{BB962C8B-B14F-4D97-AF65-F5344CB8AC3E}">
        <p14:creationId xmlns:p14="http://schemas.microsoft.com/office/powerpoint/2010/main" val="707722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F6DE8F2A-B3D4-43F2-B39B-CD77F64A1950}" type="slidenum">
              <a:rPr lang="es-ES" smtClean="0"/>
              <a:t>4</a:t>
            </a:fld>
            <a:endParaRPr lang="es-ES"/>
          </a:p>
        </p:txBody>
      </p:sp>
    </p:spTree>
    <p:extLst>
      <p:ext uri="{BB962C8B-B14F-4D97-AF65-F5344CB8AC3E}">
        <p14:creationId xmlns:p14="http://schemas.microsoft.com/office/powerpoint/2010/main" val="2663247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con imagen">
    <p:spTree>
      <p:nvGrpSpPr>
        <p:cNvPr id="1" name=""/>
        <p:cNvGrpSpPr/>
        <p:nvPr/>
      </p:nvGrpSpPr>
      <p:grpSpPr>
        <a:xfrm>
          <a:off x="0" y="0"/>
          <a:ext cx="0" cy="0"/>
          <a:chOff x="0" y="0"/>
          <a:chExt cx="0" cy="0"/>
        </a:xfrm>
      </p:grpSpPr>
      <p:sp>
        <p:nvSpPr>
          <p:cNvPr id="36" name="Marcador de posición de imagen 35">
            <a:extLst>
              <a:ext uri="{FF2B5EF4-FFF2-40B4-BE49-F238E27FC236}">
                <a16:creationId xmlns:a16="http://schemas.microsoft.com/office/drawing/2014/main" id="{8B934246-87B1-4444-9DCA-06622CAD5507}"/>
              </a:ext>
            </a:extLst>
          </p:cNvPr>
          <p:cNvSpPr>
            <a:spLocks noGrp="1"/>
          </p:cNvSpPr>
          <p:nvPr>
            <p:ph type="pic" sz="quarter" idx="10" hasCustomPrompt="1"/>
          </p:nvPr>
        </p:nvSpPr>
        <p:spPr>
          <a:xfrm>
            <a:off x="123992" y="124953"/>
            <a:ext cx="11944014" cy="4372387"/>
          </a:xfrm>
          <a:custGeom>
            <a:avLst/>
            <a:gdLst>
              <a:gd name="connsiteX0" fmla="*/ 0 w 11944014"/>
              <a:gd name="connsiteY0" fmla="*/ 0 h 4372387"/>
              <a:gd name="connsiteX1" fmla="*/ 11944014 w 11944014"/>
              <a:gd name="connsiteY1" fmla="*/ 0 h 4372387"/>
              <a:gd name="connsiteX2" fmla="*/ 11944014 w 11944014"/>
              <a:gd name="connsiteY2" fmla="*/ 4064314 h 4372387"/>
              <a:gd name="connsiteX3" fmla="*/ 11419539 w 11944014"/>
              <a:gd name="connsiteY3" fmla="*/ 4152711 h 4372387"/>
              <a:gd name="connsiteX4" fmla="*/ 4857299 w 11944014"/>
              <a:gd name="connsiteY4" fmla="*/ 3772522 h 4372387"/>
              <a:gd name="connsiteX5" fmla="*/ 510557 w 11944014"/>
              <a:gd name="connsiteY5" fmla="*/ 3115117 h 4372387"/>
              <a:gd name="connsiteX6" fmla="*/ 0 w 11944014"/>
              <a:gd name="connsiteY6" fmla="*/ 3085767 h 437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44014" h="4372387">
                <a:moveTo>
                  <a:pt x="0" y="0"/>
                </a:moveTo>
                <a:lnTo>
                  <a:pt x="11944014" y="0"/>
                </a:lnTo>
                <a:lnTo>
                  <a:pt x="11944014" y="4064314"/>
                </a:lnTo>
                <a:lnTo>
                  <a:pt x="11419539" y="4152711"/>
                </a:lnTo>
                <a:cubicBezTo>
                  <a:pt x="10120431" y="4379826"/>
                  <a:pt x="8581267" y="4634432"/>
                  <a:pt x="4857299" y="3772522"/>
                </a:cubicBezTo>
                <a:cubicBezTo>
                  <a:pt x="3261016" y="3403063"/>
                  <a:pt x="1951876" y="3212078"/>
                  <a:pt x="510557" y="3115117"/>
                </a:cubicBezTo>
                <a:lnTo>
                  <a:pt x="0" y="3085767"/>
                </a:lnTo>
                <a:close/>
              </a:path>
            </a:pathLst>
          </a:custGeom>
          <a:solidFill>
            <a:schemeClr val="bg1">
              <a:lumMod val="95000"/>
            </a:schemeClr>
          </a:solidFill>
        </p:spPr>
        <p:txBody>
          <a:bodyPr vert="horz" wrap="square" lIns="91440" tIns="45720" rIns="91440" bIns="45720" rtlCol="0" anchor="ctr" anchorCtr="1">
            <a:noAutofit/>
          </a:bodyPr>
          <a:lstStyle>
            <a:lvl1pPr marL="0" indent="0">
              <a:buNone/>
              <a:defRPr lang="en-GB" sz="1800" dirty="0"/>
            </a:lvl1pPr>
          </a:lstStyle>
          <a:p>
            <a:pPr marL="228600" lvl="0" indent="-228600" algn="ctr" rtl="0"/>
            <a:r>
              <a:rPr lang="es-ES" noProof="0"/>
              <a:t>Insertar imagen</a:t>
            </a:r>
          </a:p>
        </p:txBody>
      </p:sp>
      <p:sp>
        <p:nvSpPr>
          <p:cNvPr id="8" name="Forma libre: Forma 7">
            <a:extLst>
              <a:ext uri="{FF2B5EF4-FFF2-40B4-BE49-F238E27FC236}">
                <a16:creationId xmlns:a16="http://schemas.microsoft.com/office/drawing/2014/main" id="{1E99C6B2-05CE-48A7-8696-CEC64BE74DF5}"/>
              </a:ext>
            </a:extLst>
          </p:cNvPr>
          <p:cNvSpPr/>
          <p:nvPr userDrawn="1"/>
        </p:nvSpPr>
        <p:spPr>
          <a:xfrm>
            <a:off x="-1" y="0"/>
            <a:ext cx="12192001" cy="6858000"/>
          </a:xfrm>
          <a:custGeom>
            <a:avLst/>
            <a:gdLst>
              <a:gd name="connsiteX0" fmla="*/ 123993 w 12192001"/>
              <a:gd name="connsiteY0" fmla="*/ 123993 h 6858000"/>
              <a:gd name="connsiteX1" fmla="*/ 123993 w 12192001"/>
              <a:gd name="connsiteY1" fmla="*/ 3209760 h 6858000"/>
              <a:gd name="connsiteX2" fmla="*/ 634550 w 12192001"/>
              <a:gd name="connsiteY2" fmla="*/ 3239110 h 6858000"/>
              <a:gd name="connsiteX3" fmla="*/ 4981292 w 12192001"/>
              <a:gd name="connsiteY3" fmla="*/ 3896515 h 6858000"/>
              <a:gd name="connsiteX4" fmla="*/ 11543532 w 12192001"/>
              <a:gd name="connsiteY4" fmla="*/ 4276704 h 6858000"/>
              <a:gd name="connsiteX5" fmla="*/ 12068007 w 12192001"/>
              <a:gd name="connsiteY5" fmla="*/ 4188307 h 6858000"/>
              <a:gd name="connsiteX6" fmla="*/ 12068007 w 12192001"/>
              <a:gd name="connsiteY6" fmla="*/ 123993 h 6858000"/>
              <a:gd name="connsiteX7" fmla="*/ 0 w 12192001"/>
              <a:gd name="connsiteY7" fmla="*/ 0 h 6858000"/>
              <a:gd name="connsiteX8" fmla="*/ 12192000 w 12192001"/>
              <a:gd name="connsiteY8" fmla="*/ 0 h 6858000"/>
              <a:gd name="connsiteX9" fmla="*/ 12192000 w 12192001"/>
              <a:gd name="connsiteY9" fmla="*/ 4167393 h 6858000"/>
              <a:gd name="connsiteX10" fmla="*/ 12192001 w 12192001"/>
              <a:gd name="connsiteY10" fmla="*/ 4167393 h 6858000"/>
              <a:gd name="connsiteX11" fmla="*/ 12192001 w 12192001"/>
              <a:gd name="connsiteY11" fmla="*/ 4799849 h 6858000"/>
              <a:gd name="connsiteX12" fmla="*/ 12192001 w 12192001"/>
              <a:gd name="connsiteY12" fmla="*/ 4950491 h 6858000"/>
              <a:gd name="connsiteX13" fmla="*/ 12192001 w 12192001"/>
              <a:gd name="connsiteY13" fmla="*/ 6858000 h 6858000"/>
              <a:gd name="connsiteX14" fmla="*/ 12192000 w 12192001"/>
              <a:gd name="connsiteY14" fmla="*/ 6858000 h 6858000"/>
              <a:gd name="connsiteX15" fmla="*/ 1 w 12192001"/>
              <a:gd name="connsiteY15" fmla="*/ 6858000 h 6858000"/>
              <a:gd name="connsiteX16" fmla="*/ 0 w 12192001"/>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1" h="6858000">
                <a:moveTo>
                  <a:pt x="123993" y="123993"/>
                </a:moveTo>
                <a:lnTo>
                  <a:pt x="123993" y="3209760"/>
                </a:lnTo>
                <a:lnTo>
                  <a:pt x="634550" y="3239110"/>
                </a:lnTo>
                <a:cubicBezTo>
                  <a:pt x="2075869" y="3336071"/>
                  <a:pt x="3385009" y="3527056"/>
                  <a:pt x="4981292" y="3896515"/>
                </a:cubicBezTo>
                <a:cubicBezTo>
                  <a:pt x="8705260" y="4758425"/>
                  <a:pt x="10244424" y="4503819"/>
                  <a:pt x="11543532" y="4276704"/>
                </a:cubicBezTo>
                <a:lnTo>
                  <a:pt x="12068007" y="4188307"/>
                </a:lnTo>
                <a:lnTo>
                  <a:pt x="12068007" y="123993"/>
                </a:lnTo>
                <a:close/>
                <a:moveTo>
                  <a:pt x="0" y="0"/>
                </a:moveTo>
                <a:lnTo>
                  <a:pt x="12192000" y="0"/>
                </a:lnTo>
                <a:lnTo>
                  <a:pt x="12192000" y="4167393"/>
                </a:lnTo>
                <a:lnTo>
                  <a:pt x="12192001" y="4167393"/>
                </a:lnTo>
                <a:lnTo>
                  <a:pt x="12192001" y="4799849"/>
                </a:lnTo>
                <a:lnTo>
                  <a:pt x="12192001" y="4950491"/>
                </a:lnTo>
                <a:lnTo>
                  <a:pt x="12192001" y="6858000"/>
                </a:lnTo>
                <a:lnTo>
                  <a:pt x="12192000" y="6858000"/>
                </a:lnTo>
                <a:lnTo>
                  <a:pt x="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tx1"/>
              </a:solidFill>
            </a:endParaRPr>
          </a:p>
        </p:txBody>
      </p:sp>
      <p:sp>
        <p:nvSpPr>
          <p:cNvPr id="3" name="Subtítulo 2">
            <a:extLst>
              <a:ext uri="{FF2B5EF4-FFF2-40B4-BE49-F238E27FC236}">
                <a16:creationId xmlns:a16="http://schemas.microsoft.com/office/drawing/2014/main" id="{FA174F0C-3444-43F9-9DFF-354C44272A65}"/>
              </a:ext>
            </a:extLst>
          </p:cNvPr>
          <p:cNvSpPr>
            <a:spLocks noGrp="1"/>
          </p:cNvSpPr>
          <p:nvPr>
            <p:ph type="subTitle" idx="1" hasCustomPrompt="1"/>
          </p:nvPr>
        </p:nvSpPr>
        <p:spPr>
          <a:xfrm>
            <a:off x="694871" y="5603181"/>
            <a:ext cx="9144000" cy="341632"/>
          </a:xfrm>
        </p:spPr>
        <p:txBody>
          <a:bodyPr vert="horz" lIns="91440" tIns="45720" rIns="91440" bIns="45720" rtlCol="0">
            <a:spAutoFit/>
          </a:bodyPr>
          <a:lstStyle>
            <a:lvl1pPr marL="0" indent="0">
              <a:buNone/>
              <a:defRPr lang="en-GB" sz="1800" dirty="0">
                <a:solidFill>
                  <a:schemeClr val="accent2">
                    <a:lumMod val="50000"/>
                  </a:schemeClr>
                </a:solidFill>
                <a:latin typeface="+mn-lt"/>
              </a:defRPr>
            </a:lvl1pPr>
          </a:lstStyle>
          <a:p>
            <a:pPr marL="228600" lvl="0" indent="-228600" rtl="0"/>
            <a:r>
              <a:rPr lang="es-ES" noProof="0"/>
              <a:t>Subtítulo</a:t>
            </a:r>
          </a:p>
        </p:txBody>
      </p:sp>
      <p:sp>
        <p:nvSpPr>
          <p:cNvPr id="2" name="Título 1">
            <a:extLst>
              <a:ext uri="{FF2B5EF4-FFF2-40B4-BE49-F238E27FC236}">
                <a16:creationId xmlns:a16="http://schemas.microsoft.com/office/drawing/2014/main" id="{0E11612A-63A3-4175-9F77-FA03CCD38D4B}"/>
              </a:ext>
            </a:extLst>
          </p:cNvPr>
          <p:cNvSpPr>
            <a:spLocks noGrp="1"/>
          </p:cNvSpPr>
          <p:nvPr>
            <p:ph type="ctrTitle" hasCustomPrompt="1"/>
          </p:nvPr>
        </p:nvSpPr>
        <p:spPr>
          <a:xfrm>
            <a:off x="694871" y="4901450"/>
            <a:ext cx="10607040" cy="701731"/>
          </a:xfrm>
        </p:spPr>
        <p:txBody>
          <a:bodyPr vert="horz" lIns="91440" tIns="45720" rIns="91440" bIns="45720" rtlCol="0" anchor="b">
            <a:spAutoFit/>
          </a:bodyPr>
          <a:lstStyle>
            <a:lvl1pPr>
              <a:defRPr lang="en-GB" sz="4400" b="1" dirty="0">
                <a:solidFill>
                  <a:schemeClr val="tx1">
                    <a:lumMod val="75000"/>
                    <a:lumOff val="25000"/>
                  </a:schemeClr>
                </a:solidFill>
                <a:latin typeface="+mj-lt"/>
              </a:defRPr>
            </a:lvl1pPr>
          </a:lstStyle>
          <a:p>
            <a:pPr marL="0" lvl="0" rtl="0"/>
            <a:r>
              <a:rPr lang="es-ES" noProof="0"/>
              <a:t>Título</a:t>
            </a:r>
          </a:p>
        </p:txBody>
      </p:sp>
      <p:sp>
        <p:nvSpPr>
          <p:cNvPr id="11" name="Rectángulo 10">
            <a:extLst>
              <a:ext uri="{FF2B5EF4-FFF2-40B4-BE49-F238E27FC236}">
                <a16:creationId xmlns:a16="http://schemas.microsoft.com/office/drawing/2014/main" id="{45C25376-E6F9-4E5A-A81D-E7FA342FB230}"/>
              </a:ext>
            </a:extLst>
          </p:cNvPr>
          <p:cNvSpPr/>
          <p:nvPr userDrawn="1"/>
        </p:nvSpPr>
        <p:spPr>
          <a:xfrm>
            <a:off x="435429" y="4726452"/>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1170484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de título 2 con imagen">
    <p:spTree>
      <p:nvGrpSpPr>
        <p:cNvPr id="1" name=""/>
        <p:cNvGrpSpPr/>
        <p:nvPr/>
      </p:nvGrpSpPr>
      <p:grpSpPr>
        <a:xfrm>
          <a:off x="0" y="0"/>
          <a:ext cx="0" cy="0"/>
          <a:chOff x="0" y="0"/>
          <a:chExt cx="0" cy="0"/>
        </a:xfrm>
      </p:grpSpPr>
      <p:sp>
        <p:nvSpPr>
          <p:cNvPr id="5" name="Marcador de posición de imagen 4">
            <a:extLst>
              <a:ext uri="{FF2B5EF4-FFF2-40B4-BE49-F238E27FC236}">
                <a16:creationId xmlns:a16="http://schemas.microsoft.com/office/drawing/2014/main" id="{D314F9CD-0693-4A94-A67A-F71413300A64}"/>
              </a:ext>
            </a:extLst>
          </p:cNvPr>
          <p:cNvSpPr>
            <a:spLocks noGrp="1"/>
          </p:cNvSpPr>
          <p:nvPr>
            <p:ph type="pic" sz="quarter" idx="11" hasCustomPrompt="1"/>
          </p:nvPr>
        </p:nvSpPr>
        <p:spPr>
          <a:xfrm>
            <a:off x="0" y="0"/>
            <a:ext cx="12191999" cy="3962400"/>
          </a:xfrm>
          <a:solidFill>
            <a:schemeClr val="bg1">
              <a:lumMod val="95000"/>
            </a:schemeClr>
          </a:solidFill>
        </p:spPr>
        <p:txBody>
          <a:bodyPr vert="horz" wrap="square" lIns="91440" tIns="45720" rIns="91440" bIns="45720" rtlCol="0" anchor="ctr" anchorCtr="1">
            <a:noAutofit/>
          </a:bodyPr>
          <a:lstStyle>
            <a:lvl1pPr marL="0" indent="0">
              <a:buNone/>
              <a:defRPr lang="en-GB" sz="1800" dirty="0"/>
            </a:lvl1pPr>
          </a:lstStyle>
          <a:p>
            <a:pPr marL="228600" lvl="0" indent="-228600" algn="ctr" rtl="0"/>
            <a:r>
              <a:rPr lang="es-ES" noProof="0"/>
              <a:t>Insertar imagen</a:t>
            </a:r>
          </a:p>
        </p:txBody>
      </p:sp>
      <p:sp>
        <p:nvSpPr>
          <p:cNvPr id="3" name="Subtítulo 2">
            <a:extLst>
              <a:ext uri="{FF2B5EF4-FFF2-40B4-BE49-F238E27FC236}">
                <a16:creationId xmlns:a16="http://schemas.microsoft.com/office/drawing/2014/main" id="{FA174F0C-3444-43F9-9DFF-354C44272A65}"/>
              </a:ext>
            </a:extLst>
          </p:cNvPr>
          <p:cNvSpPr>
            <a:spLocks noGrp="1"/>
          </p:cNvSpPr>
          <p:nvPr>
            <p:ph type="subTitle" idx="1" hasCustomPrompt="1"/>
          </p:nvPr>
        </p:nvSpPr>
        <p:spPr>
          <a:xfrm>
            <a:off x="694871" y="5603181"/>
            <a:ext cx="9144000" cy="341632"/>
          </a:xfrm>
        </p:spPr>
        <p:txBody>
          <a:bodyPr vert="horz" lIns="91440" tIns="45720" rIns="91440" bIns="45720" rtlCol="0">
            <a:spAutoFit/>
          </a:bodyPr>
          <a:lstStyle>
            <a:lvl1pPr marL="0" indent="0">
              <a:buNone/>
              <a:defRPr lang="en-GB" sz="1800" dirty="0">
                <a:solidFill>
                  <a:schemeClr val="accent3"/>
                </a:solidFill>
                <a:latin typeface="+mn-lt"/>
              </a:defRPr>
            </a:lvl1pPr>
          </a:lstStyle>
          <a:p>
            <a:pPr marL="228600" lvl="0" indent="-228600" rtl="0"/>
            <a:r>
              <a:rPr lang="es-ES" noProof="0"/>
              <a:t>Subtítulo</a:t>
            </a:r>
          </a:p>
        </p:txBody>
      </p:sp>
      <p:sp>
        <p:nvSpPr>
          <p:cNvPr id="2" name="Título 1">
            <a:extLst>
              <a:ext uri="{FF2B5EF4-FFF2-40B4-BE49-F238E27FC236}">
                <a16:creationId xmlns:a16="http://schemas.microsoft.com/office/drawing/2014/main" id="{0E11612A-63A3-4175-9F77-FA03CCD38D4B}"/>
              </a:ext>
            </a:extLst>
          </p:cNvPr>
          <p:cNvSpPr>
            <a:spLocks noGrp="1"/>
          </p:cNvSpPr>
          <p:nvPr>
            <p:ph type="ctrTitle" hasCustomPrompt="1"/>
          </p:nvPr>
        </p:nvSpPr>
        <p:spPr>
          <a:xfrm>
            <a:off x="694871" y="4901450"/>
            <a:ext cx="10607040" cy="701731"/>
          </a:xfrm>
        </p:spPr>
        <p:txBody>
          <a:bodyPr vert="horz" lIns="91440" tIns="45720" rIns="91440" bIns="45720" rtlCol="0" anchor="b">
            <a:spAutoFit/>
          </a:bodyPr>
          <a:lstStyle>
            <a:lvl1pPr>
              <a:defRPr lang="en-GB" sz="4400" b="1" dirty="0">
                <a:solidFill>
                  <a:schemeClr val="tx1">
                    <a:lumMod val="75000"/>
                    <a:lumOff val="25000"/>
                  </a:schemeClr>
                </a:solidFill>
                <a:latin typeface="+mj-lt"/>
              </a:defRPr>
            </a:lvl1pPr>
          </a:lstStyle>
          <a:p>
            <a:pPr marL="0" lvl="0" rtl="0"/>
            <a:r>
              <a:rPr lang="es-ES" noProof="0"/>
              <a:t>Título</a:t>
            </a:r>
          </a:p>
        </p:txBody>
      </p:sp>
      <p:sp>
        <p:nvSpPr>
          <p:cNvPr id="11" name="Rectángulo 10">
            <a:extLst>
              <a:ext uri="{FF2B5EF4-FFF2-40B4-BE49-F238E27FC236}">
                <a16:creationId xmlns:a16="http://schemas.microsoft.com/office/drawing/2014/main" id="{45C25376-E6F9-4E5A-A81D-E7FA342FB230}"/>
              </a:ext>
            </a:extLst>
          </p:cNvPr>
          <p:cNvSpPr/>
          <p:nvPr userDrawn="1"/>
        </p:nvSpPr>
        <p:spPr>
          <a:xfrm>
            <a:off x="435429" y="4726452"/>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Rectángulo 3">
            <a:extLst>
              <a:ext uri="{FF2B5EF4-FFF2-40B4-BE49-F238E27FC236}">
                <a16:creationId xmlns:a16="http://schemas.microsoft.com/office/drawing/2014/main" id="{7B386286-CEE2-E94A-BBC0-0A3723EB14DE}"/>
              </a:ext>
            </a:extLst>
          </p:cNvPr>
          <p:cNvSpPr/>
          <p:nvPr userDrawn="1"/>
        </p:nvSpPr>
        <p:spPr>
          <a:xfrm>
            <a:off x="11008895" y="6220326"/>
            <a:ext cx="866273" cy="6376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tx1"/>
              </a:solidFill>
            </a:endParaRPr>
          </a:p>
        </p:txBody>
      </p:sp>
    </p:spTree>
    <p:extLst>
      <p:ext uri="{BB962C8B-B14F-4D97-AF65-F5344CB8AC3E}">
        <p14:creationId xmlns:p14="http://schemas.microsoft.com/office/powerpoint/2010/main" val="3539757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con imagen 1">
    <p:spTree>
      <p:nvGrpSpPr>
        <p:cNvPr id="1" name=""/>
        <p:cNvGrpSpPr/>
        <p:nvPr/>
      </p:nvGrpSpPr>
      <p:grpSpPr>
        <a:xfrm>
          <a:off x="0" y="0"/>
          <a:ext cx="0" cy="0"/>
          <a:chOff x="0" y="0"/>
          <a:chExt cx="0" cy="0"/>
        </a:xfrm>
      </p:grpSpPr>
      <p:sp>
        <p:nvSpPr>
          <p:cNvPr id="12" name="Forma libre: Forma 11">
            <a:extLst>
              <a:ext uri="{FF2B5EF4-FFF2-40B4-BE49-F238E27FC236}">
                <a16:creationId xmlns:a16="http://schemas.microsoft.com/office/drawing/2014/main" id="{6D24BA90-E7BA-471E-AA13-3329EDCD80A2}"/>
              </a:ext>
            </a:extLst>
          </p:cNvPr>
          <p:cNvSpPr/>
          <p:nvPr userDrawn="1"/>
        </p:nvSpPr>
        <p:spPr>
          <a:xfrm flipV="1">
            <a:off x="-1" y="-3"/>
            <a:ext cx="12192001" cy="6858003"/>
          </a:xfrm>
          <a:custGeom>
            <a:avLst/>
            <a:gdLst>
              <a:gd name="connsiteX0" fmla="*/ 9171734 w 12192001"/>
              <a:gd name="connsiteY0" fmla="*/ 2269381 h 6858003"/>
              <a:gd name="connsiteX1" fmla="*/ 4981292 w 12192001"/>
              <a:gd name="connsiteY1" fmla="*/ 1670903 h 6858003"/>
              <a:gd name="connsiteX2" fmla="*/ 634550 w 12192001"/>
              <a:gd name="connsiteY2" fmla="*/ 1013497 h 6858003"/>
              <a:gd name="connsiteX3" fmla="*/ 123993 w 12192001"/>
              <a:gd name="connsiteY3" fmla="*/ 984148 h 6858003"/>
              <a:gd name="connsiteX4" fmla="*/ 123993 w 12192001"/>
              <a:gd name="connsiteY4" fmla="*/ 123993 h 6858003"/>
              <a:gd name="connsiteX5" fmla="*/ 12068007 w 12192001"/>
              <a:gd name="connsiteY5" fmla="*/ 123993 h 6858003"/>
              <a:gd name="connsiteX6" fmla="*/ 12068007 w 12192001"/>
              <a:gd name="connsiteY6" fmla="*/ 1962695 h 6858003"/>
              <a:gd name="connsiteX7" fmla="*/ 11543532 w 12192001"/>
              <a:gd name="connsiteY7" fmla="*/ 2051091 h 6858003"/>
              <a:gd name="connsiteX8" fmla="*/ 9171734 w 12192001"/>
              <a:gd name="connsiteY8" fmla="*/ 2269381 h 6858003"/>
              <a:gd name="connsiteX9" fmla="*/ 1 w 12192001"/>
              <a:gd name="connsiteY9" fmla="*/ 6858003 h 6858003"/>
              <a:gd name="connsiteX10" fmla="*/ 12192001 w 12192001"/>
              <a:gd name="connsiteY10" fmla="*/ 6858003 h 6858003"/>
              <a:gd name="connsiteX11" fmla="*/ 12192001 w 12192001"/>
              <a:gd name="connsiteY11" fmla="*/ 2724879 h 6858003"/>
              <a:gd name="connsiteX12" fmla="*/ 12192001 w 12192001"/>
              <a:gd name="connsiteY12" fmla="*/ 2477360 h 6858003"/>
              <a:gd name="connsiteX13" fmla="*/ 12192001 w 12192001"/>
              <a:gd name="connsiteY13" fmla="*/ 1941781 h 6858003"/>
              <a:gd name="connsiteX14" fmla="*/ 12192000 w 12192001"/>
              <a:gd name="connsiteY14" fmla="*/ 1941781 h 6858003"/>
              <a:gd name="connsiteX15" fmla="*/ 12192000 w 12192001"/>
              <a:gd name="connsiteY15" fmla="*/ 0 h 6858003"/>
              <a:gd name="connsiteX16" fmla="*/ 0 w 12192001"/>
              <a:gd name="connsiteY16" fmla="*/ 0 h 6858003"/>
              <a:gd name="connsiteX17" fmla="*/ 0 w 12192001"/>
              <a:gd name="connsiteY17" fmla="*/ 6858000 h 6858003"/>
              <a:gd name="connsiteX18" fmla="*/ 1 w 12192001"/>
              <a:gd name="connsiteY18" fmla="*/ 6858000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1" h="6858003">
                <a:moveTo>
                  <a:pt x="9171734" y="2269381"/>
                </a:moveTo>
                <a:cubicBezTo>
                  <a:pt x="8159059" y="2253684"/>
                  <a:pt x="6843276" y="2101858"/>
                  <a:pt x="4981292" y="1670903"/>
                </a:cubicBezTo>
                <a:cubicBezTo>
                  <a:pt x="3385010" y="1301444"/>
                  <a:pt x="2075869" y="1110459"/>
                  <a:pt x="634550" y="1013497"/>
                </a:cubicBezTo>
                <a:lnTo>
                  <a:pt x="123993" y="984148"/>
                </a:lnTo>
                <a:lnTo>
                  <a:pt x="123993" y="123993"/>
                </a:lnTo>
                <a:lnTo>
                  <a:pt x="12068007" y="123993"/>
                </a:lnTo>
                <a:lnTo>
                  <a:pt x="12068007" y="1962695"/>
                </a:lnTo>
                <a:lnTo>
                  <a:pt x="11543532" y="2051091"/>
                </a:lnTo>
                <a:cubicBezTo>
                  <a:pt x="10893978" y="2164649"/>
                  <a:pt x="10184410" y="2285079"/>
                  <a:pt x="9171734" y="2269381"/>
                </a:cubicBezTo>
                <a:close/>
                <a:moveTo>
                  <a:pt x="1" y="6858003"/>
                </a:moveTo>
                <a:lnTo>
                  <a:pt x="12192001" y="6858003"/>
                </a:lnTo>
                <a:lnTo>
                  <a:pt x="12192001" y="2724879"/>
                </a:lnTo>
                <a:lnTo>
                  <a:pt x="12192001" y="2477360"/>
                </a:lnTo>
                <a:lnTo>
                  <a:pt x="12192001" y="1941781"/>
                </a:lnTo>
                <a:lnTo>
                  <a:pt x="12192000" y="1941781"/>
                </a:lnTo>
                <a:lnTo>
                  <a:pt x="12192000" y="0"/>
                </a:lnTo>
                <a:lnTo>
                  <a:pt x="0" y="0"/>
                </a:lnTo>
                <a:lnTo>
                  <a:pt x="0" y="6858000"/>
                </a:lnTo>
                <a:lnTo>
                  <a:pt x="1"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Marcador de posición de imagen 10">
            <a:extLst>
              <a:ext uri="{FF2B5EF4-FFF2-40B4-BE49-F238E27FC236}">
                <a16:creationId xmlns:a16="http://schemas.microsoft.com/office/drawing/2014/main" id="{9467520A-F508-4AA5-BBCF-30AE2B312E04}"/>
              </a:ext>
            </a:extLst>
          </p:cNvPr>
          <p:cNvSpPr>
            <a:spLocks noGrp="1"/>
          </p:cNvSpPr>
          <p:nvPr>
            <p:ph type="pic" sz="quarter" idx="13" hasCustomPrompt="1"/>
          </p:nvPr>
        </p:nvSpPr>
        <p:spPr>
          <a:xfrm>
            <a:off x="123992" y="4587876"/>
            <a:ext cx="11944014" cy="2146775"/>
          </a:xfrm>
          <a:custGeom>
            <a:avLst/>
            <a:gdLst>
              <a:gd name="connsiteX0" fmla="*/ 9047741 w 11944014"/>
              <a:gd name="connsiteY0" fmla="*/ 1387 h 2146775"/>
              <a:gd name="connsiteX1" fmla="*/ 11419539 w 11944014"/>
              <a:gd name="connsiteY1" fmla="*/ 219677 h 2146775"/>
              <a:gd name="connsiteX2" fmla="*/ 11944014 w 11944014"/>
              <a:gd name="connsiteY2" fmla="*/ 308073 h 2146775"/>
              <a:gd name="connsiteX3" fmla="*/ 11944014 w 11944014"/>
              <a:gd name="connsiteY3" fmla="*/ 2146775 h 2146775"/>
              <a:gd name="connsiteX4" fmla="*/ 0 w 11944014"/>
              <a:gd name="connsiteY4" fmla="*/ 2146775 h 2146775"/>
              <a:gd name="connsiteX5" fmla="*/ 0 w 11944014"/>
              <a:gd name="connsiteY5" fmla="*/ 1286620 h 2146775"/>
              <a:gd name="connsiteX6" fmla="*/ 510557 w 11944014"/>
              <a:gd name="connsiteY6" fmla="*/ 1257271 h 2146775"/>
              <a:gd name="connsiteX7" fmla="*/ 4857299 w 11944014"/>
              <a:gd name="connsiteY7" fmla="*/ 599865 h 2146775"/>
              <a:gd name="connsiteX8" fmla="*/ 9047741 w 11944014"/>
              <a:gd name="connsiteY8" fmla="*/ 1387 h 214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44014" h="2146775">
                <a:moveTo>
                  <a:pt x="9047741" y="1387"/>
                </a:moveTo>
                <a:cubicBezTo>
                  <a:pt x="10060417" y="-14311"/>
                  <a:pt x="10769985" y="106119"/>
                  <a:pt x="11419539" y="219677"/>
                </a:cubicBezTo>
                <a:lnTo>
                  <a:pt x="11944014" y="308073"/>
                </a:lnTo>
                <a:lnTo>
                  <a:pt x="11944014" y="2146775"/>
                </a:lnTo>
                <a:lnTo>
                  <a:pt x="0" y="2146775"/>
                </a:lnTo>
                <a:lnTo>
                  <a:pt x="0" y="1286620"/>
                </a:lnTo>
                <a:lnTo>
                  <a:pt x="510557" y="1257271"/>
                </a:lnTo>
                <a:cubicBezTo>
                  <a:pt x="1951876" y="1160309"/>
                  <a:pt x="3261017" y="969324"/>
                  <a:pt x="4857299" y="599865"/>
                </a:cubicBezTo>
                <a:cubicBezTo>
                  <a:pt x="6719283" y="168910"/>
                  <a:pt x="8035066" y="17084"/>
                  <a:pt x="9047741" y="1387"/>
                </a:cubicBezTo>
                <a:close/>
              </a:path>
            </a:pathLst>
          </a:custGeom>
          <a:solidFill>
            <a:schemeClr val="bg1">
              <a:lumMod val="95000"/>
            </a:schemeClr>
          </a:solidFill>
        </p:spPr>
        <p:txBody>
          <a:bodyPr vert="horz" wrap="square" lIns="91440" tIns="45720" rIns="91440" bIns="45720" rtlCol="0" anchor="ctr" anchorCtr="1">
            <a:noAutofit/>
          </a:bodyPr>
          <a:lstStyle>
            <a:lvl1pPr marL="0" indent="0">
              <a:buNone/>
              <a:defRPr lang="en-GB" sz="1800" dirty="0"/>
            </a:lvl1pPr>
          </a:lstStyle>
          <a:p>
            <a:pPr marL="228600" lvl="0" indent="-228600" algn="ctr" rtl="0"/>
            <a:r>
              <a:rPr lang="es-ES" noProof="0"/>
              <a:t>Insertar imagen</a:t>
            </a:r>
          </a:p>
        </p:txBody>
      </p:sp>
      <p:sp>
        <p:nvSpPr>
          <p:cNvPr id="2" name="Título 1">
            <a:extLst>
              <a:ext uri="{FF2B5EF4-FFF2-40B4-BE49-F238E27FC236}">
                <a16:creationId xmlns:a16="http://schemas.microsoft.com/office/drawing/2014/main" id="{8C9A3716-1F35-4634-B53D-27722735B2D5}"/>
              </a:ext>
            </a:extLst>
          </p:cNvPr>
          <p:cNvSpPr>
            <a:spLocks noGrp="1"/>
          </p:cNvSpPr>
          <p:nvPr>
            <p:ph type="title" hasCustomPrompt="1"/>
          </p:nvPr>
        </p:nvSpPr>
        <p:spPr>
          <a:xfrm>
            <a:off x="696686" y="1611383"/>
            <a:ext cx="9666514" cy="746846"/>
          </a:xfrm>
        </p:spPr>
        <p:txBody>
          <a:bodyPr rtlCol="0" anchor="t">
            <a:noAutofit/>
          </a:bodyPr>
          <a:lstStyle>
            <a:lvl1pPr>
              <a:defRPr sz="4800" spc="-150">
                <a:solidFill>
                  <a:schemeClr val="tx1">
                    <a:lumMod val="75000"/>
                    <a:lumOff val="25000"/>
                  </a:schemeClr>
                </a:solidFill>
              </a:defRPr>
            </a:lvl1pPr>
          </a:lstStyle>
          <a:p>
            <a:pPr rtl="0"/>
            <a:r>
              <a:rPr lang="es-ES" noProof="0"/>
              <a:t>Encabezado de sección 1</a:t>
            </a:r>
          </a:p>
        </p:txBody>
      </p:sp>
      <p:sp>
        <p:nvSpPr>
          <p:cNvPr id="3" name="Marcador de texto 2">
            <a:extLst>
              <a:ext uri="{FF2B5EF4-FFF2-40B4-BE49-F238E27FC236}">
                <a16:creationId xmlns:a16="http://schemas.microsoft.com/office/drawing/2014/main" id="{F96A4796-E4C0-42FE-9F82-5D46B8789E25}"/>
              </a:ext>
            </a:extLst>
          </p:cNvPr>
          <p:cNvSpPr>
            <a:spLocks noGrp="1"/>
          </p:cNvSpPr>
          <p:nvPr>
            <p:ph type="body" idx="1" hasCustomPrompt="1"/>
          </p:nvPr>
        </p:nvSpPr>
        <p:spPr>
          <a:xfrm>
            <a:off x="696686" y="2464424"/>
            <a:ext cx="9666514" cy="221599"/>
          </a:xfrm>
        </p:spPr>
        <p:txBody>
          <a:bodyPr tIns="0" bIns="0" rtlCol="0">
            <a:spAutoFit/>
          </a:bodyPr>
          <a:lstStyle>
            <a:lvl1pPr marL="0" indent="0">
              <a:buNone/>
              <a:defRPr sz="16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Subtítulo</a:t>
            </a:r>
          </a:p>
        </p:txBody>
      </p:sp>
      <p:sp>
        <p:nvSpPr>
          <p:cNvPr id="13" name="Rectángulo 12">
            <a:extLst>
              <a:ext uri="{FF2B5EF4-FFF2-40B4-BE49-F238E27FC236}">
                <a16:creationId xmlns:a16="http://schemas.microsoft.com/office/drawing/2014/main" id="{560C8850-C2CD-4E0B-AA6F-6B884EB94B4B}"/>
              </a:ext>
            </a:extLst>
          </p:cNvPr>
          <p:cNvSpPr/>
          <p:nvPr userDrawn="1"/>
        </p:nvSpPr>
        <p:spPr>
          <a:xfrm>
            <a:off x="435429" y="1532049"/>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80D3D7B7-CDD7-4664-B2D8-6F60FEAEAC45}"/>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Marcador de posición de número de diapositiva 5">
            <a:extLst>
              <a:ext uri="{FF2B5EF4-FFF2-40B4-BE49-F238E27FC236}">
                <a16:creationId xmlns:a16="http://schemas.microsoft.com/office/drawing/2014/main" id="{9E81145E-5F17-4CB6-9E17-ECF3BB38DE75}"/>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Tree>
    <p:extLst>
      <p:ext uri="{BB962C8B-B14F-4D97-AF65-F5344CB8AC3E}">
        <p14:creationId xmlns:p14="http://schemas.microsoft.com/office/powerpoint/2010/main" val="3839139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cabezado de sección con imagen 2">
    <p:spTree>
      <p:nvGrpSpPr>
        <p:cNvPr id="1" name=""/>
        <p:cNvGrpSpPr/>
        <p:nvPr/>
      </p:nvGrpSpPr>
      <p:grpSpPr>
        <a:xfrm>
          <a:off x="0" y="0"/>
          <a:ext cx="0" cy="0"/>
          <a:chOff x="0" y="0"/>
          <a:chExt cx="0" cy="0"/>
        </a:xfrm>
      </p:grpSpPr>
      <p:sp>
        <p:nvSpPr>
          <p:cNvPr id="7" name="Marcador de posición de imagen 4">
            <a:extLst>
              <a:ext uri="{FF2B5EF4-FFF2-40B4-BE49-F238E27FC236}">
                <a16:creationId xmlns:a16="http://schemas.microsoft.com/office/drawing/2014/main" id="{A836EFBB-5449-47CB-96D6-CB08287F755D}"/>
              </a:ext>
            </a:extLst>
          </p:cNvPr>
          <p:cNvSpPr>
            <a:spLocks noGrp="1"/>
          </p:cNvSpPr>
          <p:nvPr>
            <p:ph type="pic" sz="quarter" idx="11" hasCustomPrompt="1"/>
          </p:nvPr>
        </p:nvSpPr>
        <p:spPr>
          <a:xfrm>
            <a:off x="0" y="0"/>
            <a:ext cx="12191999" cy="6858000"/>
          </a:xfrm>
          <a:solidFill>
            <a:schemeClr val="bg1">
              <a:lumMod val="95000"/>
            </a:schemeClr>
          </a:solidFill>
        </p:spPr>
        <p:txBody>
          <a:bodyPr vert="horz" wrap="square" lIns="91440" tIns="45720" rIns="91440" bIns="45720" rtlCol="0" anchor="ctr" anchorCtr="1">
            <a:noAutofit/>
          </a:bodyPr>
          <a:lstStyle>
            <a:lvl1pPr marL="0" indent="0">
              <a:buNone/>
              <a:defRPr lang="en-GB" sz="1800" dirty="0">
                <a:solidFill>
                  <a:schemeClr val="tx1"/>
                </a:solidFill>
              </a:defRPr>
            </a:lvl1pPr>
          </a:lstStyle>
          <a:p>
            <a:pPr marL="228600" lvl="0" indent="-228600" algn="ctr" rtl="0"/>
            <a:r>
              <a:rPr lang="es-ES" noProof="0"/>
              <a:t>Insertar imagen</a:t>
            </a:r>
          </a:p>
        </p:txBody>
      </p:sp>
      <p:sp>
        <p:nvSpPr>
          <p:cNvPr id="2" name="Título 1">
            <a:extLst>
              <a:ext uri="{FF2B5EF4-FFF2-40B4-BE49-F238E27FC236}">
                <a16:creationId xmlns:a16="http://schemas.microsoft.com/office/drawing/2014/main" id="{8C9A3716-1F35-4634-B53D-27722735B2D5}"/>
              </a:ext>
            </a:extLst>
          </p:cNvPr>
          <p:cNvSpPr>
            <a:spLocks noGrp="1"/>
          </p:cNvSpPr>
          <p:nvPr>
            <p:ph type="title" hasCustomPrompt="1"/>
          </p:nvPr>
        </p:nvSpPr>
        <p:spPr>
          <a:xfrm>
            <a:off x="696686" y="3860800"/>
            <a:ext cx="9666514" cy="1686720"/>
          </a:xfrm>
        </p:spPr>
        <p:txBody>
          <a:bodyPr rtlCol="0" anchor="b">
            <a:noAutofit/>
          </a:bodyPr>
          <a:lstStyle>
            <a:lvl1pPr>
              <a:defRPr sz="4800" spc="-150">
                <a:solidFill>
                  <a:schemeClr val="bg1"/>
                </a:solidFill>
              </a:defRPr>
            </a:lvl1pPr>
          </a:lstStyle>
          <a:p>
            <a:pPr rtl="0"/>
            <a:r>
              <a:rPr lang="es-ES" noProof="0"/>
              <a:t>Encabezado de sección 2</a:t>
            </a:r>
          </a:p>
        </p:txBody>
      </p:sp>
      <p:sp>
        <p:nvSpPr>
          <p:cNvPr id="3" name="Marcador de texto 2">
            <a:extLst>
              <a:ext uri="{FF2B5EF4-FFF2-40B4-BE49-F238E27FC236}">
                <a16:creationId xmlns:a16="http://schemas.microsoft.com/office/drawing/2014/main" id="{F96A4796-E4C0-42FE-9F82-5D46B8789E25}"/>
              </a:ext>
            </a:extLst>
          </p:cNvPr>
          <p:cNvSpPr>
            <a:spLocks noGrp="1"/>
          </p:cNvSpPr>
          <p:nvPr>
            <p:ph type="body" idx="1" hasCustomPrompt="1"/>
          </p:nvPr>
        </p:nvSpPr>
        <p:spPr>
          <a:xfrm>
            <a:off x="696686" y="5610170"/>
            <a:ext cx="9666514" cy="221599"/>
          </a:xfrm>
        </p:spPr>
        <p:txBody>
          <a:bodyPr tIns="0" bIns="0" rtlCol="0">
            <a:spAutoFit/>
          </a:bodyPr>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Subtítulo</a:t>
            </a:r>
          </a:p>
        </p:txBody>
      </p:sp>
      <p:sp>
        <p:nvSpPr>
          <p:cNvPr id="8" name="Rectángulo 7">
            <a:extLst>
              <a:ext uri="{FF2B5EF4-FFF2-40B4-BE49-F238E27FC236}">
                <a16:creationId xmlns:a16="http://schemas.microsoft.com/office/drawing/2014/main" id="{5B68A07C-35C9-40A7-8487-9EAD314C595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Marcador de posición de número de diapositiva 5">
            <a:extLst>
              <a:ext uri="{FF2B5EF4-FFF2-40B4-BE49-F238E27FC236}">
                <a16:creationId xmlns:a16="http://schemas.microsoft.com/office/drawing/2014/main" id="{CE9143E8-1B27-4F08-9F20-BE30B14AC24E}"/>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Tree>
    <p:extLst>
      <p:ext uri="{BB962C8B-B14F-4D97-AF65-F5344CB8AC3E}">
        <p14:creationId xmlns:p14="http://schemas.microsoft.com/office/powerpoint/2010/main" val="1547055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contenido">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p:txBody>
          <a:bodyPr rtlCol="0"/>
          <a:lstStyle/>
          <a:p>
            <a:pPr rtl="0"/>
            <a:r>
              <a:rPr lang="es-ES" noProof="0"/>
              <a:t>Haga clic para modificar el estilo de título del patrón</a:t>
            </a:r>
          </a:p>
        </p:txBody>
      </p:sp>
      <p:sp>
        <p:nvSpPr>
          <p:cNvPr id="10" name="Marcador de posición de contenido 2">
            <a:extLst>
              <a:ext uri="{FF2B5EF4-FFF2-40B4-BE49-F238E27FC236}">
                <a16:creationId xmlns:a16="http://schemas.microsoft.com/office/drawing/2014/main" id="{3B7F86AE-7774-0B40-8944-DF91C77B02F3}"/>
              </a:ext>
            </a:extLst>
          </p:cNvPr>
          <p:cNvSpPr>
            <a:spLocks noGrp="1"/>
          </p:cNvSpPr>
          <p:nvPr>
            <p:ph idx="1" hasCustomPrompt="1"/>
          </p:nvPr>
        </p:nvSpPr>
        <p:spPr>
          <a:xfrm>
            <a:off x="446315" y="1463040"/>
            <a:ext cx="8030935" cy="4770098"/>
          </a:xfrm>
        </p:spPr>
        <p:txBody>
          <a:bodyPr rtlCol="0">
            <a:noAutofit/>
          </a:bodyPr>
          <a:lstStyle>
            <a:lvl1pPr>
              <a:lnSpc>
                <a:spcPct val="100000"/>
              </a:lnSpc>
              <a:spcBef>
                <a:spcPts val="600"/>
              </a:spcBef>
              <a:spcAft>
                <a:spcPts val="1200"/>
              </a:spcAft>
              <a:defRPr sz="1800">
                <a:solidFill>
                  <a:schemeClr val="tx1">
                    <a:lumMod val="75000"/>
                    <a:lumOff val="25000"/>
                  </a:schemeClr>
                </a:solidFill>
              </a:defRPr>
            </a:lvl1pPr>
            <a:lvl2pPr>
              <a:lnSpc>
                <a:spcPct val="100000"/>
              </a:lnSpc>
              <a:spcBef>
                <a:spcPts val="600"/>
              </a:spcBef>
              <a:spcAft>
                <a:spcPts val="1200"/>
              </a:spcAft>
              <a:defRPr sz="1600">
                <a:solidFill>
                  <a:schemeClr val="tx1">
                    <a:lumMod val="75000"/>
                    <a:lumOff val="25000"/>
                  </a:schemeClr>
                </a:solidFill>
              </a:defRPr>
            </a:lvl2pPr>
            <a:lvl3pPr>
              <a:lnSpc>
                <a:spcPct val="100000"/>
              </a:lnSpc>
              <a:spcBef>
                <a:spcPts val="600"/>
              </a:spcBef>
              <a:spcAft>
                <a:spcPts val="1200"/>
              </a:spcAft>
              <a:defRPr sz="1400">
                <a:solidFill>
                  <a:schemeClr val="tx1">
                    <a:lumMod val="75000"/>
                    <a:lumOff val="25000"/>
                  </a:schemeClr>
                </a:solidFill>
              </a:defRPr>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p:txBody>
      </p:sp>
    </p:spTree>
    <p:extLst>
      <p:ext uri="{BB962C8B-B14F-4D97-AF65-F5344CB8AC3E}">
        <p14:creationId xmlns:p14="http://schemas.microsoft.com/office/powerpoint/2010/main" val="630125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y contenido blan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DEB162-E699-464C-B2EE-136D517A9B8B}"/>
              </a:ext>
            </a:extLst>
          </p:cNvPr>
          <p:cNvSpPr>
            <a:spLocks noGrp="1"/>
          </p:cNvSpPr>
          <p:nvPr>
            <p:ph type="title"/>
          </p:nvPr>
        </p:nvSpPr>
        <p:spPr>
          <a:xfrm>
            <a:off x="446314" y="250916"/>
            <a:ext cx="11174186" cy="1089529"/>
          </a:xfrm>
        </p:spPr>
        <p:txBody>
          <a:bodyPr vert="horz" wrap="square" lIns="91440" tIns="45720" rIns="91440" bIns="45720" rtlCol="0" anchor="ctr">
            <a:spAutoFit/>
          </a:bodyPr>
          <a:lstStyle>
            <a:lvl1pPr>
              <a:defRPr lang="en-GB" sz="3600" spc="-60" dirty="0"/>
            </a:lvl1pPr>
          </a:lstStyle>
          <a:p>
            <a:pPr lvl="0" rtl="0"/>
            <a:r>
              <a:rPr lang="es-ES" noProof="0"/>
              <a:t>Haga clic para modificar el estilo de título del patrón</a:t>
            </a:r>
          </a:p>
        </p:txBody>
      </p:sp>
      <p:sp>
        <p:nvSpPr>
          <p:cNvPr id="3" name="Marcador de posición de contenido 2">
            <a:extLst>
              <a:ext uri="{FF2B5EF4-FFF2-40B4-BE49-F238E27FC236}">
                <a16:creationId xmlns:a16="http://schemas.microsoft.com/office/drawing/2014/main" id="{72618346-1C0B-46DB-AAA6-71C865DE85FE}"/>
              </a:ext>
            </a:extLst>
          </p:cNvPr>
          <p:cNvSpPr>
            <a:spLocks noGrp="1"/>
          </p:cNvSpPr>
          <p:nvPr>
            <p:ph idx="1" hasCustomPrompt="1"/>
          </p:nvPr>
        </p:nvSpPr>
        <p:spPr>
          <a:xfrm>
            <a:off x="446315" y="1463040"/>
            <a:ext cx="8030935" cy="4770098"/>
          </a:xfrm>
        </p:spPr>
        <p:txBody>
          <a:bodyPr rtlCol="0">
            <a:noAutofit/>
          </a:bodyPr>
          <a:lstStyle>
            <a:lvl1pPr>
              <a:lnSpc>
                <a:spcPct val="100000"/>
              </a:lnSpc>
              <a:spcBef>
                <a:spcPts val="600"/>
              </a:spcBef>
              <a:spcAft>
                <a:spcPts val="1200"/>
              </a:spcAft>
              <a:defRPr sz="1800">
                <a:solidFill>
                  <a:schemeClr val="tx1">
                    <a:lumMod val="75000"/>
                    <a:lumOff val="25000"/>
                  </a:schemeClr>
                </a:solidFill>
              </a:defRPr>
            </a:lvl1pPr>
            <a:lvl2pPr>
              <a:lnSpc>
                <a:spcPct val="100000"/>
              </a:lnSpc>
              <a:spcBef>
                <a:spcPts val="600"/>
              </a:spcBef>
              <a:spcAft>
                <a:spcPts val="1200"/>
              </a:spcAft>
              <a:defRPr sz="1600">
                <a:solidFill>
                  <a:schemeClr val="tx1">
                    <a:lumMod val="75000"/>
                    <a:lumOff val="25000"/>
                  </a:schemeClr>
                </a:solidFill>
              </a:defRPr>
            </a:lvl2pPr>
            <a:lvl3pPr>
              <a:lnSpc>
                <a:spcPct val="100000"/>
              </a:lnSpc>
              <a:spcBef>
                <a:spcPts val="600"/>
              </a:spcBef>
              <a:spcAft>
                <a:spcPts val="1200"/>
              </a:spcAft>
              <a:defRPr sz="1400">
                <a:solidFill>
                  <a:schemeClr val="tx1">
                    <a:lumMod val="75000"/>
                    <a:lumOff val="25000"/>
                  </a:schemeClr>
                </a:solidFill>
              </a:defRPr>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Tree>
    <p:extLst>
      <p:ext uri="{BB962C8B-B14F-4D97-AF65-F5344CB8AC3E}">
        <p14:creationId xmlns:p14="http://schemas.microsoft.com/office/powerpoint/2010/main" val="1093201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3" name="Título 2">
            <a:extLst>
              <a:ext uri="{FF2B5EF4-FFF2-40B4-BE49-F238E27FC236}">
                <a16:creationId xmlns:a16="http://schemas.microsoft.com/office/drawing/2014/main" id="{05328109-BF43-024A-B25B-C69E4098CFDA}"/>
              </a:ext>
            </a:extLst>
          </p:cNvPr>
          <p:cNvSpPr>
            <a:spLocks noGrp="1"/>
          </p:cNvSpPr>
          <p:nvPr>
            <p:ph type="title"/>
          </p:nvPr>
        </p:nvSpPr>
        <p:spPr/>
        <p:txBody>
          <a:bodyPr rtlCol="0"/>
          <a:lstStyle/>
          <a:p>
            <a:pPr rtl="0"/>
            <a:r>
              <a:rPr lang="es-ES" noProof="0"/>
              <a:t>Haga clic para modificar el estilo de título del patrón</a:t>
            </a:r>
          </a:p>
        </p:txBody>
      </p:sp>
    </p:spTree>
    <p:extLst>
      <p:ext uri="{BB962C8B-B14F-4D97-AF65-F5344CB8AC3E}">
        <p14:creationId xmlns:p14="http://schemas.microsoft.com/office/powerpoint/2010/main" val="214518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ción">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p:txBody>
          <a:bodyPr rtlCol="0"/>
          <a:lstStyle/>
          <a:p>
            <a:pPr rtl="0"/>
            <a:r>
              <a:rPr lang="es-ES" noProof="0"/>
              <a:t>Haga clic para modificar el estilo de título del patrón</a:t>
            </a:r>
          </a:p>
        </p:txBody>
      </p:sp>
      <p:sp>
        <p:nvSpPr>
          <p:cNvPr id="16" name="Marcador de posición de texto 4">
            <a:extLst>
              <a:ext uri="{FF2B5EF4-FFF2-40B4-BE49-F238E27FC236}">
                <a16:creationId xmlns:a16="http://schemas.microsoft.com/office/drawing/2014/main" id="{1F05F3BA-65F5-4621-807B-C8B857D01CA9}"/>
              </a:ext>
            </a:extLst>
          </p:cNvPr>
          <p:cNvSpPr>
            <a:spLocks noGrp="1"/>
          </p:cNvSpPr>
          <p:nvPr>
            <p:ph type="body" sz="quarter" idx="3" hasCustomPrompt="1"/>
          </p:nvPr>
        </p:nvSpPr>
        <p:spPr>
          <a:xfrm>
            <a:off x="6438900" y="1463346"/>
            <a:ext cx="5181600" cy="487003"/>
          </a:xfrm>
        </p:spPr>
        <p:txBody>
          <a:bodyPr rtlCol="0" anchor="b">
            <a:normAutofit/>
          </a:bodyPr>
          <a:lstStyle>
            <a:lvl1pPr marL="0" indent="0">
              <a:buNone/>
              <a:defRPr sz="16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18" name="Marcador de posición de contenido 5">
            <a:extLst>
              <a:ext uri="{FF2B5EF4-FFF2-40B4-BE49-F238E27FC236}">
                <a16:creationId xmlns:a16="http://schemas.microsoft.com/office/drawing/2014/main" id="{CDF89E18-CCB2-4D69-AB77-CAB656EC211C}"/>
              </a:ext>
            </a:extLst>
          </p:cNvPr>
          <p:cNvSpPr>
            <a:spLocks noGrp="1"/>
          </p:cNvSpPr>
          <p:nvPr>
            <p:ph sz="quarter" idx="4" hasCustomPrompt="1"/>
          </p:nvPr>
        </p:nvSpPr>
        <p:spPr>
          <a:xfrm>
            <a:off x="6438898" y="2149311"/>
            <a:ext cx="5181601" cy="4040352"/>
          </a:xfrm>
        </p:spPr>
        <p:txBody>
          <a:bodyPr rtlCol="0">
            <a:normAutofit/>
          </a:bodyPr>
          <a:lstStyle>
            <a:lvl1pPr>
              <a:defRPr sz="1400"/>
            </a:lvl1pPr>
            <a:lvl2pPr>
              <a:defRPr sz="1400"/>
            </a:lvl2pPr>
            <a:lvl3pPr>
              <a:defRPr sz="1400"/>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9" name="Marcador de posición de texto 2">
            <a:extLst>
              <a:ext uri="{FF2B5EF4-FFF2-40B4-BE49-F238E27FC236}">
                <a16:creationId xmlns:a16="http://schemas.microsoft.com/office/drawing/2014/main" id="{986F9159-693C-4325-939A-8C6869B22466}"/>
              </a:ext>
            </a:extLst>
          </p:cNvPr>
          <p:cNvSpPr>
            <a:spLocks noGrp="1"/>
          </p:cNvSpPr>
          <p:nvPr>
            <p:ph type="body" idx="1" hasCustomPrompt="1"/>
          </p:nvPr>
        </p:nvSpPr>
        <p:spPr>
          <a:xfrm>
            <a:off x="446314" y="1463346"/>
            <a:ext cx="5306787" cy="487003"/>
          </a:xfrm>
        </p:spPr>
        <p:txBody>
          <a:bodyPr rtlCol="0" anchor="b">
            <a:normAutofit/>
          </a:bodyPr>
          <a:lstStyle>
            <a:lvl1pPr marL="0" indent="0">
              <a:buNone/>
              <a:defRPr sz="16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20" name="Marcador de posición de contenido 3">
            <a:extLst>
              <a:ext uri="{FF2B5EF4-FFF2-40B4-BE49-F238E27FC236}">
                <a16:creationId xmlns:a16="http://schemas.microsoft.com/office/drawing/2014/main" id="{BEA361C8-0231-48E8-965E-6BB6D606C9FC}"/>
              </a:ext>
            </a:extLst>
          </p:cNvPr>
          <p:cNvSpPr>
            <a:spLocks noGrp="1"/>
          </p:cNvSpPr>
          <p:nvPr>
            <p:ph sz="half" idx="2" hasCustomPrompt="1"/>
          </p:nvPr>
        </p:nvSpPr>
        <p:spPr>
          <a:xfrm>
            <a:off x="446314" y="2149311"/>
            <a:ext cx="5306789" cy="4040352"/>
          </a:xfrm>
        </p:spPr>
        <p:txBody>
          <a:bodyPr rtlCol="0">
            <a:normAutofit/>
          </a:bodyPr>
          <a:lstStyle>
            <a:lvl1pPr>
              <a:defRPr sz="1400"/>
            </a:lvl1pPr>
            <a:lvl2pPr>
              <a:defRPr sz="1400"/>
            </a:lvl2pPr>
            <a:lvl3pPr>
              <a:defRPr sz="1400"/>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1015963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ondo de comparación blanc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Marcador de texto 8">
            <a:extLst>
              <a:ext uri="{FF2B5EF4-FFF2-40B4-BE49-F238E27FC236}">
                <a16:creationId xmlns:a16="http://schemas.microsoft.com/office/drawing/2014/main" id="{FF7966C8-8738-4743-AE43-80F0C197B6C7}"/>
              </a:ext>
            </a:extLst>
          </p:cNvPr>
          <p:cNvSpPr>
            <a:spLocks noGrp="1"/>
          </p:cNvSpPr>
          <p:nvPr>
            <p:ph type="body" sz="quarter" idx="14" hasCustomPrompt="1"/>
          </p:nvPr>
        </p:nvSpPr>
        <p:spPr>
          <a:xfrm>
            <a:off x="571500" y="1509626"/>
            <a:ext cx="4900386" cy="334508"/>
          </a:xfrm>
        </p:spPr>
        <p:txBody>
          <a:bodyPr rtlCol="0">
            <a:noAutofit/>
          </a:bodyPr>
          <a:lstStyle>
            <a:lvl1pPr marL="0" indent="0" algn="l">
              <a:buNone/>
              <a:defRPr sz="1600" b="1">
                <a:solidFill>
                  <a:schemeClr val="accent3"/>
                </a:solidFill>
                <a:latin typeface="+mn-lt"/>
              </a:defRPr>
            </a:lvl1pPr>
          </a:lstStyle>
          <a:p>
            <a:pPr lvl="0" rtl="0"/>
            <a:r>
              <a:rPr lang="es-ES" noProof="0"/>
              <a:t>Editar estilos de texto del patrón</a:t>
            </a:r>
          </a:p>
        </p:txBody>
      </p:sp>
      <p:sp>
        <p:nvSpPr>
          <p:cNvPr id="10" name="Marcador de texto 8">
            <a:extLst>
              <a:ext uri="{FF2B5EF4-FFF2-40B4-BE49-F238E27FC236}">
                <a16:creationId xmlns:a16="http://schemas.microsoft.com/office/drawing/2014/main" id="{3F93C618-7612-42AB-B890-45E85BD492F4}"/>
              </a:ext>
            </a:extLst>
          </p:cNvPr>
          <p:cNvSpPr>
            <a:spLocks noGrp="1"/>
          </p:cNvSpPr>
          <p:nvPr>
            <p:ph type="body" sz="quarter" idx="15" hasCustomPrompt="1"/>
          </p:nvPr>
        </p:nvSpPr>
        <p:spPr>
          <a:xfrm>
            <a:off x="6720114" y="1509626"/>
            <a:ext cx="4900386" cy="334508"/>
          </a:xfrm>
        </p:spPr>
        <p:txBody>
          <a:bodyPr rtlCol="0">
            <a:noAutofit/>
          </a:bodyPr>
          <a:lstStyle>
            <a:lvl1pPr marL="0" indent="0" algn="l">
              <a:buNone/>
              <a:defRPr sz="1600" b="1">
                <a:solidFill>
                  <a:schemeClr val="accent6"/>
                </a:solidFill>
                <a:latin typeface="+mn-lt"/>
              </a:defRPr>
            </a:lvl1pPr>
          </a:lstStyle>
          <a:p>
            <a:pPr lvl="0" rtl="0"/>
            <a:r>
              <a:rPr lang="es-ES" noProof="0"/>
              <a:t>Editar estilos de texto del patrón</a:t>
            </a:r>
          </a:p>
        </p:txBody>
      </p:sp>
      <p:sp>
        <p:nvSpPr>
          <p:cNvPr id="12" name="Marcador de texto 8">
            <a:extLst>
              <a:ext uri="{FF2B5EF4-FFF2-40B4-BE49-F238E27FC236}">
                <a16:creationId xmlns:a16="http://schemas.microsoft.com/office/drawing/2014/main" id="{B1885C44-356C-410C-B697-9BA0E2858222}"/>
              </a:ext>
            </a:extLst>
          </p:cNvPr>
          <p:cNvSpPr>
            <a:spLocks noGrp="1"/>
          </p:cNvSpPr>
          <p:nvPr>
            <p:ph type="body" sz="quarter" idx="17" hasCustomPrompt="1"/>
          </p:nvPr>
        </p:nvSpPr>
        <p:spPr>
          <a:xfrm>
            <a:off x="571500" y="2156688"/>
            <a:ext cx="4900386" cy="3561943"/>
          </a:xfrm>
        </p:spPr>
        <p:txBody>
          <a:bodyPr rtlCol="0">
            <a:noAutofit/>
          </a:bodyPr>
          <a:lstStyle>
            <a:lvl1pPr marL="0" indent="0" algn="l">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13" name="Marcador de texto 8">
            <a:extLst>
              <a:ext uri="{FF2B5EF4-FFF2-40B4-BE49-F238E27FC236}">
                <a16:creationId xmlns:a16="http://schemas.microsoft.com/office/drawing/2014/main" id="{464BC696-49A6-4328-BB42-5566BAC00F80}"/>
              </a:ext>
            </a:extLst>
          </p:cNvPr>
          <p:cNvSpPr>
            <a:spLocks noGrp="1"/>
          </p:cNvSpPr>
          <p:nvPr>
            <p:ph type="body" sz="quarter" idx="18" hasCustomPrompt="1"/>
          </p:nvPr>
        </p:nvSpPr>
        <p:spPr>
          <a:xfrm>
            <a:off x="6720114" y="2156688"/>
            <a:ext cx="4900386" cy="3561943"/>
          </a:xfrm>
        </p:spPr>
        <p:txBody>
          <a:bodyPr rtlCol="0">
            <a:noAutofit/>
          </a:bodyPr>
          <a:lstStyle>
            <a:lvl1pPr marL="0" indent="0" algn="l">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3" name="Título 2">
            <a:extLst>
              <a:ext uri="{FF2B5EF4-FFF2-40B4-BE49-F238E27FC236}">
                <a16:creationId xmlns:a16="http://schemas.microsoft.com/office/drawing/2014/main" id="{E0FB9F81-CC7F-5244-95A6-279BE4B51AB1}"/>
              </a:ext>
            </a:extLst>
          </p:cNvPr>
          <p:cNvSpPr>
            <a:spLocks noGrp="1"/>
          </p:cNvSpPr>
          <p:nvPr>
            <p:ph type="title"/>
          </p:nvPr>
        </p:nvSpPr>
        <p:spPr>
          <a:xfrm>
            <a:off x="446314" y="250916"/>
            <a:ext cx="11174186" cy="1089529"/>
          </a:xfrm>
        </p:spPr>
        <p:txBody>
          <a:bodyPr rtlCol="0"/>
          <a:lstStyle/>
          <a:p>
            <a:pPr rtl="0"/>
            <a:r>
              <a:rPr lang="es-ES" noProof="0"/>
              <a:t>Haga clic para modificar el estilo de título del patrón</a:t>
            </a:r>
          </a:p>
        </p:txBody>
      </p:sp>
    </p:spTree>
    <p:extLst>
      <p:ext uri="{BB962C8B-B14F-4D97-AF65-F5344CB8AC3E}">
        <p14:creationId xmlns:p14="http://schemas.microsoft.com/office/powerpoint/2010/main" val="1440253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to +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DEB162-E699-464C-B2EE-136D517A9B8B}"/>
              </a:ext>
            </a:extLst>
          </p:cNvPr>
          <p:cNvSpPr>
            <a:spLocks noGrp="1"/>
          </p:cNvSpPr>
          <p:nvPr>
            <p:ph type="title"/>
          </p:nvPr>
        </p:nvSpPr>
        <p:spPr>
          <a:xfrm>
            <a:off x="446314" y="250916"/>
            <a:ext cx="11174186" cy="1089529"/>
          </a:xfrm>
        </p:spPr>
        <p:txBody>
          <a:bodyPr vert="horz" wrap="square" lIns="91440" tIns="45720" rIns="91440" bIns="45720" rtlCol="0" anchor="ctr">
            <a:spAutoFit/>
          </a:bodyPr>
          <a:lstStyle>
            <a:lvl1pPr>
              <a:defRPr lang="en-GB" sz="3600" spc="-60" dirty="0"/>
            </a:lvl1pPr>
          </a:lstStyle>
          <a:p>
            <a:pPr lvl="0" rtl="0"/>
            <a:r>
              <a:rPr lang="es-ES" noProof="0"/>
              <a:t>Haga clic para modificar el estilo de título del patrón</a:t>
            </a:r>
          </a:p>
        </p:txBody>
      </p:sp>
      <p:sp>
        <p:nvSpPr>
          <p:cNvPr id="5" name="Marcador de posición de imagen 4">
            <a:extLst>
              <a:ext uri="{FF2B5EF4-FFF2-40B4-BE49-F238E27FC236}">
                <a16:creationId xmlns:a16="http://schemas.microsoft.com/office/drawing/2014/main" id="{92C6531E-FB8E-4000-B873-B745C681E2F5}"/>
              </a:ext>
            </a:extLst>
          </p:cNvPr>
          <p:cNvSpPr>
            <a:spLocks noGrp="1"/>
          </p:cNvSpPr>
          <p:nvPr>
            <p:ph type="pic" sz="quarter" idx="13" hasCustomPrompt="1"/>
          </p:nvPr>
        </p:nvSpPr>
        <p:spPr>
          <a:xfrm>
            <a:off x="0" y="1248876"/>
            <a:ext cx="12192000" cy="2119313"/>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9" name="Marcador de texto 8">
            <a:extLst>
              <a:ext uri="{FF2B5EF4-FFF2-40B4-BE49-F238E27FC236}">
                <a16:creationId xmlns:a16="http://schemas.microsoft.com/office/drawing/2014/main" id="{FF7966C8-8738-4743-AE43-80F0C197B6C7}"/>
              </a:ext>
            </a:extLst>
          </p:cNvPr>
          <p:cNvSpPr>
            <a:spLocks noGrp="1"/>
          </p:cNvSpPr>
          <p:nvPr>
            <p:ph type="body" sz="quarter" idx="14" hasCustomPrompt="1"/>
          </p:nvPr>
        </p:nvSpPr>
        <p:spPr>
          <a:xfrm>
            <a:off x="735240" y="3802065"/>
            <a:ext cx="9784080" cy="334508"/>
          </a:xfrm>
        </p:spPr>
        <p:txBody>
          <a:bodyPr rtlCol="0">
            <a:noAutofit/>
          </a:bodyPr>
          <a:lstStyle>
            <a:lvl1pPr marL="0" indent="0" algn="l">
              <a:buNone/>
              <a:defRPr sz="1600" b="1">
                <a:solidFill>
                  <a:schemeClr val="accent3"/>
                </a:solidFill>
                <a:latin typeface="+mn-lt"/>
              </a:defRPr>
            </a:lvl1pPr>
          </a:lstStyle>
          <a:p>
            <a:pPr lvl="0" rtl="0"/>
            <a:r>
              <a:rPr lang="es-ES" noProof="0"/>
              <a:t>Editar estilos de texto del patrón</a:t>
            </a:r>
          </a:p>
        </p:txBody>
      </p:sp>
      <p:sp>
        <p:nvSpPr>
          <p:cNvPr id="12" name="Marcador de texto 8">
            <a:extLst>
              <a:ext uri="{FF2B5EF4-FFF2-40B4-BE49-F238E27FC236}">
                <a16:creationId xmlns:a16="http://schemas.microsoft.com/office/drawing/2014/main" id="{B1885C44-356C-410C-B697-9BA0E2858222}"/>
              </a:ext>
            </a:extLst>
          </p:cNvPr>
          <p:cNvSpPr>
            <a:spLocks noGrp="1"/>
          </p:cNvSpPr>
          <p:nvPr>
            <p:ph type="body" sz="quarter" idx="17" hasCustomPrompt="1"/>
          </p:nvPr>
        </p:nvSpPr>
        <p:spPr>
          <a:xfrm>
            <a:off x="735240" y="4294303"/>
            <a:ext cx="9784080" cy="1737360"/>
          </a:xfrm>
        </p:spPr>
        <p:txBody>
          <a:bodyPr rtlCol="0">
            <a:noAutofit/>
          </a:bodyPr>
          <a:lstStyle>
            <a:lvl1pPr marL="0" indent="0" algn="l">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15" name="Rectángulo 14">
            <a:extLst>
              <a:ext uri="{FF2B5EF4-FFF2-40B4-BE49-F238E27FC236}">
                <a16:creationId xmlns:a16="http://schemas.microsoft.com/office/drawing/2014/main" id="{05951AB2-D568-4A7E-9408-FADC8BED4119}"/>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Tree>
    <p:extLst>
      <p:ext uri="{BB962C8B-B14F-4D97-AF65-F5344CB8AC3E}">
        <p14:creationId xmlns:p14="http://schemas.microsoft.com/office/powerpoint/2010/main" val="1424147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to + tres secciones">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5" name="Marcador de posición de imagen 4">
            <a:extLst>
              <a:ext uri="{FF2B5EF4-FFF2-40B4-BE49-F238E27FC236}">
                <a16:creationId xmlns:a16="http://schemas.microsoft.com/office/drawing/2014/main" id="{92C6531E-FB8E-4000-B873-B745C681E2F5}"/>
              </a:ext>
            </a:extLst>
          </p:cNvPr>
          <p:cNvSpPr>
            <a:spLocks noGrp="1"/>
          </p:cNvSpPr>
          <p:nvPr>
            <p:ph type="pic" sz="quarter" idx="13" hasCustomPrompt="1"/>
          </p:nvPr>
        </p:nvSpPr>
        <p:spPr>
          <a:xfrm>
            <a:off x="0" y="1248876"/>
            <a:ext cx="12192000" cy="2119313"/>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9" name="Marcador de texto 8">
            <a:extLst>
              <a:ext uri="{FF2B5EF4-FFF2-40B4-BE49-F238E27FC236}">
                <a16:creationId xmlns:a16="http://schemas.microsoft.com/office/drawing/2014/main" id="{FF7966C8-8738-4743-AE43-80F0C197B6C7}"/>
              </a:ext>
            </a:extLst>
          </p:cNvPr>
          <p:cNvSpPr>
            <a:spLocks noGrp="1"/>
          </p:cNvSpPr>
          <p:nvPr>
            <p:ph type="body" sz="quarter" idx="14" hasCustomPrompt="1"/>
          </p:nvPr>
        </p:nvSpPr>
        <p:spPr>
          <a:xfrm>
            <a:off x="735240" y="3802065"/>
            <a:ext cx="2820761" cy="334508"/>
          </a:xfrm>
        </p:spPr>
        <p:txBody>
          <a:bodyPr rtlCol="0">
            <a:noAutofit/>
          </a:bodyPr>
          <a:lstStyle>
            <a:lvl1pPr marL="0" indent="0" algn="ctr">
              <a:buNone/>
              <a:defRPr sz="1600" b="1">
                <a:solidFill>
                  <a:schemeClr val="accent6"/>
                </a:solidFill>
                <a:latin typeface="+mn-lt"/>
              </a:defRPr>
            </a:lvl1pPr>
          </a:lstStyle>
          <a:p>
            <a:pPr lvl="0" rtl="0"/>
            <a:r>
              <a:rPr lang="es-ES" noProof="0"/>
              <a:t>Editar estilos de texto del patrón</a:t>
            </a:r>
          </a:p>
        </p:txBody>
      </p:sp>
      <p:sp>
        <p:nvSpPr>
          <p:cNvPr id="10" name="Marcador de texto 8">
            <a:extLst>
              <a:ext uri="{FF2B5EF4-FFF2-40B4-BE49-F238E27FC236}">
                <a16:creationId xmlns:a16="http://schemas.microsoft.com/office/drawing/2014/main" id="{3F93C618-7612-42AB-B890-45E85BD492F4}"/>
              </a:ext>
            </a:extLst>
          </p:cNvPr>
          <p:cNvSpPr>
            <a:spLocks noGrp="1"/>
          </p:cNvSpPr>
          <p:nvPr>
            <p:ph type="body" sz="quarter" idx="15" hasCustomPrompt="1"/>
          </p:nvPr>
        </p:nvSpPr>
        <p:spPr>
          <a:xfrm>
            <a:off x="4623026" y="3802065"/>
            <a:ext cx="2820761" cy="334508"/>
          </a:xfrm>
        </p:spPr>
        <p:txBody>
          <a:bodyPr rtlCol="0">
            <a:noAutofit/>
          </a:bodyPr>
          <a:lstStyle>
            <a:lvl1pPr marL="0" indent="0" algn="ctr">
              <a:buNone/>
              <a:defRPr sz="1600" b="1">
                <a:solidFill>
                  <a:schemeClr val="accent3"/>
                </a:solidFill>
                <a:latin typeface="+mn-lt"/>
              </a:defRPr>
            </a:lvl1pPr>
          </a:lstStyle>
          <a:p>
            <a:pPr lvl="0" rtl="0"/>
            <a:r>
              <a:rPr lang="es-ES" noProof="0"/>
              <a:t>Editar estilos de texto del patrón</a:t>
            </a:r>
          </a:p>
        </p:txBody>
      </p:sp>
      <p:sp>
        <p:nvSpPr>
          <p:cNvPr id="11" name="Marcador de texto 8">
            <a:extLst>
              <a:ext uri="{FF2B5EF4-FFF2-40B4-BE49-F238E27FC236}">
                <a16:creationId xmlns:a16="http://schemas.microsoft.com/office/drawing/2014/main" id="{08664829-F6FB-4E31-BF5C-C895ADF2BA7F}"/>
              </a:ext>
            </a:extLst>
          </p:cNvPr>
          <p:cNvSpPr>
            <a:spLocks noGrp="1"/>
          </p:cNvSpPr>
          <p:nvPr>
            <p:ph type="body" sz="quarter" idx="16" hasCustomPrompt="1"/>
          </p:nvPr>
        </p:nvSpPr>
        <p:spPr>
          <a:xfrm>
            <a:off x="8635999" y="3802065"/>
            <a:ext cx="2820761" cy="334508"/>
          </a:xfrm>
        </p:spPr>
        <p:txBody>
          <a:bodyPr rtlCol="0">
            <a:noAutofit/>
          </a:bodyPr>
          <a:lstStyle>
            <a:lvl1pPr marL="0" indent="0" algn="ctr">
              <a:buNone/>
              <a:defRPr sz="1600" b="1">
                <a:solidFill>
                  <a:schemeClr val="accent5">
                    <a:lumMod val="75000"/>
                  </a:schemeClr>
                </a:solidFill>
                <a:latin typeface="+mn-lt"/>
              </a:defRPr>
            </a:lvl1pPr>
          </a:lstStyle>
          <a:p>
            <a:pPr lvl="0" rtl="0"/>
            <a:r>
              <a:rPr lang="es-ES" noProof="0"/>
              <a:t>Editar estilos de texto del patrón</a:t>
            </a:r>
          </a:p>
        </p:txBody>
      </p:sp>
      <p:sp>
        <p:nvSpPr>
          <p:cNvPr id="12" name="Marcador de texto 8">
            <a:extLst>
              <a:ext uri="{FF2B5EF4-FFF2-40B4-BE49-F238E27FC236}">
                <a16:creationId xmlns:a16="http://schemas.microsoft.com/office/drawing/2014/main" id="{B1885C44-356C-410C-B697-9BA0E2858222}"/>
              </a:ext>
            </a:extLst>
          </p:cNvPr>
          <p:cNvSpPr>
            <a:spLocks noGrp="1"/>
          </p:cNvSpPr>
          <p:nvPr>
            <p:ph type="body" sz="quarter" idx="17" hasCustomPrompt="1"/>
          </p:nvPr>
        </p:nvSpPr>
        <p:spPr>
          <a:xfrm>
            <a:off x="735240" y="4294303"/>
            <a:ext cx="2820761" cy="1496898"/>
          </a:xfrm>
        </p:spPr>
        <p:txBody>
          <a:bodyPr rtlCol="0">
            <a:noAutofit/>
          </a:bodyPr>
          <a:lstStyle>
            <a:lvl1pPr marL="0" indent="0" algn="l">
              <a:spcAft>
                <a:spcPts val="600"/>
              </a:spcAft>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13" name="Marcador de texto 8">
            <a:extLst>
              <a:ext uri="{FF2B5EF4-FFF2-40B4-BE49-F238E27FC236}">
                <a16:creationId xmlns:a16="http://schemas.microsoft.com/office/drawing/2014/main" id="{464BC696-49A6-4328-BB42-5566BAC00F80}"/>
              </a:ext>
            </a:extLst>
          </p:cNvPr>
          <p:cNvSpPr>
            <a:spLocks noGrp="1"/>
          </p:cNvSpPr>
          <p:nvPr>
            <p:ph type="body" sz="quarter" idx="18" hasCustomPrompt="1"/>
          </p:nvPr>
        </p:nvSpPr>
        <p:spPr>
          <a:xfrm>
            <a:off x="4623026" y="4294303"/>
            <a:ext cx="2820761" cy="1496898"/>
          </a:xfrm>
        </p:spPr>
        <p:txBody>
          <a:bodyPr rtlCol="0">
            <a:noAutofit/>
          </a:bodyPr>
          <a:lstStyle>
            <a:lvl1pPr marL="0" indent="0" algn="l">
              <a:spcAft>
                <a:spcPts val="600"/>
              </a:spcAft>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14" name="Marcador de texto 8">
            <a:extLst>
              <a:ext uri="{FF2B5EF4-FFF2-40B4-BE49-F238E27FC236}">
                <a16:creationId xmlns:a16="http://schemas.microsoft.com/office/drawing/2014/main" id="{7E9E558E-F7EF-4347-AD3C-FDB2A9BCF618}"/>
              </a:ext>
            </a:extLst>
          </p:cNvPr>
          <p:cNvSpPr>
            <a:spLocks noGrp="1"/>
          </p:cNvSpPr>
          <p:nvPr>
            <p:ph type="body" sz="quarter" idx="19" hasCustomPrompt="1"/>
          </p:nvPr>
        </p:nvSpPr>
        <p:spPr>
          <a:xfrm>
            <a:off x="8635999" y="4294303"/>
            <a:ext cx="2820761" cy="1496898"/>
          </a:xfrm>
        </p:spPr>
        <p:txBody>
          <a:bodyPr rtlCol="0">
            <a:noAutofit/>
          </a:bodyPr>
          <a:lstStyle>
            <a:lvl1pPr marL="0" indent="0" algn="l">
              <a:spcAft>
                <a:spcPts val="600"/>
              </a:spcAft>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3" name="Título 2">
            <a:extLst>
              <a:ext uri="{FF2B5EF4-FFF2-40B4-BE49-F238E27FC236}">
                <a16:creationId xmlns:a16="http://schemas.microsoft.com/office/drawing/2014/main" id="{B9AD2AC4-32E8-BC46-848C-BEA37118CB63}"/>
              </a:ext>
            </a:extLst>
          </p:cNvPr>
          <p:cNvSpPr>
            <a:spLocks noGrp="1"/>
          </p:cNvSpPr>
          <p:nvPr>
            <p:ph type="title"/>
          </p:nvPr>
        </p:nvSpPr>
        <p:spPr/>
        <p:txBody>
          <a:bodyPr rtlCol="0"/>
          <a:lstStyle/>
          <a:p>
            <a:pPr rtl="0"/>
            <a:r>
              <a:rPr lang="es-ES" noProof="0"/>
              <a:t>Haga clic para modificar el estilo de título del patrón</a:t>
            </a:r>
          </a:p>
        </p:txBody>
      </p:sp>
    </p:spTree>
    <p:extLst>
      <p:ext uri="{BB962C8B-B14F-4D97-AF65-F5344CB8AC3E}">
        <p14:creationId xmlns:p14="http://schemas.microsoft.com/office/powerpoint/2010/main" val="2554481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to de media página + texto">
    <p:spTree>
      <p:nvGrpSpPr>
        <p:cNvPr id="1" name=""/>
        <p:cNvGrpSpPr/>
        <p:nvPr/>
      </p:nvGrpSpPr>
      <p:grpSpPr>
        <a:xfrm>
          <a:off x="0" y="0"/>
          <a:ext cx="0" cy="0"/>
          <a:chOff x="0" y="0"/>
          <a:chExt cx="0" cy="0"/>
        </a:xfrm>
      </p:grpSpPr>
      <p:sp>
        <p:nvSpPr>
          <p:cNvPr id="11" name="Marcador de posición de imagen 4">
            <a:extLst>
              <a:ext uri="{FF2B5EF4-FFF2-40B4-BE49-F238E27FC236}">
                <a16:creationId xmlns:a16="http://schemas.microsoft.com/office/drawing/2014/main" id="{679784BB-7CDD-484B-8F47-9CF1D79993F5}"/>
              </a:ext>
            </a:extLst>
          </p:cNvPr>
          <p:cNvSpPr>
            <a:spLocks noGrp="1"/>
          </p:cNvSpPr>
          <p:nvPr>
            <p:ph type="pic" sz="quarter" idx="13" hasCustomPrompt="1"/>
          </p:nvPr>
        </p:nvSpPr>
        <p:spPr>
          <a:xfrm>
            <a:off x="6299200" y="0"/>
            <a:ext cx="5892800" cy="6858000"/>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2" name="Título 1">
            <a:extLst>
              <a:ext uri="{FF2B5EF4-FFF2-40B4-BE49-F238E27FC236}">
                <a16:creationId xmlns:a16="http://schemas.microsoft.com/office/drawing/2014/main" id="{8EDEB162-E699-464C-B2EE-136D517A9B8B}"/>
              </a:ext>
            </a:extLst>
          </p:cNvPr>
          <p:cNvSpPr>
            <a:spLocks noGrp="1"/>
          </p:cNvSpPr>
          <p:nvPr>
            <p:ph type="title" hasCustomPrompt="1"/>
          </p:nvPr>
        </p:nvSpPr>
        <p:spPr>
          <a:xfrm>
            <a:off x="446314" y="244477"/>
            <a:ext cx="5170715" cy="1588127"/>
          </a:xfrm>
        </p:spPr>
        <p:txBody>
          <a:bodyPr vert="horz" wrap="square" lIns="91440" tIns="45720" rIns="91440" bIns="45720" rtlCol="0" anchor="ctr">
            <a:spAutoFit/>
          </a:bodyPr>
          <a:lstStyle>
            <a:lvl1pPr>
              <a:defRPr lang="en-GB" sz="3600" spc="-60" dirty="0"/>
            </a:lvl1pPr>
          </a:lstStyle>
          <a:p>
            <a:pPr lvl="0" rtl="0"/>
            <a:r>
              <a:rPr lang="es-ES" noProof="0"/>
              <a:t>Haga clic para editar el estilo de título del patrón</a:t>
            </a:r>
          </a:p>
        </p:txBody>
      </p:sp>
      <p:sp>
        <p:nvSpPr>
          <p:cNvPr id="9" name="Marcador de texto 8">
            <a:extLst>
              <a:ext uri="{FF2B5EF4-FFF2-40B4-BE49-F238E27FC236}">
                <a16:creationId xmlns:a16="http://schemas.microsoft.com/office/drawing/2014/main" id="{FF7966C8-8738-4743-AE43-80F0C197B6C7}"/>
              </a:ext>
            </a:extLst>
          </p:cNvPr>
          <p:cNvSpPr>
            <a:spLocks noGrp="1"/>
          </p:cNvSpPr>
          <p:nvPr>
            <p:ph type="body" sz="quarter" idx="14" hasCustomPrompt="1"/>
          </p:nvPr>
        </p:nvSpPr>
        <p:spPr>
          <a:xfrm>
            <a:off x="571499" y="2061165"/>
            <a:ext cx="5045529" cy="334508"/>
          </a:xfrm>
        </p:spPr>
        <p:txBody>
          <a:bodyPr rtlCol="0">
            <a:noAutofit/>
          </a:bodyPr>
          <a:lstStyle>
            <a:lvl1pPr marL="0" indent="0" algn="l">
              <a:buNone/>
              <a:defRPr sz="1600" b="1">
                <a:solidFill>
                  <a:schemeClr val="accent3"/>
                </a:solidFill>
                <a:latin typeface="+mn-lt"/>
              </a:defRPr>
            </a:lvl1pPr>
          </a:lstStyle>
          <a:p>
            <a:pPr lvl="0" rtl="0"/>
            <a:r>
              <a:rPr lang="es-ES" noProof="0"/>
              <a:t>Editar estilos de texto del patrón</a:t>
            </a:r>
          </a:p>
        </p:txBody>
      </p:sp>
      <p:sp>
        <p:nvSpPr>
          <p:cNvPr id="12" name="Marcador de texto 8">
            <a:extLst>
              <a:ext uri="{FF2B5EF4-FFF2-40B4-BE49-F238E27FC236}">
                <a16:creationId xmlns:a16="http://schemas.microsoft.com/office/drawing/2014/main" id="{B1885C44-356C-410C-B697-9BA0E2858222}"/>
              </a:ext>
            </a:extLst>
          </p:cNvPr>
          <p:cNvSpPr>
            <a:spLocks noGrp="1"/>
          </p:cNvSpPr>
          <p:nvPr>
            <p:ph type="body" sz="quarter" idx="17" hasCustomPrompt="1"/>
          </p:nvPr>
        </p:nvSpPr>
        <p:spPr>
          <a:xfrm>
            <a:off x="571499" y="2708227"/>
            <a:ext cx="5045529" cy="3561943"/>
          </a:xfrm>
        </p:spPr>
        <p:txBody>
          <a:bodyPr rtlCol="0">
            <a:noAutofit/>
          </a:bodyPr>
          <a:lstStyle>
            <a:lvl1pPr marL="0" indent="0" algn="l">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8" name="Rectángulo 7">
            <a:extLst>
              <a:ext uri="{FF2B5EF4-FFF2-40B4-BE49-F238E27FC236}">
                <a16:creationId xmlns:a16="http://schemas.microsoft.com/office/drawing/2014/main" id="{1E6A75B6-7B4E-496F-A846-0FFBB6E1D164}"/>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0" name="Marcador de posición de número de diapositiva 5">
            <a:extLst>
              <a:ext uri="{FF2B5EF4-FFF2-40B4-BE49-F238E27FC236}">
                <a16:creationId xmlns:a16="http://schemas.microsoft.com/office/drawing/2014/main" id="{7648ACB4-9C22-4636-800F-578055A5BC10}"/>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Tree>
    <p:extLst>
      <p:ext uri="{BB962C8B-B14F-4D97-AF65-F5344CB8AC3E}">
        <p14:creationId xmlns:p14="http://schemas.microsoft.com/office/powerpoint/2010/main" val="2043872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4" name="Diagrama de flujo: Documento 3">
            <a:extLst>
              <a:ext uri="{FF2B5EF4-FFF2-40B4-BE49-F238E27FC236}">
                <a16:creationId xmlns:a16="http://schemas.microsoft.com/office/drawing/2014/main" id="{D5C833BC-89A8-4D28-9D63-F45F14D694BF}"/>
              </a:ext>
            </a:extLst>
          </p:cNvPr>
          <p:cNvSpPr/>
          <p:nvPr userDrawn="1"/>
        </p:nvSpPr>
        <p:spPr>
          <a:xfrm flipH="1">
            <a:off x="123987" y="124955"/>
            <a:ext cx="11953415" cy="4408002"/>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17 w 21617"/>
              <a:gd name="connsiteY0" fmla="*/ 0 h 23765"/>
              <a:gd name="connsiteX1" fmla="*/ 21617 w 21617"/>
              <a:gd name="connsiteY1" fmla="*/ 0 h 23765"/>
              <a:gd name="connsiteX2" fmla="*/ 21617 w 21617"/>
              <a:gd name="connsiteY2" fmla="*/ 17322 h 23765"/>
              <a:gd name="connsiteX3" fmla="*/ 0 w 21617"/>
              <a:gd name="connsiteY3" fmla="*/ 22875 h 23765"/>
              <a:gd name="connsiteX4" fmla="*/ 17 w 21617"/>
              <a:gd name="connsiteY4" fmla="*/ 0 h 23765"/>
              <a:gd name="connsiteX0" fmla="*/ 17 w 21617"/>
              <a:gd name="connsiteY0" fmla="*/ 0 h 24368"/>
              <a:gd name="connsiteX1" fmla="*/ 21617 w 21617"/>
              <a:gd name="connsiteY1" fmla="*/ 0 h 24368"/>
              <a:gd name="connsiteX2" fmla="*/ 21617 w 21617"/>
              <a:gd name="connsiteY2" fmla="*/ 17322 h 24368"/>
              <a:gd name="connsiteX3" fmla="*/ 0 w 21617"/>
              <a:gd name="connsiteY3" fmla="*/ 22875 h 24368"/>
              <a:gd name="connsiteX4" fmla="*/ 17 w 21617"/>
              <a:gd name="connsiteY4" fmla="*/ 0 h 24368"/>
              <a:gd name="connsiteX0" fmla="*/ 17 w 21617"/>
              <a:gd name="connsiteY0" fmla="*/ 0 h 24514"/>
              <a:gd name="connsiteX1" fmla="*/ 21617 w 21617"/>
              <a:gd name="connsiteY1" fmla="*/ 0 h 24514"/>
              <a:gd name="connsiteX2" fmla="*/ 21617 w 21617"/>
              <a:gd name="connsiteY2" fmla="*/ 17322 h 24514"/>
              <a:gd name="connsiteX3" fmla="*/ 0 w 21617"/>
              <a:gd name="connsiteY3" fmla="*/ 22875 h 24514"/>
              <a:gd name="connsiteX4" fmla="*/ 17 w 21617"/>
              <a:gd name="connsiteY4" fmla="*/ 0 h 24514"/>
              <a:gd name="connsiteX0" fmla="*/ 17 w 21617"/>
              <a:gd name="connsiteY0" fmla="*/ 0 h 24569"/>
              <a:gd name="connsiteX1" fmla="*/ 21617 w 21617"/>
              <a:gd name="connsiteY1" fmla="*/ 0 h 24569"/>
              <a:gd name="connsiteX2" fmla="*/ 21617 w 21617"/>
              <a:gd name="connsiteY2" fmla="*/ 17322 h 24569"/>
              <a:gd name="connsiteX3" fmla="*/ 0 w 21617"/>
              <a:gd name="connsiteY3" fmla="*/ 22875 h 24569"/>
              <a:gd name="connsiteX4" fmla="*/ 17 w 21617"/>
              <a:gd name="connsiteY4" fmla="*/ 0 h 24569"/>
              <a:gd name="connsiteX0" fmla="*/ 17 w 21617"/>
              <a:gd name="connsiteY0" fmla="*/ 0 h 24698"/>
              <a:gd name="connsiteX1" fmla="*/ 21617 w 21617"/>
              <a:gd name="connsiteY1" fmla="*/ 0 h 24698"/>
              <a:gd name="connsiteX2" fmla="*/ 21617 w 21617"/>
              <a:gd name="connsiteY2" fmla="*/ 17322 h 24698"/>
              <a:gd name="connsiteX3" fmla="*/ 0 w 21617"/>
              <a:gd name="connsiteY3" fmla="*/ 22875 h 24698"/>
              <a:gd name="connsiteX4" fmla="*/ 17 w 21617"/>
              <a:gd name="connsiteY4" fmla="*/ 0 h 24698"/>
              <a:gd name="connsiteX0" fmla="*/ 17 w 21617"/>
              <a:gd name="connsiteY0" fmla="*/ 0 h 24785"/>
              <a:gd name="connsiteX1" fmla="*/ 21617 w 21617"/>
              <a:gd name="connsiteY1" fmla="*/ 0 h 24785"/>
              <a:gd name="connsiteX2" fmla="*/ 21617 w 21617"/>
              <a:gd name="connsiteY2" fmla="*/ 17322 h 24785"/>
              <a:gd name="connsiteX3" fmla="*/ 0 w 21617"/>
              <a:gd name="connsiteY3" fmla="*/ 22875 h 24785"/>
              <a:gd name="connsiteX4" fmla="*/ 17 w 21617"/>
              <a:gd name="connsiteY4" fmla="*/ 0 h 24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17" h="24785">
                <a:moveTo>
                  <a:pt x="17" y="0"/>
                </a:moveTo>
                <a:lnTo>
                  <a:pt x="21617" y="0"/>
                </a:lnTo>
                <a:lnTo>
                  <a:pt x="21617" y="17322"/>
                </a:lnTo>
                <a:cubicBezTo>
                  <a:pt x="10919" y="19230"/>
                  <a:pt x="10221" y="28798"/>
                  <a:pt x="0" y="22875"/>
                </a:cubicBezTo>
                <a:cubicBezTo>
                  <a:pt x="6" y="15250"/>
                  <a:pt x="11" y="7625"/>
                  <a:pt x="1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tx1"/>
              </a:solidFill>
            </a:endParaRPr>
          </a:p>
        </p:txBody>
      </p:sp>
      <p:sp>
        <p:nvSpPr>
          <p:cNvPr id="3" name="Subtítulo 2">
            <a:extLst>
              <a:ext uri="{FF2B5EF4-FFF2-40B4-BE49-F238E27FC236}">
                <a16:creationId xmlns:a16="http://schemas.microsoft.com/office/drawing/2014/main" id="{FA174F0C-3444-43F9-9DFF-354C44272A65}"/>
              </a:ext>
            </a:extLst>
          </p:cNvPr>
          <p:cNvSpPr>
            <a:spLocks noGrp="1"/>
          </p:cNvSpPr>
          <p:nvPr>
            <p:ph type="subTitle" idx="1" hasCustomPrompt="1"/>
          </p:nvPr>
        </p:nvSpPr>
        <p:spPr>
          <a:xfrm>
            <a:off x="694871" y="5603181"/>
            <a:ext cx="9144000" cy="341632"/>
          </a:xfrm>
        </p:spPr>
        <p:txBody>
          <a:bodyPr vert="horz" lIns="91440" tIns="45720" rIns="91440" bIns="45720" rtlCol="0">
            <a:spAutoFit/>
          </a:bodyPr>
          <a:lstStyle>
            <a:lvl1pPr marL="0" indent="0">
              <a:buNone/>
              <a:defRPr lang="en-GB" sz="1800" dirty="0">
                <a:solidFill>
                  <a:schemeClr val="accent2">
                    <a:lumMod val="50000"/>
                  </a:schemeClr>
                </a:solidFill>
                <a:latin typeface="+mn-lt"/>
              </a:defRPr>
            </a:lvl1pPr>
          </a:lstStyle>
          <a:p>
            <a:pPr marL="228600" lvl="0" indent="-228600" rtl="0"/>
            <a:r>
              <a:rPr lang="es-ES" noProof="0"/>
              <a:t>Subtítulo</a:t>
            </a:r>
          </a:p>
        </p:txBody>
      </p:sp>
      <p:sp>
        <p:nvSpPr>
          <p:cNvPr id="2" name="Título 1">
            <a:extLst>
              <a:ext uri="{FF2B5EF4-FFF2-40B4-BE49-F238E27FC236}">
                <a16:creationId xmlns:a16="http://schemas.microsoft.com/office/drawing/2014/main" id="{0E11612A-63A3-4175-9F77-FA03CCD38D4B}"/>
              </a:ext>
            </a:extLst>
          </p:cNvPr>
          <p:cNvSpPr>
            <a:spLocks noGrp="1"/>
          </p:cNvSpPr>
          <p:nvPr>
            <p:ph type="ctrTitle" hasCustomPrompt="1"/>
          </p:nvPr>
        </p:nvSpPr>
        <p:spPr>
          <a:xfrm>
            <a:off x="694871" y="4901450"/>
            <a:ext cx="10607040" cy="701731"/>
          </a:xfrm>
        </p:spPr>
        <p:txBody>
          <a:bodyPr vert="horz" lIns="91440" tIns="45720" rIns="91440" bIns="45720" rtlCol="0" anchor="b">
            <a:spAutoFit/>
          </a:bodyPr>
          <a:lstStyle>
            <a:lvl1pPr>
              <a:defRPr lang="en-GB" sz="4400" b="1" dirty="0">
                <a:solidFill>
                  <a:schemeClr val="tx1">
                    <a:lumMod val="75000"/>
                    <a:lumOff val="25000"/>
                  </a:schemeClr>
                </a:solidFill>
                <a:latin typeface="+mj-lt"/>
              </a:defRPr>
            </a:lvl1pPr>
          </a:lstStyle>
          <a:p>
            <a:pPr marL="0" lvl="0" rtl="0"/>
            <a:r>
              <a:rPr lang="es-ES" noProof="0"/>
              <a:t>Título</a:t>
            </a:r>
          </a:p>
        </p:txBody>
      </p:sp>
      <p:sp>
        <p:nvSpPr>
          <p:cNvPr id="11" name="Rectángulo 10">
            <a:extLst>
              <a:ext uri="{FF2B5EF4-FFF2-40B4-BE49-F238E27FC236}">
                <a16:creationId xmlns:a16="http://schemas.microsoft.com/office/drawing/2014/main" id="{45C25376-E6F9-4E5A-A81D-E7FA342FB230}"/>
              </a:ext>
            </a:extLst>
          </p:cNvPr>
          <p:cNvSpPr/>
          <p:nvPr userDrawn="1"/>
        </p:nvSpPr>
        <p:spPr>
          <a:xfrm>
            <a:off x="435429" y="4726452"/>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3582240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14" name="Diagrama de flujo: Documento 3">
            <a:extLst>
              <a:ext uri="{FF2B5EF4-FFF2-40B4-BE49-F238E27FC236}">
                <a16:creationId xmlns:a16="http://schemas.microsoft.com/office/drawing/2014/main" id="{7F75D8AF-79DE-4E2B-A15F-8EC66948BC31}"/>
              </a:ext>
            </a:extLst>
          </p:cNvPr>
          <p:cNvSpPr/>
          <p:nvPr userDrawn="1"/>
        </p:nvSpPr>
        <p:spPr>
          <a:xfrm flipH="1" flipV="1">
            <a:off x="114590" y="4581492"/>
            <a:ext cx="11962815" cy="2152681"/>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17 w 21617"/>
              <a:gd name="connsiteY0" fmla="*/ 0 h 23765"/>
              <a:gd name="connsiteX1" fmla="*/ 21617 w 21617"/>
              <a:gd name="connsiteY1" fmla="*/ 0 h 23765"/>
              <a:gd name="connsiteX2" fmla="*/ 21617 w 21617"/>
              <a:gd name="connsiteY2" fmla="*/ 17322 h 23765"/>
              <a:gd name="connsiteX3" fmla="*/ 0 w 21617"/>
              <a:gd name="connsiteY3" fmla="*/ 22875 h 23765"/>
              <a:gd name="connsiteX4" fmla="*/ 17 w 21617"/>
              <a:gd name="connsiteY4" fmla="*/ 0 h 23765"/>
              <a:gd name="connsiteX0" fmla="*/ 17 w 21617"/>
              <a:gd name="connsiteY0" fmla="*/ 0 h 24368"/>
              <a:gd name="connsiteX1" fmla="*/ 21617 w 21617"/>
              <a:gd name="connsiteY1" fmla="*/ 0 h 24368"/>
              <a:gd name="connsiteX2" fmla="*/ 21617 w 21617"/>
              <a:gd name="connsiteY2" fmla="*/ 17322 h 24368"/>
              <a:gd name="connsiteX3" fmla="*/ 0 w 21617"/>
              <a:gd name="connsiteY3" fmla="*/ 22875 h 24368"/>
              <a:gd name="connsiteX4" fmla="*/ 17 w 21617"/>
              <a:gd name="connsiteY4" fmla="*/ 0 h 24368"/>
              <a:gd name="connsiteX0" fmla="*/ 17 w 21617"/>
              <a:gd name="connsiteY0" fmla="*/ 0 h 24514"/>
              <a:gd name="connsiteX1" fmla="*/ 21617 w 21617"/>
              <a:gd name="connsiteY1" fmla="*/ 0 h 24514"/>
              <a:gd name="connsiteX2" fmla="*/ 21617 w 21617"/>
              <a:gd name="connsiteY2" fmla="*/ 17322 h 24514"/>
              <a:gd name="connsiteX3" fmla="*/ 0 w 21617"/>
              <a:gd name="connsiteY3" fmla="*/ 22875 h 24514"/>
              <a:gd name="connsiteX4" fmla="*/ 17 w 21617"/>
              <a:gd name="connsiteY4" fmla="*/ 0 h 24514"/>
              <a:gd name="connsiteX0" fmla="*/ 17 w 21617"/>
              <a:gd name="connsiteY0" fmla="*/ 0 h 24569"/>
              <a:gd name="connsiteX1" fmla="*/ 21617 w 21617"/>
              <a:gd name="connsiteY1" fmla="*/ 0 h 24569"/>
              <a:gd name="connsiteX2" fmla="*/ 21617 w 21617"/>
              <a:gd name="connsiteY2" fmla="*/ 17322 h 24569"/>
              <a:gd name="connsiteX3" fmla="*/ 0 w 21617"/>
              <a:gd name="connsiteY3" fmla="*/ 22875 h 24569"/>
              <a:gd name="connsiteX4" fmla="*/ 17 w 21617"/>
              <a:gd name="connsiteY4" fmla="*/ 0 h 24569"/>
              <a:gd name="connsiteX0" fmla="*/ 17 w 21617"/>
              <a:gd name="connsiteY0" fmla="*/ 0 h 24698"/>
              <a:gd name="connsiteX1" fmla="*/ 21617 w 21617"/>
              <a:gd name="connsiteY1" fmla="*/ 0 h 24698"/>
              <a:gd name="connsiteX2" fmla="*/ 21617 w 21617"/>
              <a:gd name="connsiteY2" fmla="*/ 17322 h 24698"/>
              <a:gd name="connsiteX3" fmla="*/ 0 w 21617"/>
              <a:gd name="connsiteY3" fmla="*/ 22875 h 24698"/>
              <a:gd name="connsiteX4" fmla="*/ 17 w 21617"/>
              <a:gd name="connsiteY4" fmla="*/ 0 h 24698"/>
              <a:gd name="connsiteX0" fmla="*/ 17 w 21617"/>
              <a:gd name="connsiteY0" fmla="*/ 0 h 24785"/>
              <a:gd name="connsiteX1" fmla="*/ 21617 w 21617"/>
              <a:gd name="connsiteY1" fmla="*/ 0 h 24785"/>
              <a:gd name="connsiteX2" fmla="*/ 21617 w 21617"/>
              <a:gd name="connsiteY2" fmla="*/ 17322 h 24785"/>
              <a:gd name="connsiteX3" fmla="*/ 0 w 21617"/>
              <a:gd name="connsiteY3" fmla="*/ 22875 h 24785"/>
              <a:gd name="connsiteX4" fmla="*/ 17 w 21617"/>
              <a:gd name="connsiteY4" fmla="*/ 0 h 24785"/>
              <a:gd name="connsiteX0" fmla="*/ 34 w 21634"/>
              <a:gd name="connsiteY0" fmla="*/ 0 h 36778"/>
              <a:gd name="connsiteX1" fmla="*/ 21634 w 21634"/>
              <a:gd name="connsiteY1" fmla="*/ 0 h 36778"/>
              <a:gd name="connsiteX2" fmla="*/ 21634 w 21634"/>
              <a:gd name="connsiteY2" fmla="*/ 17322 h 36778"/>
              <a:gd name="connsiteX3" fmla="*/ 0 w 21634"/>
              <a:gd name="connsiteY3" fmla="*/ 35787 h 36778"/>
              <a:gd name="connsiteX4" fmla="*/ 34 w 21634"/>
              <a:gd name="connsiteY4" fmla="*/ 0 h 36778"/>
              <a:gd name="connsiteX0" fmla="*/ 34 w 21634"/>
              <a:gd name="connsiteY0" fmla="*/ 0 h 41874"/>
              <a:gd name="connsiteX1" fmla="*/ 21634 w 21634"/>
              <a:gd name="connsiteY1" fmla="*/ 0 h 41874"/>
              <a:gd name="connsiteX2" fmla="*/ 21634 w 21634"/>
              <a:gd name="connsiteY2" fmla="*/ 17322 h 41874"/>
              <a:gd name="connsiteX3" fmla="*/ 0 w 21634"/>
              <a:gd name="connsiteY3" fmla="*/ 35787 h 41874"/>
              <a:gd name="connsiteX4" fmla="*/ 34 w 21634"/>
              <a:gd name="connsiteY4" fmla="*/ 0 h 41874"/>
              <a:gd name="connsiteX0" fmla="*/ 34 w 21634"/>
              <a:gd name="connsiteY0" fmla="*/ 0 h 42123"/>
              <a:gd name="connsiteX1" fmla="*/ 21634 w 21634"/>
              <a:gd name="connsiteY1" fmla="*/ 0 h 42123"/>
              <a:gd name="connsiteX2" fmla="*/ 21634 w 21634"/>
              <a:gd name="connsiteY2" fmla="*/ 17322 h 42123"/>
              <a:gd name="connsiteX3" fmla="*/ 0 w 21634"/>
              <a:gd name="connsiteY3" fmla="*/ 35787 h 42123"/>
              <a:gd name="connsiteX4" fmla="*/ 34 w 21634"/>
              <a:gd name="connsiteY4" fmla="*/ 0 h 42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34" h="42123">
                <a:moveTo>
                  <a:pt x="34" y="0"/>
                </a:moveTo>
                <a:lnTo>
                  <a:pt x="21634" y="0"/>
                </a:lnTo>
                <a:lnTo>
                  <a:pt x="21634" y="17322"/>
                </a:lnTo>
                <a:cubicBezTo>
                  <a:pt x="10970" y="21444"/>
                  <a:pt x="9198" y="56098"/>
                  <a:pt x="0" y="35787"/>
                </a:cubicBezTo>
                <a:cubicBezTo>
                  <a:pt x="6" y="28162"/>
                  <a:pt x="28" y="7625"/>
                  <a:pt x="3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tx1"/>
              </a:solidFill>
            </a:endParaRPr>
          </a:p>
        </p:txBody>
      </p:sp>
      <p:sp>
        <p:nvSpPr>
          <p:cNvPr id="2" name="Título 1">
            <a:extLst>
              <a:ext uri="{FF2B5EF4-FFF2-40B4-BE49-F238E27FC236}">
                <a16:creationId xmlns:a16="http://schemas.microsoft.com/office/drawing/2014/main" id="{8C9A3716-1F35-4634-B53D-27722735B2D5}"/>
              </a:ext>
            </a:extLst>
          </p:cNvPr>
          <p:cNvSpPr>
            <a:spLocks noGrp="1"/>
          </p:cNvSpPr>
          <p:nvPr>
            <p:ph type="title" hasCustomPrompt="1"/>
          </p:nvPr>
        </p:nvSpPr>
        <p:spPr>
          <a:xfrm>
            <a:off x="696686" y="1611383"/>
            <a:ext cx="9666514" cy="746846"/>
          </a:xfrm>
        </p:spPr>
        <p:txBody>
          <a:bodyPr rtlCol="0" anchor="t">
            <a:noAutofit/>
          </a:bodyPr>
          <a:lstStyle>
            <a:lvl1pPr>
              <a:defRPr sz="4800" spc="-150">
                <a:solidFill>
                  <a:schemeClr val="tx1">
                    <a:lumMod val="75000"/>
                    <a:lumOff val="25000"/>
                  </a:schemeClr>
                </a:solidFill>
              </a:defRPr>
            </a:lvl1pPr>
          </a:lstStyle>
          <a:p>
            <a:pPr rtl="0"/>
            <a:r>
              <a:rPr lang="es-ES" noProof="0"/>
              <a:t>Encabezado de sección 1</a:t>
            </a:r>
          </a:p>
        </p:txBody>
      </p:sp>
      <p:sp>
        <p:nvSpPr>
          <p:cNvPr id="3" name="Marcador de texto 2">
            <a:extLst>
              <a:ext uri="{FF2B5EF4-FFF2-40B4-BE49-F238E27FC236}">
                <a16:creationId xmlns:a16="http://schemas.microsoft.com/office/drawing/2014/main" id="{F96A4796-E4C0-42FE-9F82-5D46B8789E25}"/>
              </a:ext>
            </a:extLst>
          </p:cNvPr>
          <p:cNvSpPr>
            <a:spLocks noGrp="1"/>
          </p:cNvSpPr>
          <p:nvPr>
            <p:ph type="body" idx="1" hasCustomPrompt="1"/>
          </p:nvPr>
        </p:nvSpPr>
        <p:spPr>
          <a:xfrm>
            <a:off x="696686" y="2464424"/>
            <a:ext cx="9666514" cy="221599"/>
          </a:xfrm>
        </p:spPr>
        <p:txBody>
          <a:bodyPr tIns="0" bIns="0" rtlCol="0">
            <a:spAutoFit/>
          </a:bodyPr>
          <a:lstStyle>
            <a:lvl1pPr marL="0" indent="0">
              <a:buNone/>
              <a:defRPr sz="16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Subtítulo</a:t>
            </a:r>
          </a:p>
        </p:txBody>
      </p:sp>
      <p:sp>
        <p:nvSpPr>
          <p:cNvPr id="13" name="Rectángulo 12">
            <a:extLst>
              <a:ext uri="{FF2B5EF4-FFF2-40B4-BE49-F238E27FC236}">
                <a16:creationId xmlns:a16="http://schemas.microsoft.com/office/drawing/2014/main" id="{560C8850-C2CD-4E0B-AA6F-6B884EB94B4B}"/>
              </a:ext>
            </a:extLst>
          </p:cNvPr>
          <p:cNvSpPr/>
          <p:nvPr userDrawn="1"/>
        </p:nvSpPr>
        <p:spPr>
          <a:xfrm>
            <a:off x="435429" y="1532049"/>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80D3D7B7-CDD7-4664-B2D8-6F60FEAEAC45}"/>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Marcador de posición de número de diapositiva 5">
            <a:extLst>
              <a:ext uri="{FF2B5EF4-FFF2-40B4-BE49-F238E27FC236}">
                <a16:creationId xmlns:a16="http://schemas.microsoft.com/office/drawing/2014/main" id="{9E81145E-5F17-4CB6-9E17-ECF3BB38DE75}"/>
              </a:ext>
            </a:extLst>
          </p:cNvPr>
          <p:cNvSpPr txBox="1">
            <a:spLocks/>
          </p:cNvSpPr>
          <p:nvPr userDrawn="1"/>
        </p:nvSpPr>
        <p:spPr>
          <a:xfrm>
            <a:off x="11360016" y="6369050"/>
            <a:ext cx="335909" cy="365125"/>
          </a:xfrm>
          <a:prstGeom prst="rect">
            <a:avLst/>
          </a:prstGeom>
          <a:solidFill>
            <a:schemeClr val="bg1">
              <a:lumMod val="85000"/>
            </a:schemeClr>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tx1"/>
                </a:solidFill>
              </a:rPr>
              <a:pPr rtl="0"/>
              <a:t>‹Nº›</a:t>
            </a:fld>
            <a:endParaRPr lang="es-ES" b="1" noProof="0">
              <a:solidFill>
                <a:schemeClr val="tx1"/>
              </a:solidFill>
            </a:endParaRPr>
          </a:p>
        </p:txBody>
      </p:sp>
    </p:spTree>
    <p:extLst>
      <p:ext uri="{BB962C8B-B14F-4D97-AF65-F5344CB8AC3E}">
        <p14:creationId xmlns:p14="http://schemas.microsoft.com/office/powerpoint/2010/main" val="2367219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os objetos">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p:txBody>
          <a:bodyPr rtlCol="0"/>
          <a:lstStyle/>
          <a:p>
            <a:pPr rtl="0"/>
            <a:r>
              <a:rPr lang="es-ES" noProof="0"/>
              <a:t>Haga clic para modificar el estilo de título del patrón</a:t>
            </a:r>
          </a:p>
        </p:txBody>
      </p:sp>
      <p:sp>
        <p:nvSpPr>
          <p:cNvPr id="11" name="Marcador de posición de contenido 2">
            <a:extLst>
              <a:ext uri="{FF2B5EF4-FFF2-40B4-BE49-F238E27FC236}">
                <a16:creationId xmlns:a16="http://schemas.microsoft.com/office/drawing/2014/main" id="{758E3AAF-44AA-41E0-AE18-8B461598AD07}"/>
              </a:ext>
            </a:extLst>
          </p:cNvPr>
          <p:cNvSpPr>
            <a:spLocks noGrp="1"/>
          </p:cNvSpPr>
          <p:nvPr>
            <p:ph sz="half" idx="1" hasCustomPrompt="1"/>
          </p:nvPr>
        </p:nvSpPr>
        <p:spPr>
          <a:xfrm>
            <a:off x="446314" y="1825625"/>
            <a:ext cx="5306787"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3" name="Marcador de posición de contenido 3">
            <a:extLst>
              <a:ext uri="{FF2B5EF4-FFF2-40B4-BE49-F238E27FC236}">
                <a16:creationId xmlns:a16="http://schemas.microsoft.com/office/drawing/2014/main" id="{FC1B8B60-5429-4EF9-93D0-2CCCF562B916}"/>
              </a:ext>
            </a:extLst>
          </p:cNvPr>
          <p:cNvSpPr>
            <a:spLocks noGrp="1"/>
          </p:cNvSpPr>
          <p:nvPr>
            <p:ph sz="half" idx="2" hasCustomPrompt="1"/>
          </p:nvPr>
        </p:nvSpPr>
        <p:spPr>
          <a:xfrm>
            <a:off x="64389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3694700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ido con título">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a:xfrm>
            <a:off x="839788" y="235445"/>
            <a:ext cx="3932237" cy="2086725"/>
          </a:xfrm>
        </p:spPr>
        <p:txBody>
          <a:bodyPr rtlCol="0"/>
          <a:lstStyle/>
          <a:p>
            <a:pPr rtl="0"/>
            <a:r>
              <a:rPr lang="es-ES" noProof="0"/>
              <a:t>Haga clic para modificar el estilo de título del patrón</a:t>
            </a:r>
          </a:p>
        </p:txBody>
      </p:sp>
      <p:sp>
        <p:nvSpPr>
          <p:cNvPr id="15" name="Marcador de posición de texto 3">
            <a:extLst>
              <a:ext uri="{FF2B5EF4-FFF2-40B4-BE49-F238E27FC236}">
                <a16:creationId xmlns:a16="http://schemas.microsoft.com/office/drawing/2014/main" id="{9B6692B7-0F8A-4381-96B4-5F358BFD1E90}"/>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16" name="Marcador de contenido 2">
            <a:extLst>
              <a:ext uri="{FF2B5EF4-FFF2-40B4-BE49-F238E27FC236}">
                <a16:creationId xmlns:a16="http://schemas.microsoft.com/office/drawing/2014/main" id="{B43535EE-90E2-422C-B7AC-4D346E8D6E04}"/>
              </a:ext>
            </a:extLst>
          </p:cNvPr>
          <p:cNvSpPr>
            <a:spLocks noGrp="1"/>
          </p:cNvSpPr>
          <p:nvPr>
            <p:ph idx="1" hasCustomPrompt="1"/>
          </p:nvPr>
        </p:nvSpPr>
        <p:spPr>
          <a:xfrm>
            <a:off x="5183188" y="500215"/>
            <a:ext cx="6172200" cy="5368773"/>
          </a:xfrm>
        </p:spPr>
        <p:txBody>
          <a:bodyPr rtlCol="0">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41764241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n con leyenda">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a:xfrm>
            <a:off x="839788" y="235445"/>
            <a:ext cx="3932237" cy="2086725"/>
          </a:xfrm>
        </p:spPr>
        <p:txBody>
          <a:bodyPr rtlCol="0"/>
          <a:lstStyle/>
          <a:p>
            <a:pPr rtl="0"/>
            <a:r>
              <a:rPr lang="es-ES" noProof="0"/>
              <a:t>Haga clic para modificar el estilo de título del patrón</a:t>
            </a:r>
          </a:p>
        </p:txBody>
      </p:sp>
      <p:sp>
        <p:nvSpPr>
          <p:cNvPr id="15" name="Marcador de posición de texto 3">
            <a:extLst>
              <a:ext uri="{FF2B5EF4-FFF2-40B4-BE49-F238E27FC236}">
                <a16:creationId xmlns:a16="http://schemas.microsoft.com/office/drawing/2014/main" id="{9B6692B7-0F8A-4381-96B4-5F358BFD1E90}"/>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11" name="Marcador de posición de imagen 2">
            <a:extLst>
              <a:ext uri="{FF2B5EF4-FFF2-40B4-BE49-F238E27FC236}">
                <a16:creationId xmlns:a16="http://schemas.microsoft.com/office/drawing/2014/main" id="{131CB29F-0BE0-476F-B57A-7638E9BFAE76}"/>
              </a:ext>
            </a:extLst>
          </p:cNvPr>
          <p:cNvSpPr>
            <a:spLocks noGrp="1"/>
          </p:cNvSpPr>
          <p:nvPr>
            <p:ph type="pic" idx="1"/>
          </p:nvPr>
        </p:nvSpPr>
        <p:spPr>
          <a:xfrm>
            <a:off x="5183188" y="500215"/>
            <a:ext cx="6172200" cy="5368773"/>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Tree>
    <p:extLst>
      <p:ext uri="{BB962C8B-B14F-4D97-AF65-F5344CB8AC3E}">
        <p14:creationId xmlns:p14="http://schemas.microsoft.com/office/powerpoint/2010/main" val="1640996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4329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sitiva de citas">
    <p:spTree>
      <p:nvGrpSpPr>
        <p:cNvPr id="1" name=""/>
        <p:cNvGrpSpPr/>
        <p:nvPr/>
      </p:nvGrpSpPr>
      <p:grpSpPr>
        <a:xfrm>
          <a:off x="0" y="0"/>
          <a:ext cx="0" cy="0"/>
          <a:chOff x="0" y="0"/>
          <a:chExt cx="0" cy="0"/>
        </a:xfrm>
      </p:grpSpPr>
      <p:sp>
        <p:nvSpPr>
          <p:cNvPr id="4" name="Marcador de posición de imagen 3">
            <a:extLst>
              <a:ext uri="{FF2B5EF4-FFF2-40B4-BE49-F238E27FC236}">
                <a16:creationId xmlns:a16="http://schemas.microsoft.com/office/drawing/2014/main" id="{4E46C0F6-F728-4FF0-A7F3-F6AECCD35B33}"/>
              </a:ext>
            </a:extLst>
          </p:cNvPr>
          <p:cNvSpPr>
            <a:spLocks noGrp="1"/>
          </p:cNvSpPr>
          <p:nvPr>
            <p:ph type="pic" sz="quarter" idx="13" hasCustomPrompt="1"/>
          </p:nvPr>
        </p:nvSpPr>
        <p:spPr>
          <a:xfrm>
            <a:off x="120650" y="136525"/>
            <a:ext cx="11950700" cy="6584951"/>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7" name="Marcador de texto 6">
            <a:extLst>
              <a:ext uri="{FF2B5EF4-FFF2-40B4-BE49-F238E27FC236}">
                <a16:creationId xmlns:a16="http://schemas.microsoft.com/office/drawing/2014/main" id="{E4DAD220-8CE3-4FF4-957A-1E24442C6565}"/>
              </a:ext>
            </a:extLst>
          </p:cNvPr>
          <p:cNvSpPr>
            <a:spLocks noGrp="1"/>
          </p:cNvSpPr>
          <p:nvPr>
            <p:ph type="body" sz="quarter" idx="14" hasCustomPrompt="1"/>
          </p:nvPr>
        </p:nvSpPr>
        <p:spPr>
          <a:xfrm>
            <a:off x="1587500" y="4022725"/>
            <a:ext cx="10033000" cy="1236236"/>
          </a:xfrm>
          <a:solidFill>
            <a:schemeClr val="tx1">
              <a:alpha val="68000"/>
            </a:schemeClr>
          </a:solidFill>
        </p:spPr>
        <p:txBody>
          <a:bodyPr lIns="274320" tIns="274320" rIns="274320" bIns="274320" rtlCol="0" anchor="ctr">
            <a:spAutoFit/>
          </a:bodyPr>
          <a:lstStyle>
            <a:lvl1pPr marL="0" indent="0">
              <a:lnSpc>
                <a:spcPct val="100000"/>
              </a:lnSpc>
              <a:buNone/>
              <a:defRPr sz="1800" b="0">
                <a:solidFill>
                  <a:schemeClr val="bg1"/>
                </a:solidFill>
              </a:defRPr>
            </a:lvl1pPr>
          </a:lstStyle>
          <a:p>
            <a:pPr lvl="0" rtl="0"/>
            <a:r>
              <a:rPr lang="es-ES" noProof="0"/>
              <a:t>Editar estilos de texto del patrón</a:t>
            </a:r>
          </a:p>
          <a:p>
            <a:pPr lvl="0" rtl="0"/>
            <a:endParaRPr lang="es-ES" noProof="0"/>
          </a:p>
        </p:txBody>
      </p:sp>
      <p:sp>
        <p:nvSpPr>
          <p:cNvPr id="8" name="Marcador de texto 6">
            <a:extLst>
              <a:ext uri="{FF2B5EF4-FFF2-40B4-BE49-F238E27FC236}">
                <a16:creationId xmlns:a16="http://schemas.microsoft.com/office/drawing/2014/main" id="{58FDDD78-44AA-4B92-90B8-DFC56D688C50}"/>
              </a:ext>
            </a:extLst>
          </p:cNvPr>
          <p:cNvSpPr>
            <a:spLocks noGrp="1"/>
          </p:cNvSpPr>
          <p:nvPr>
            <p:ph type="body" sz="quarter" idx="15" hasCustomPrompt="1"/>
          </p:nvPr>
        </p:nvSpPr>
        <p:spPr>
          <a:xfrm>
            <a:off x="336550" y="3269342"/>
            <a:ext cx="1155366" cy="2576090"/>
          </a:xfrm>
          <a:noFill/>
        </p:spPr>
        <p:txBody>
          <a:bodyPr wrap="square" lIns="182880" tIns="182880" rIns="182880" bIns="91440" rtlCol="0">
            <a:spAutoFit/>
          </a:bodyPr>
          <a:lstStyle>
            <a:lvl1pPr marL="0" indent="0">
              <a:buNone/>
              <a:defRPr sz="16600" b="1">
                <a:solidFill>
                  <a:schemeClr val="bg1"/>
                </a:solidFill>
                <a:latin typeface="Arial" panose="020B0604020202020204" pitchFamily="34" charset="0"/>
                <a:cs typeface="Arial" panose="020B0604020202020204" pitchFamily="34" charset="0"/>
              </a:defRPr>
            </a:lvl1pPr>
          </a:lstStyle>
          <a:p>
            <a:pPr lvl="0" rtl="0"/>
            <a:r>
              <a:rPr lang="es-ES" noProof="0"/>
              <a:t>“</a:t>
            </a:r>
          </a:p>
        </p:txBody>
      </p:sp>
      <p:sp>
        <p:nvSpPr>
          <p:cNvPr id="9" name="Marco 8">
            <a:extLst>
              <a:ext uri="{FF2B5EF4-FFF2-40B4-BE49-F238E27FC236}">
                <a16:creationId xmlns:a16="http://schemas.microsoft.com/office/drawing/2014/main" id="{0283712C-6C33-4303-985C-6493AAFAF40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0" name="Rectángulo 9">
            <a:extLst>
              <a:ext uri="{FF2B5EF4-FFF2-40B4-BE49-F238E27FC236}">
                <a16:creationId xmlns:a16="http://schemas.microsoft.com/office/drawing/2014/main" id="{5793B617-BDEC-4471-BF16-3ADF8D92DD69}"/>
              </a:ext>
            </a:extLst>
          </p:cNvPr>
          <p:cNvSpPr/>
          <p:nvPr userDrawn="1"/>
        </p:nvSpPr>
        <p:spPr>
          <a:xfrm>
            <a:off x="11360016" y="6369050"/>
            <a:ext cx="335909" cy="4889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1" name="Marcador de posición de número de diapositiva 5">
            <a:extLst>
              <a:ext uri="{FF2B5EF4-FFF2-40B4-BE49-F238E27FC236}">
                <a16:creationId xmlns:a16="http://schemas.microsoft.com/office/drawing/2014/main" id="{33D238BD-C38B-4BEB-92A5-657AAB9C5351}"/>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2" name="Título 1">
            <a:extLst>
              <a:ext uri="{FF2B5EF4-FFF2-40B4-BE49-F238E27FC236}">
                <a16:creationId xmlns:a16="http://schemas.microsoft.com/office/drawing/2014/main" id="{50E81040-AE93-4763-96F3-062F0F2D8F14}"/>
              </a:ext>
            </a:extLst>
          </p:cNvPr>
          <p:cNvSpPr>
            <a:spLocks noGrp="1"/>
          </p:cNvSpPr>
          <p:nvPr>
            <p:ph type="title"/>
          </p:nvPr>
        </p:nvSpPr>
        <p:spPr/>
        <p:txBody>
          <a:bodyPr rtlCol="0"/>
          <a:lstStyle/>
          <a:p>
            <a:pPr rtl="0"/>
            <a:r>
              <a:rPr lang="es-ES" noProof="0"/>
              <a:t>Haga clic para modificar el estilo de título del patrón</a:t>
            </a:r>
          </a:p>
        </p:txBody>
      </p:sp>
    </p:spTree>
    <p:extLst>
      <p:ext uri="{BB962C8B-B14F-4D97-AF65-F5344CB8AC3E}">
        <p14:creationId xmlns:p14="http://schemas.microsoft.com/office/powerpoint/2010/main" val="207014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positiva de agradecimiento">
    <p:spTree>
      <p:nvGrpSpPr>
        <p:cNvPr id="1" name=""/>
        <p:cNvGrpSpPr/>
        <p:nvPr/>
      </p:nvGrpSpPr>
      <p:grpSpPr>
        <a:xfrm>
          <a:off x="0" y="0"/>
          <a:ext cx="0" cy="0"/>
          <a:chOff x="0" y="0"/>
          <a:chExt cx="0" cy="0"/>
        </a:xfrm>
      </p:grpSpPr>
      <p:sp>
        <p:nvSpPr>
          <p:cNvPr id="9" name="Marcador de posición de imagen 3">
            <a:extLst>
              <a:ext uri="{FF2B5EF4-FFF2-40B4-BE49-F238E27FC236}">
                <a16:creationId xmlns:a16="http://schemas.microsoft.com/office/drawing/2014/main" id="{7C719AD2-39D2-425C-90E5-8FD2D783ADDF}"/>
              </a:ext>
            </a:extLst>
          </p:cNvPr>
          <p:cNvSpPr>
            <a:spLocks noGrp="1"/>
          </p:cNvSpPr>
          <p:nvPr>
            <p:ph type="pic" sz="quarter" idx="13" hasCustomPrompt="1"/>
          </p:nvPr>
        </p:nvSpPr>
        <p:spPr>
          <a:xfrm>
            <a:off x="0" y="0"/>
            <a:ext cx="12192000" cy="6858000"/>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2" name="Título 1">
            <a:extLst>
              <a:ext uri="{FF2B5EF4-FFF2-40B4-BE49-F238E27FC236}">
                <a16:creationId xmlns:a16="http://schemas.microsoft.com/office/drawing/2014/main" id="{0E11612A-63A3-4175-9F77-FA03CCD38D4B}"/>
              </a:ext>
            </a:extLst>
          </p:cNvPr>
          <p:cNvSpPr>
            <a:spLocks noGrp="1"/>
          </p:cNvSpPr>
          <p:nvPr>
            <p:ph type="ctrTitle" hasCustomPrompt="1"/>
          </p:nvPr>
        </p:nvSpPr>
        <p:spPr>
          <a:xfrm>
            <a:off x="694871" y="4901450"/>
            <a:ext cx="4907643" cy="701731"/>
          </a:xfrm>
        </p:spPr>
        <p:txBody>
          <a:bodyPr vert="horz" wrap="square" lIns="91440" tIns="45720" rIns="91440" bIns="45720" rtlCol="0" anchor="b">
            <a:spAutoFit/>
          </a:bodyPr>
          <a:lstStyle>
            <a:lvl1pPr>
              <a:defRPr lang="en-GB" sz="4400" b="1" spc="-150" dirty="0">
                <a:solidFill>
                  <a:schemeClr val="bg1"/>
                </a:solidFill>
                <a:latin typeface="+mj-lt"/>
              </a:defRPr>
            </a:lvl1pPr>
          </a:lstStyle>
          <a:p>
            <a:pPr marL="0" lvl="0" rtl="0"/>
            <a:r>
              <a:rPr lang="es-ES" noProof="0"/>
              <a:t>Gracias</a:t>
            </a:r>
          </a:p>
        </p:txBody>
      </p:sp>
    </p:spTree>
    <p:extLst>
      <p:ext uri="{BB962C8B-B14F-4D97-AF65-F5344CB8AC3E}">
        <p14:creationId xmlns:p14="http://schemas.microsoft.com/office/powerpoint/2010/main" val="734192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E1B3994-EC85-4CEE-B849-7AE33810F50A}"/>
              </a:ext>
            </a:extLst>
          </p:cNvPr>
          <p:cNvSpPr>
            <a:spLocks noGrp="1"/>
          </p:cNvSpPr>
          <p:nvPr>
            <p:ph type="title"/>
          </p:nvPr>
        </p:nvSpPr>
        <p:spPr>
          <a:xfrm>
            <a:off x="446314" y="250916"/>
            <a:ext cx="11174186" cy="1089529"/>
          </a:xfrm>
          <a:prstGeom prst="rect">
            <a:avLst/>
          </a:prstGeom>
        </p:spPr>
        <p:txBody>
          <a:bodyPr vert="horz" wrap="square" lIns="91440" tIns="45720" rIns="91440" bIns="45720" rtlCol="0" anchor="ctr">
            <a:spAutoFit/>
          </a:bodyPr>
          <a:lstStyle/>
          <a:p>
            <a:pPr lvl="0" rtl="0"/>
            <a:r>
              <a:rPr lang="es-ES" noProof="0"/>
              <a:t>Haga clic para modificar el estilo de título del patrón</a:t>
            </a:r>
          </a:p>
        </p:txBody>
      </p:sp>
      <p:sp>
        <p:nvSpPr>
          <p:cNvPr id="3" name="Marcador de posición de texto 2">
            <a:extLst>
              <a:ext uri="{FF2B5EF4-FFF2-40B4-BE49-F238E27FC236}">
                <a16:creationId xmlns:a16="http://schemas.microsoft.com/office/drawing/2014/main" id="{EE88709A-CA63-4EAC-968C-8873D088E691}"/>
              </a:ext>
            </a:extLst>
          </p:cNvPr>
          <p:cNvSpPr>
            <a:spLocks noGrp="1"/>
          </p:cNvSpPr>
          <p:nvPr>
            <p:ph type="body" idx="1"/>
          </p:nvPr>
        </p:nvSpPr>
        <p:spPr>
          <a:xfrm>
            <a:off x="446314" y="1253331"/>
            <a:ext cx="11174186" cy="4770098"/>
          </a:xfrm>
          <a:prstGeom prst="rect">
            <a:avLst/>
          </a:prstGeom>
        </p:spPr>
        <p:txBody>
          <a:bodyPr vert="horz" lIns="91440" tIns="45720" rIns="91440" bIns="45720"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ie de página 4">
            <a:extLst>
              <a:ext uri="{FF2B5EF4-FFF2-40B4-BE49-F238E27FC236}">
                <a16:creationId xmlns:a16="http://schemas.microsoft.com/office/drawing/2014/main" id="{6BBA3C17-8AAC-4933-A7DA-CD7D3F840BEB}"/>
              </a:ext>
            </a:extLst>
          </p:cNvPr>
          <p:cNvSpPr>
            <a:spLocks noGrp="1"/>
          </p:cNvSpPr>
          <p:nvPr>
            <p:ph type="ftr" sz="quarter" idx="3"/>
          </p:nvPr>
        </p:nvSpPr>
        <p:spPr>
          <a:xfrm>
            <a:off x="446314" y="6356350"/>
            <a:ext cx="4114800" cy="365125"/>
          </a:xfrm>
          <a:prstGeom prst="rect">
            <a:avLst/>
          </a:prstGeom>
        </p:spPr>
        <p:txBody>
          <a:bodyPr vert="horz" lIns="91440" tIns="45720" rIns="91440" bIns="45720" rtlCol="0" anchor="ctr"/>
          <a:lstStyle>
            <a:lvl1pPr algn="l">
              <a:defRPr sz="1200">
                <a:solidFill>
                  <a:schemeClr val="tx1">
                    <a:tint val="75000"/>
                  </a:schemeClr>
                </a:solidFill>
                <a:latin typeface="+mj-lt"/>
              </a:defRPr>
            </a:lvl1pPr>
          </a:lstStyle>
          <a:p>
            <a:pPr rtl="0"/>
            <a:endParaRPr lang="es-ES" noProof="0"/>
          </a:p>
        </p:txBody>
      </p:sp>
      <p:sp>
        <p:nvSpPr>
          <p:cNvPr id="7" name="Rectángulo 6">
            <a:extLst>
              <a:ext uri="{FF2B5EF4-FFF2-40B4-BE49-F238E27FC236}">
                <a16:creationId xmlns:a16="http://schemas.microsoft.com/office/drawing/2014/main" id="{72B1D122-60D0-8B4D-896A-2A770C0B6343}"/>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8" name="Marcador de número de diapositiva 5">
            <a:extLst>
              <a:ext uri="{FF2B5EF4-FFF2-40B4-BE49-F238E27FC236}">
                <a16:creationId xmlns:a16="http://schemas.microsoft.com/office/drawing/2014/main" id="{6B5B9FA1-1805-A944-AC99-868579EBA1AD}"/>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Tree>
    <p:extLst>
      <p:ext uri="{BB962C8B-B14F-4D97-AF65-F5344CB8AC3E}">
        <p14:creationId xmlns:p14="http://schemas.microsoft.com/office/powerpoint/2010/main" val="39815756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61" r:id="rId4"/>
    <p:sldLayoutId id="2147483662" r:id="rId5"/>
    <p:sldLayoutId id="2147483650" r:id="rId6"/>
    <p:sldLayoutId id="2147483668" r:id="rId7"/>
    <p:sldLayoutId id="2147483674" r:id="rId8"/>
    <p:sldLayoutId id="2147483666" r:id="rId9"/>
    <p:sldLayoutId id="2147483664" r:id="rId10"/>
    <p:sldLayoutId id="2147483663" r:id="rId11"/>
    <p:sldLayoutId id="2147483667" r:id="rId12"/>
    <p:sldLayoutId id="2147483671" r:id="rId13"/>
    <p:sldLayoutId id="2147483672" r:id="rId14"/>
    <p:sldLayoutId id="2147483673" r:id="rId15"/>
    <p:sldLayoutId id="2147483675" r:id="rId16"/>
    <p:sldLayoutId id="2147483676" r:id="rId17"/>
    <p:sldLayoutId id="2147483665" r:id="rId18"/>
    <p:sldLayoutId id="2147483669" r:id="rId19"/>
    <p:sldLayoutId id="2147483670" r:id="rId20"/>
  </p:sldLayoutIdLst>
  <p:hf hdr="0" ftr="0" dt="0"/>
  <p:txStyles>
    <p:titleStyle>
      <a:lvl1pPr algn="l" defTabSz="914400" rtl="0" eaLnBrk="1" latinLnBrk="0" hangingPunct="1">
        <a:lnSpc>
          <a:spcPct val="90000"/>
        </a:lnSpc>
        <a:spcBef>
          <a:spcPct val="0"/>
        </a:spcBef>
        <a:buNone/>
        <a:defRPr lang="en-GB" sz="3600" b="1" kern="1200" spc="-60" baseline="0" dirty="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60" userDrawn="1">
          <p15:clr>
            <a:srgbClr val="F26B43"/>
          </p15:clr>
        </p15:guide>
        <p15:guide id="4" pos="7320" userDrawn="1">
          <p15:clr>
            <a:srgbClr val="F26B43"/>
          </p15:clr>
        </p15:guide>
        <p15:guide id="5" orient="horz" pos="360" userDrawn="1">
          <p15:clr>
            <a:srgbClr val="F26B43"/>
          </p15:clr>
        </p15:guide>
        <p15:guide id="6" orient="horz" pos="39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comments" Target="../comments/commen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6.xml"/><Relationship Id="rId5" Type="http://schemas.openxmlformats.org/officeDocument/2006/relationships/image" Target="../media/image14.jpeg"/><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ítulo 50">
            <a:extLst>
              <a:ext uri="{FF2B5EF4-FFF2-40B4-BE49-F238E27FC236}">
                <a16:creationId xmlns:a16="http://schemas.microsoft.com/office/drawing/2014/main" id="{D8694222-4D81-4A9A-93A2-23C89102F234}"/>
              </a:ext>
            </a:extLst>
          </p:cNvPr>
          <p:cNvSpPr>
            <a:spLocks noGrp="1"/>
          </p:cNvSpPr>
          <p:nvPr>
            <p:ph type="ctrTitle"/>
          </p:nvPr>
        </p:nvSpPr>
        <p:spPr>
          <a:xfrm>
            <a:off x="499399" y="4757781"/>
            <a:ext cx="8126127" cy="1920526"/>
          </a:xfrm>
        </p:spPr>
        <p:txBody>
          <a:bodyPr rtlCol="0"/>
          <a:lstStyle/>
          <a:p>
            <a:r>
              <a:rPr lang="es-ES" dirty="0"/>
              <a:t>Limpieza filtro de partículas por contaminación de cenizas sin eliminarlo</a:t>
            </a:r>
          </a:p>
        </p:txBody>
      </p:sp>
      <p:pic>
        <p:nvPicPr>
          <p:cNvPr id="3" name="Marcador de posición de imagen 2"/>
          <p:cNvPicPr>
            <a:picLocks noGrp="1" noChangeAspect="1"/>
          </p:cNvPicPr>
          <p:nvPr>
            <p:ph type="pic" sz="quarter" idx="10"/>
          </p:nvPr>
        </p:nvPicPr>
        <p:blipFill>
          <a:blip r:embed="rId3"/>
          <a:srcRect t="25566" b="25566"/>
          <a:stretch>
            <a:fillRect/>
          </a:stretch>
        </p:blipFill>
        <p:spPr>
          <a:xfrm>
            <a:off x="171126" y="215659"/>
            <a:ext cx="11866903" cy="4344159"/>
          </a:xfrm>
          <a:prstGeom prst="rect">
            <a:avLst/>
          </a:prstGeom>
        </p:spPr>
      </p:pic>
      <p:sp>
        <p:nvSpPr>
          <p:cNvPr id="5" name="Rectángulo 4"/>
          <p:cNvSpPr/>
          <p:nvPr/>
        </p:nvSpPr>
        <p:spPr>
          <a:xfrm>
            <a:off x="8157328" y="4757781"/>
            <a:ext cx="3946689" cy="1754326"/>
          </a:xfrm>
          <a:prstGeom prst="rect">
            <a:avLst/>
          </a:prstGeom>
        </p:spPr>
        <p:txBody>
          <a:bodyPr wrap="square">
            <a:spAutoFit/>
          </a:bodyPr>
          <a:lstStyle/>
          <a:p>
            <a:r>
              <a:rPr lang="es-CL" dirty="0"/>
              <a:t>Alumna: Bárbara Sansana Salazar</a:t>
            </a:r>
          </a:p>
          <a:p>
            <a:r>
              <a:rPr lang="es-CL" dirty="0"/>
              <a:t>Profesora: Lissette Salamanca</a:t>
            </a:r>
          </a:p>
          <a:p>
            <a:r>
              <a:rPr lang="es-CL" dirty="0"/>
              <a:t>Asignatura: Funciones y Geometría</a:t>
            </a:r>
          </a:p>
          <a:p>
            <a:r>
              <a:rPr lang="es-CL" dirty="0"/>
              <a:t>Carrera: Ingeniería en mecánica y electromovilidad automotriz  </a:t>
            </a:r>
          </a:p>
        </p:txBody>
      </p:sp>
    </p:spTree>
    <p:extLst>
      <p:ext uri="{BB962C8B-B14F-4D97-AF65-F5344CB8AC3E}">
        <p14:creationId xmlns:p14="http://schemas.microsoft.com/office/powerpoint/2010/main" val="3830756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15" descr="Bloque de fondo de número de diapositiva">
            <a:extLst>
              <a:ext uri="{FF2B5EF4-FFF2-40B4-BE49-F238E27FC236}">
                <a16:creationId xmlns:a16="http://schemas.microsoft.com/office/drawing/2014/main" id="{4EB8303B-9502-480C-9C51-6EF9094D5E4F}"/>
              </a:ext>
            </a:extLst>
          </p:cNvPr>
          <p:cNvSpPr/>
          <p:nvPr/>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a:solidFill>
                <a:schemeClr val="tx1"/>
              </a:solidFill>
            </a:endParaRPr>
          </a:p>
        </p:txBody>
      </p:sp>
      <p:sp>
        <p:nvSpPr>
          <p:cNvPr id="17" name="Marcador de número de diapositiva 5">
            <a:extLst>
              <a:ext uri="{FF2B5EF4-FFF2-40B4-BE49-F238E27FC236}">
                <a16:creationId xmlns:a16="http://schemas.microsoft.com/office/drawing/2014/main" id="{3A910B8A-C82A-4E81-9270-CD27D2778597}"/>
              </a:ext>
            </a:extLst>
          </p:cNvPr>
          <p:cNvSpPr txBox="1">
            <a:spLocks/>
          </p:cNvSpPr>
          <p:nvPr/>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smtClean="0">
                <a:solidFill>
                  <a:schemeClr val="bg1"/>
                </a:solidFill>
              </a:rPr>
              <a:pPr rtl="0"/>
              <a:t>2</a:t>
            </a:fld>
            <a:endParaRPr lang="es-ES" b="1">
              <a:solidFill>
                <a:schemeClr val="bg1"/>
              </a:solidFill>
            </a:endParaRPr>
          </a:p>
        </p:txBody>
      </p:sp>
      <p:sp>
        <p:nvSpPr>
          <p:cNvPr id="7" name="Rectángulo 6"/>
          <p:cNvSpPr/>
          <p:nvPr/>
        </p:nvSpPr>
        <p:spPr>
          <a:xfrm>
            <a:off x="766712" y="844494"/>
            <a:ext cx="5681221" cy="1695721"/>
          </a:xfrm>
          <a:prstGeom prst="rect">
            <a:avLst/>
          </a:prstGeom>
        </p:spPr>
        <p:txBody>
          <a:bodyPr wrap="square">
            <a:spAutoFit/>
          </a:bodyPr>
          <a:lstStyle/>
          <a:p>
            <a:pPr>
              <a:lnSpc>
                <a:spcPct val="107000"/>
              </a:lnSpc>
              <a:spcAft>
                <a:spcPts val="800"/>
              </a:spcAft>
            </a:pPr>
            <a:r>
              <a:rPr lang="es-ES" sz="1400" dirty="0">
                <a:latin typeface="Calibri" panose="020F0502020204030204" pitchFamily="34" charset="0"/>
                <a:ea typeface="Calibri" panose="020F0502020204030204" pitchFamily="34" charset="0"/>
                <a:cs typeface="Times New Roman" panose="02020603050405020304" pitchFamily="18" charset="0"/>
              </a:rPr>
              <a:t>Cuando se habla del sistema de filtro de partículas siempre nos referimos a un problema muy común hoy en día, el cual hace que los vehículos pierdan la potencia, se limite la velocidad, existe un incremento en el nivel de aceite del cárter principal del motor y se presentan testigos en el tablero, a lo cual es muy común que se recomiende retirar definitivamente el filtro, también existen las regeneraciones forzadas, que regularmente se utilizan varias veces con alto costo y no siempre con buenos resultados. </a:t>
            </a:r>
            <a:endParaRPr lang="es-CL"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p:cNvSpPr/>
          <p:nvPr/>
        </p:nvSpPr>
        <p:spPr>
          <a:xfrm>
            <a:off x="5687506" y="3656905"/>
            <a:ext cx="6096000" cy="1933543"/>
          </a:xfrm>
          <a:prstGeom prst="rect">
            <a:avLst/>
          </a:prstGeom>
        </p:spPr>
        <p:txBody>
          <a:bodyPr>
            <a:spAutoFit/>
          </a:bodyPr>
          <a:lstStyle/>
          <a:p>
            <a:pPr>
              <a:lnSpc>
                <a:spcPct val="107000"/>
              </a:lnSpc>
              <a:spcAft>
                <a:spcPts val="800"/>
              </a:spcAft>
            </a:pPr>
            <a:r>
              <a:rPr lang="es-ES" sz="1400" b="1" dirty="0">
                <a:latin typeface="Calibri" panose="020F0502020204030204" pitchFamily="34" charset="0"/>
                <a:ea typeface="Calibri" panose="020F0502020204030204" pitchFamily="34" charset="0"/>
                <a:cs typeface="Times New Roman" panose="02020603050405020304" pitchFamily="18" charset="0"/>
              </a:rPr>
              <a:t>Uso de matemáticas </a:t>
            </a:r>
            <a:endParaRPr lang="es-CL" sz="1400" b="1" dirty="0">
              <a:latin typeface="Calibri" panose="020F0502020204030204" pitchFamily="34" charset="0"/>
              <a:ea typeface="Calibri" panose="020F0502020204030204" pitchFamily="34" charset="0"/>
              <a:cs typeface="Times New Roman" panose="02020603050405020304" pitchFamily="18" charset="0"/>
            </a:endParaRPr>
          </a:p>
          <a:p>
            <a:r>
              <a:rPr lang="es-ES" sz="1400" dirty="0">
                <a:latin typeface="Calibri" panose="020F0502020204030204" pitchFamily="34" charset="0"/>
                <a:ea typeface="Calibri" panose="020F0502020204030204" pitchFamily="34" charset="0"/>
                <a:cs typeface="Times New Roman" panose="02020603050405020304" pitchFamily="18" charset="0"/>
              </a:rPr>
              <a:t>Para saber cuánto es el porcentaje de saturación se utilizan las matemáticas, entendiendo que el área del filtro de partículas (DPF) debe ser proporcional al área del tubo de escape en general, esto se calcula a través de sumar o estimar todas las celdas que se encuentran obstruidas.  Al estar obstruidas se incrementará en mayor o menor medida la presión de los gases en el tramo que comprende la salida del motor y el DPF, comparando el teorema de Bernoulli donde se agregan las matemáticas.</a:t>
            </a:r>
            <a:endParaRPr lang="es-CL" sz="1400" dirty="0"/>
          </a:p>
        </p:txBody>
      </p:sp>
      <p:pic>
        <p:nvPicPr>
          <p:cNvPr id="9" name="Imagen 8"/>
          <p:cNvPicPr>
            <a:picLocks noChangeAspect="1"/>
          </p:cNvPicPr>
          <p:nvPr/>
        </p:nvPicPr>
        <p:blipFill>
          <a:blip r:embed="rId3"/>
          <a:stretch>
            <a:fillRect/>
          </a:stretch>
        </p:blipFill>
        <p:spPr>
          <a:xfrm>
            <a:off x="6691519" y="506405"/>
            <a:ext cx="4668497" cy="2371898"/>
          </a:xfrm>
          <a:prstGeom prst="rect">
            <a:avLst/>
          </a:prstGeom>
        </p:spPr>
      </p:pic>
      <p:pic>
        <p:nvPicPr>
          <p:cNvPr id="10" name="Imagen 9"/>
          <p:cNvPicPr>
            <a:picLocks noChangeAspect="1"/>
          </p:cNvPicPr>
          <p:nvPr/>
        </p:nvPicPr>
        <p:blipFill>
          <a:blip r:embed="rId4"/>
          <a:stretch>
            <a:fillRect/>
          </a:stretch>
        </p:blipFill>
        <p:spPr>
          <a:xfrm>
            <a:off x="842126" y="3571632"/>
            <a:ext cx="4555503" cy="2342624"/>
          </a:xfrm>
          <a:prstGeom prst="rect">
            <a:avLst/>
          </a:prstGeom>
        </p:spPr>
      </p:pic>
    </p:spTree>
    <p:extLst>
      <p:ext uri="{BB962C8B-B14F-4D97-AF65-F5344CB8AC3E}">
        <p14:creationId xmlns:p14="http://schemas.microsoft.com/office/powerpoint/2010/main" val="3159085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24FAFA63-EF73-4268-8107-6CD20923D700}"/>
              </a:ext>
            </a:extLst>
          </p:cNvPr>
          <p:cNvSpPr>
            <a:spLocks noGrp="1"/>
          </p:cNvSpPr>
          <p:nvPr>
            <p:ph type="title"/>
          </p:nvPr>
        </p:nvSpPr>
        <p:spPr>
          <a:xfrm>
            <a:off x="446314" y="500215"/>
            <a:ext cx="11174186" cy="590931"/>
          </a:xfrm>
        </p:spPr>
        <p:txBody>
          <a:bodyPr rtlCol="0"/>
          <a:lstStyle/>
          <a:p>
            <a:pPr rtl="0"/>
            <a:r>
              <a:rPr lang="es-ES" b="0" dirty="0"/>
              <a:t>Objetivo y preguntas</a:t>
            </a:r>
          </a:p>
        </p:txBody>
      </p:sp>
      <p:sp>
        <p:nvSpPr>
          <p:cNvPr id="13" name="Marcador de contenido 12">
            <a:extLst>
              <a:ext uri="{FF2B5EF4-FFF2-40B4-BE49-F238E27FC236}">
                <a16:creationId xmlns:a16="http://schemas.microsoft.com/office/drawing/2014/main" id="{265BEEEB-C965-402F-B778-B1CD1494ACE6}"/>
              </a:ext>
            </a:extLst>
          </p:cNvPr>
          <p:cNvSpPr>
            <a:spLocks noGrp="1"/>
          </p:cNvSpPr>
          <p:nvPr>
            <p:ph idx="1"/>
          </p:nvPr>
        </p:nvSpPr>
        <p:spPr>
          <a:xfrm>
            <a:off x="446315" y="1463040"/>
            <a:ext cx="2937908" cy="3024119"/>
          </a:xfrm>
        </p:spPr>
        <p:txBody>
          <a:bodyPr rtlCol="0"/>
          <a:lstStyle/>
          <a:p>
            <a:r>
              <a:rPr lang="es-ES" dirty="0">
                <a:solidFill>
                  <a:srgbClr val="FF0000"/>
                </a:solidFill>
                <a:latin typeface="Arial" panose="020B0604020202020204" pitchFamily="34" charset="0"/>
                <a:cs typeface="Arial" panose="020B0604020202020204" pitchFamily="34" charset="0"/>
              </a:rPr>
              <a:t>Generar una limpieza manual del filtro de partículas de camioneta Mazda BT-50 y Ford ranger</a:t>
            </a:r>
            <a:r>
              <a:rPr lang="es-ES" dirty="0">
                <a:latin typeface="Arial" panose="020B0604020202020204" pitchFamily="34" charset="0"/>
                <a:cs typeface="Arial" panose="020B0604020202020204" pitchFamily="34" charset="0"/>
              </a:rPr>
              <a:t>, sin eliminarlo, ya que lo que se recomienda son regeneraciones forzadas, las cuales no tuvieron buen resultado. En algunos casos se generan un alto nivel de saturación en las celdas del DPF o filtro de partículas, debido a la alta cantidad de cenizas de combustión.</a:t>
            </a:r>
            <a:endParaRPr lang="es-CL" dirty="0">
              <a:latin typeface="Arial" panose="020B0604020202020204" pitchFamily="34" charset="0"/>
              <a:cs typeface="Arial" panose="020B0604020202020204" pitchFamily="34" charset="0"/>
            </a:endParaRPr>
          </a:p>
          <a:p>
            <a:pPr rtl="0"/>
            <a:endParaRPr lang="es-ES" dirty="0"/>
          </a:p>
        </p:txBody>
      </p:sp>
      <p:sp>
        <p:nvSpPr>
          <p:cNvPr id="2" name="Rectángulo 1"/>
          <p:cNvSpPr/>
          <p:nvPr/>
        </p:nvSpPr>
        <p:spPr>
          <a:xfrm>
            <a:off x="4572000" y="1647329"/>
            <a:ext cx="7173798" cy="2308324"/>
          </a:xfrm>
          <a:prstGeom prst="rect">
            <a:avLst/>
          </a:prstGeom>
        </p:spPr>
        <p:txBody>
          <a:bodyPr wrap="square">
            <a:spAutoFit/>
          </a:bodyPr>
          <a:lstStyle/>
          <a:p>
            <a:pPr marL="171450" indent="-171450">
              <a:buFontTx/>
              <a:buChar char="-"/>
            </a:pPr>
            <a:r>
              <a:rPr lang="es-ES" sz="1200" b="1" dirty="0">
                <a:latin typeface="Arial" panose="020B0604020202020204" pitchFamily="34" charset="0"/>
                <a:cs typeface="Arial" panose="020B0604020202020204" pitchFamily="34" charset="0"/>
              </a:rPr>
              <a:t>¿Qué es el DPF?</a:t>
            </a:r>
            <a:r>
              <a:rPr lang="es-ES" sz="1200" b="1" dirty="0"/>
              <a:t> </a:t>
            </a:r>
          </a:p>
          <a:p>
            <a:pPr marL="171450" indent="-171450">
              <a:buFontTx/>
              <a:buChar char="-"/>
            </a:pPr>
            <a:endParaRPr lang="es-ES" sz="1100" dirty="0"/>
          </a:p>
          <a:p>
            <a:pPr marL="171450" indent="-171450">
              <a:buFontTx/>
              <a:buChar char="-"/>
            </a:pPr>
            <a:r>
              <a:rPr lang="es-ES" sz="1100" b="1" dirty="0">
                <a:latin typeface="Arial" panose="020B0604020202020204" pitchFamily="34" charset="0"/>
                <a:cs typeface="Arial" panose="020B0604020202020204" pitchFamily="34" charset="0"/>
              </a:rPr>
              <a:t>¿Por qué se tapa el DPF?</a:t>
            </a:r>
          </a:p>
          <a:p>
            <a:endParaRPr lang="es-ES" sz="1100" b="1" dirty="0">
              <a:latin typeface="Arial" panose="020B0604020202020204" pitchFamily="34" charset="0"/>
              <a:cs typeface="Arial" panose="020B0604020202020204" pitchFamily="34" charset="0"/>
            </a:endParaRPr>
          </a:p>
          <a:p>
            <a:pPr marL="171450" indent="-171450">
              <a:buFontTx/>
              <a:buChar char="-"/>
            </a:pPr>
            <a:r>
              <a:rPr lang="es-ES" sz="1100" b="1" dirty="0">
                <a:latin typeface="Arial" panose="020B0604020202020204" pitchFamily="34" charset="0"/>
                <a:cs typeface="Arial" panose="020B0604020202020204" pitchFamily="34" charset="0"/>
              </a:rPr>
              <a:t>¿Por qué no eliminar el DPF definitivamente?</a:t>
            </a:r>
          </a:p>
          <a:p>
            <a:endParaRPr lang="es-ES" sz="1100" b="1" dirty="0">
              <a:latin typeface="Arial" panose="020B0604020202020204" pitchFamily="34" charset="0"/>
              <a:cs typeface="Arial" panose="020B0604020202020204" pitchFamily="34" charset="0"/>
            </a:endParaRPr>
          </a:p>
          <a:p>
            <a:pPr marL="171450" indent="-171450">
              <a:buFontTx/>
              <a:buChar char="-"/>
            </a:pPr>
            <a:r>
              <a:rPr lang="es-ES" sz="1100" b="1" dirty="0">
                <a:latin typeface="Arial" panose="020B0604020202020204" pitchFamily="34" charset="0"/>
                <a:cs typeface="Arial" panose="020B0604020202020204" pitchFamily="34" charset="0"/>
              </a:rPr>
              <a:t>¿Qué efectos negativos puede traer el eliminar el </a:t>
            </a:r>
            <a:r>
              <a:rPr lang="es-ES" sz="1100" b="1" dirty="0" err="1">
                <a:latin typeface="Arial" panose="020B0604020202020204" pitchFamily="34" charset="0"/>
                <a:cs typeface="Arial" panose="020B0604020202020204" pitchFamily="34" charset="0"/>
              </a:rPr>
              <a:t>dpf</a:t>
            </a:r>
            <a:r>
              <a:rPr lang="es-ES" sz="1100" b="1" dirty="0">
                <a:latin typeface="Arial" panose="020B0604020202020204" pitchFamily="34" charset="0"/>
                <a:cs typeface="Arial" panose="020B0604020202020204" pitchFamily="34" charset="0"/>
              </a:rPr>
              <a:t>?</a:t>
            </a:r>
          </a:p>
          <a:p>
            <a:endParaRPr lang="es-ES" sz="1100" b="1" dirty="0">
              <a:latin typeface="Arial" panose="020B0604020202020204" pitchFamily="34" charset="0"/>
              <a:cs typeface="Arial" panose="020B0604020202020204" pitchFamily="34" charset="0"/>
            </a:endParaRPr>
          </a:p>
          <a:p>
            <a:pPr marL="171450" indent="-171450">
              <a:buFontTx/>
              <a:buChar char="-"/>
            </a:pPr>
            <a:r>
              <a:rPr lang="es-ES" sz="1100" b="1" dirty="0">
                <a:latin typeface="Arial" panose="020B0604020202020204" pitchFamily="34" charset="0"/>
                <a:cs typeface="Arial" panose="020B0604020202020204" pitchFamily="34" charset="0"/>
              </a:rPr>
              <a:t>¿Qué son las regeneraciones forzadas?</a:t>
            </a:r>
          </a:p>
          <a:p>
            <a:endParaRPr lang="es-ES" sz="1100" b="1" dirty="0">
              <a:latin typeface="Arial" panose="020B0604020202020204" pitchFamily="34" charset="0"/>
              <a:cs typeface="Arial" panose="020B0604020202020204" pitchFamily="34" charset="0"/>
            </a:endParaRPr>
          </a:p>
          <a:p>
            <a:r>
              <a:rPr lang="es-ES" sz="1100" b="1" dirty="0">
                <a:latin typeface="Arial" panose="020B0604020202020204" pitchFamily="34" charset="0"/>
                <a:cs typeface="Arial" panose="020B0604020202020204" pitchFamily="34" charset="0"/>
              </a:rPr>
              <a:t>- ¿La regeneración forzada da garantía de que el vehículo quede operando en un 100% en primera instancia?</a:t>
            </a:r>
          </a:p>
          <a:p>
            <a:endParaRPr lang="es-E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4797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24FAFA63-EF73-4268-8107-6CD20923D700}"/>
              </a:ext>
            </a:extLst>
          </p:cNvPr>
          <p:cNvSpPr>
            <a:spLocks noGrp="1"/>
          </p:cNvSpPr>
          <p:nvPr>
            <p:ph type="title"/>
          </p:nvPr>
        </p:nvSpPr>
        <p:spPr>
          <a:xfrm>
            <a:off x="7576065" y="644849"/>
            <a:ext cx="5030658" cy="590931"/>
          </a:xfrm>
        </p:spPr>
        <p:txBody>
          <a:bodyPr rtlCol="0"/>
          <a:lstStyle/>
          <a:p>
            <a:pPr rtl="0"/>
            <a:r>
              <a:rPr lang="es-ES" dirty="0"/>
              <a:t>Materiales a utilizar </a:t>
            </a:r>
          </a:p>
        </p:txBody>
      </p:sp>
      <p:sp>
        <p:nvSpPr>
          <p:cNvPr id="13" name="Marcador de contenido 12">
            <a:extLst>
              <a:ext uri="{FF2B5EF4-FFF2-40B4-BE49-F238E27FC236}">
                <a16:creationId xmlns:a16="http://schemas.microsoft.com/office/drawing/2014/main" id="{265BEEEB-C965-402F-B778-B1CD1494ACE6}"/>
              </a:ext>
            </a:extLst>
          </p:cNvPr>
          <p:cNvSpPr>
            <a:spLocks noGrp="1"/>
          </p:cNvSpPr>
          <p:nvPr>
            <p:ph idx="1"/>
          </p:nvPr>
        </p:nvSpPr>
        <p:spPr>
          <a:xfrm>
            <a:off x="7953137" y="1418718"/>
            <a:ext cx="3974856" cy="2524498"/>
          </a:xfrm>
        </p:spPr>
        <p:txBody>
          <a:bodyPr rtlCol="0"/>
          <a:lstStyle/>
          <a:p>
            <a:pPr lvl="0"/>
            <a:r>
              <a:rPr lang="es-ES" sz="1400" dirty="0">
                <a:latin typeface="Arial" panose="020B0604020202020204" pitchFamily="34" charset="0"/>
                <a:cs typeface="Arial" panose="020B0604020202020204" pitchFamily="34" charset="0"/>
              </a:rPr>
              <a:t>Una bomba centrífuga</a:t>
            </a:r>
            <a:endParaRPr lang="es-CL" sz="1400" dirty="0">
              <a:latin typeface="Arial" panose="020B0604020202020204" pitchFamily="34" charset="0"/>
              <a:cs typeface="Arial" panose="020B0604020202020204" pitchFamily="34" charset="0"/>
            </a:endParaRPr>
          </a:p>
          <a:p>
            <a:pPr lvl="0"/>
            <a:r>
              <a:rPr lang="es-ES" sz="1400" dirty="0">
                <a:latin typeface="Arial" panose="020B0604020202020204" pitchFamily="34" charset="0"/>
                <a:cs typeface="Arial" panose="020B0604020202020204" pitchFamily="34" charset="0"/>
              </a:rPr>
              <a:t>Un solvente industrial en base a agua</a:t>
            </a:r>
            <a:endParaRPr lang="es-CL" sz="1400" dirty="0">
              <a:latin typeface="Arial" panose="020B0604020202020204" pitchFamily="34" charset="0"/>
              <a:cs typeface="Arial" panose="020B0604020202020204" pitchFamily="34" charset="0"/>
            </a:endParaRPr>
          </a:p>
          <a:p>
            <a:pPr lvl="0"/>
            <a:r>
              <a:rPr lang="es-ES" sz="1400" dirty="0">
                <a:latin typeface="Arial" panose="020B0604020202020204" pitchFamily="34" charset="0"/>
                <a:cs typeface="Arial" panose="020B0604020202020204" pitchFamily="34" charset="0"/>
              </a:rPr>
              <a:t>Mangueras de 1 pulgada</a:t>
            </a:r>
            <a:endParaRPr lang="es-CL"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Un balde de 20 litros </a:t>
            </a:r>
          </a:p>
        </p:txBody>
      </p:sp>
      <p:sp>
        <p:nvSpPr>
          <p:cNvPr id="2" name="CuadroTexto 1"/>
          <p:cNvSpPr txBox="1"/>
          <p:nvPr/>
        </p:nvSpPr>
        <p:spPr>
          <a:xfrm>
            <a:off x="716437" y="940315"/>
            <a:ext cx="5250730" cy="4524315"/>
          </a:xfrm>
          <a:prstGeom prst="rect">
            <a:avLst/>
          </a:prstGeom>
          <a:noFill/>
        </p:spPr>
        <p:txBody>
          <a:bodyPr wrap="square" rtlCol="0">
            <a:spAutoFit/>
          </a:bodyPr>
          <a:lstStyle/>
          <a:p>
            <a:r>
              <a:rPr lang="es-CL" dirty="0"/>
              <a:t>En este caso, ya que las regeneraciones no funcionaron, se procede a sacar la unidad completa, desde la parte baja del vehículo, posteriormente se coloca dentro del balde, luego se incorpora por uno de los extremos una manguera la cual esta conectada a la bomba centrífuga, el propósito es hacer recircular a través del filtro de partículas el solvente industrial accionado por la bomba centrifuga con el fin de remover la mayor cantidad de partículas de hollín que se encuentran en el interior. </a:t>
            </a:r>
          </a:p>
          <a:p>
            <a:r>
              <a:rPr lang="es-CL" dirty="0"/>
              <a:t>Posteriormente la unidad se debe quitar del balde y sopletear con aire comprimido al interior del filtro con el fin de quitar el agua de las celdas. </a:t>
            </a:r>
          </a:p>
        </p:txBody>
      </p:sp>
      <p:pic>
        <p:nvPicPr>
          <p:cNvPr id="3" name="Imagen 2"/>
          <p:cNvPicPr>
            <a:picLocks noChangeAspect="1"/>
          </p:cNvPicPr>
          <p:nvPr/>
        </p:nvPicPr>
        <p:blipFill>
          <a:blip r:embed="rId3"/>
          <a:stretch>
            <a:fillRect/>
          </a:stretch>
        </p:blipFill>
        <p:spPr>
          <a:xfrm>
            <a:off x="6674177" y="3316419"/>
            <a:ext cx="4919220" cy="2883893"/>
          </a:xfrm>
          <a:prstGeom prst="rect">
            <a:avLst/>
          </a:prstGeom>
        </p:spPr>
      </p:pic>
    </p:spTree>
    <p:extLst>
      <p:ext uri="{BB962C8B-B14F-4D97-AF65-F5344CB8AC3E}">
        <p14:creationId xmlns:p14="http://schemas.microsoft.com/office/powerpoint/2010/main" val="2244405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5996" y="358813"/>
            <a:ext cx="11174186" cy="590931"/>
          </a:xfrm>
        </p:spPr>
        <p:txBody>
          <a:bodyPr/>
          <a:lstStyle/>
          <a:p>
            <a:r>
              <a:rPr lang="es-ES" dirty="0"/>
              <a:t>Herramienta tecnológica Auto </a:t>
            </a:r>
            <a:r>
              <a:rPr lang="es-ES" dirty="0" err="1"/>
              <a:t>Cad</a:t>
            </a:r>
            <a:endParaRPr lang="es-CL" dirty="0"/>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459635" y="1044865"/>
            <a:ext cx="8179220" cy="5296172"/>
          </a:xfrm>
          <a:prstGeom prst="rect">
            <a:avLst/>
          </a:prstGeom>
        </p:spPr>
      </p:pic>
    </p:spTree>
    <p:extLst>
      <p:ext uri="{BB962C8B-B14F-4D97-AF65-F5344CB8AC3E}">
        <p14:creationId xmlns:p14="http://schemas.microsoft.com/office/powerpoint/2010/main" val="1032271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46314" y="500215"/>
            <a:ext cx="11174186" cy="590931"/>
          </a:xfrm>
        </p:spPr>
        <p:txBody>
          <a:bodyPr/>
          <a:lstStyle/>
          <a:p>
            <a:r>
              <a:rPr lang="es-ES" dirty="0"/>
              <a:t>Cálculos matemáticos </a:t>
            </a:r>
            <a:endParaRPr lang="es-CL" dirty="0"/>
          </a:p>
        </p:txBody>
      </p:sp>
      <p:sp>
        <p:nvSpPr>
          <p:cNvPr id="3" name="Marcador de contenido 2"/>
          <p:cNvSpPr>
            <a:spLocks noGrp="1"/>
          </p:cNvSpPr>
          <p:nvPr>
            <p:ph idx="1"/>
          </p:nvPr>
        </p:nvSpPr>
        <p:spPr/>
        <p:txBody>
          <a:bodyPr/>
          <a:lstStyle/>
          <a:p>
            <a:r>
              <a:rPr lang="es-ES" dirty="0"/>
              <a:t>El área del escape debe ser proporcional a la de la salida del filtro de partículas </a:t>
            </a:r>
            <a:endParaRPr lang="es-CL" dirty="0"/>
          </a:p>
        </p:txBody>
      </p:sp>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t="22543" b="14090"/>
          <a:stretch/>
        </p:blipFill>
        <p:spPr>
          <a:xfrm>
            <a:off x="3026544" y="2073898"/>
            <a:ext cx="3857625" cy="4345757"/>
          </a:xfrm>
          <a:prstGeom prst="rect">
            <a:avLst/>
          </a:prstGeom>
        </p:spPr>
      </p:pic>
    </p:spTree>
    <p:extLst>
      <p:ext uri="{BB962C8B-B14F-4D97-AF65-F5344CB8AC3E}">
        <p14:creationId xmlns:p14="http://schemas.microsoft.com/office/powerpoint/2010/main" val="1635914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46314" y="250916"/>
            <a:ext cx="11174186" cy="1089529"/>
          </a:xfrm>
        </p:spPr>
        <p:txBody>
          <a:bodyPr/>
          <a:lstStyle/>
          <a:p>
            <a:r>
              <a:rPr lang="es-ES" dirty="0">
                <a:latin typeface="Arial" panose="020B0604020202020204" pitchFamily="34" charset="0"/>
                <a:cs typeface="Arial" panose="020B0604020202020204" pitchFamily="34" charset="0"/>
              </a:rPr>
              <a:t>¿Qué es el DPF?</a:t>
            </a:r>
            <a:r>
              <a:rPr lang="es-ES" dirty="0"/>
              <a:t> </a:t>
            </a:r>
            <a:br>
              <a:rPr lang="es-ES" dirty="0"/>
            </a:br>
            <a:endParaRPr lang="es-CL" dirty="0"/>
          </a:p>
        </p:txBody>
      </p:sp>
      <p:sp>
        <p:nvSpPr>
          <p:cNvPr id="3" name="Marcador de contenido 2"/>
          <p:cNvSpPr>
            <a:spLocks noGrp="1"/>
          </p:cNvSpPr>
          <p:nvPr>
            <p:ph idx="1"/>
          </p:nvPr>
        </p:nvSpPr>
        <p:spPr>
          <a:xfrm>
            <a:off x="446315" y="1463040"/>
            <a:ext cx="5879071" cy="4770098"/>
          </a:xfrm>
        </p:spPr>
        <p:txBody>
          <a:bodyPr/>
          <a:lstStyle/>
          <a:p>
            <a:r>
              <a:rPr lang="es-ES" dirty="0"/>
              <a:t>Un filtro de partículas </a:t>
            </a:r>
            <a:r>
              <a:rPr lang="es-ES" dirty="0" err="1"/>
              <a:t>diesel</a:t>
            </a:r>
            <a:r>
              <a:rPr lang="es-ES" dirty="0"/>
              <a:t> (DPF </a:t>
            </a:r>
            <a:r>
              <a:rPr lang="es-ES" dirty="0" err="1"/>
              <a:t>Diesel</a:t>
            </a:r>
            <a:r>
              <a:rPr lang="es-ES" dirty="0"/>
              <a:t> </a:t>
            </a:r>
            <a:r>
              <a:rPr lang="es-ES" dirty="0" err="1"/>
              <a:t>Particulates</a:t>
            </a:r>
            <a:r>
              <a:rPr lang="es-ES" dirty="0"/>
              <a:t> </a:t>
            </a:r>
            <a:r>
              <a:rPr lang="es-ES" dirty="0" err="1"/>
              <a:t>Filter</a:t>
            </a:r>
            <a:r>
              <a:rPr lang="es-ES" dirty="0"/>
              <a:t>) es un filtro que captura y almacena hollín del sistema de escape (algunos se refieren a ellos como trampas de hollín) para reducir las emisiones de los automóviles con inyección </a:t>
            </a:r>
            <a:r>
              <a:rPr lang="es-ES" dirty="0" err="1"/>
              <a:t>diesel</a:t>
            </a:r>
            <a:r>
              <a:rPr lang="es-ES" dirty="0"/>
              <a:t>. La capacidad del filtro de partículas diésel es limitada ya que el hollín comienza a llenar el filtro, este hollín atrapado periódicamente debe vaciarse o ‘quemarse’ para regenerar el DPF. La norma Euro 5 sobre emisiones de escape introducida en 2009 para ayudar a reducir las emisiones de CO2 de los automóviles hizo que los DPF fueran obligatorios, y desde entonces, alrededor de uno de cada dos automóviles nuevos al año ha sido impulsado por </a:t>
            </a:r>
            <a:r>
              <a:rPr lang="es-ES" dirty="0" err="1"/>
              <a:t>diesel</a:t>
            </a:r>
            <a:r>
              <a:rPr lang="es-ES" dirty="0"/>
              <a:t>. (automotriz, 2020)</a:t>
            </a:r>
            <a:endParaRPr lang="es-CL" dirty="0"/>
          </a:p>
        </p:txBody>
      </p:sp>
      <p:pic>
        <p:nvPicPr>
          <p:cNvPr id="1026" name="Picture 2" descr="https://www.ingenieriaymecanicaautomotriz.com/wp-content/uploads/2020/05/filtro-de-particula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1567" y="1895098"/>
            <a:ext cx="4503394" cy="2774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740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46314" y="500215"/>
            <a:ext cx="11174186" cy="590931"/>
          </a:xfrm>
        </p:spPr>
        <p:txBody>
          <a:bodyPr/>
          <a:lstStyle/>
          <a:p>
            <a:r>
              <a:rPr lang="es-ES" dirty="0"/>
              <a:t>Porque se tapa el DPF (filtro de partículas)</a:t>
            </a:r>
            <a:endParaRPr lang="es-CL" dirty="0"/>
          </a:p>
        </p:txBody>
      </p:sp>
      <p:sp>
        <p:nvSpPr>
          <p:cNvPr id="3" name="Marcador de contenido 2"/>
          <p:cNvSpPr>
            <a:spLocks noGrp="1"/>
          </p:cNvSpPr>
          <p:nvPr>
            <p:ph idx="1"/>
          </p:nvPr>
        </p:nvSpPr>
        <p:spPr/>
        <p:txBody>
          <a:bodyPr/>
          <a:lstStyle/>
          <a:p>
            <a:r>
              <a:rPr lang="es-ES" sz="1400" dirty="0"/>
              <a:t>Cada tipo de vehículo y la combinación del motor pueden tener diferentes razones de por qué los bloques de filtros. la tasa de partículas generadas por el motor, la calidad del combustible, la calidad del aceite, el estilo de conducción, incluso la ubicación de la DPF en el sistema de escape puede contribuir a que el filtro bloquea o no se regenere totalmente.</a:t>
            </a:r>
          </a:p>
          <a:p>
            <a:r>
              <a:rPr lang="es-ES" sz="1400" dirty="0"/>
              <a:t>En general, los problemas se producen en vehículos que conducen dentro de la ciudad o en bajas revoluciones (por ejemplo, al interior de una mina), donde el proceso de regeneración no logra ser completo. Una luz de advertencia o un mensaje que indica que el DPF está saturado se iluminará en el tablero. Si continúa conduciendo de la misma manera, el hollín acumulado aumentará hasta que otros se encienden las luces de advertencia y el vehículo se pondrá en modo “precaución”, donde la velocidad de se restringirá, lo que se conoce habitualmente como “</a:t>
            </a:r>
            <a:r>
              <a:rPr lang="es-ES" sz="1400" dirty="0" err="1"/>
              <a:t>despotencia</a:t>
            </a:r>
            <a:r>
              <a:rPr lang="es-ES" sz="1400" dirty="0"/>
              <a:t>”.</a:t>
            </a:r>
          </a:p>
          <a:p>
            <a:r>
              <a:rPr lang="es-ES" sz="1400" dirty="0"/>
              <a:t>Podemos ver también otras evidencias de fallas de regeneración del sistema de DPF, incluso en vehículos usados principalmente en autopistas. Los autos con caja de 6 velocidades no logran generar la temperatura necesaria para el sistema de escape para la regeneración del sistema DPF. Se ha demostrado incluso que en ocasiones es mejor, conducir en marchas bajas con mayor potencia para lograr quemar el hollín. (</a:t>
            </a:r>
            <a:r>
              <a:rPr lang="es-ES" sz="1400" dirty="0" err="1"/>
              <a:t>Proteck</a:t>
            </a:r>
            <a:r>
              <a:rPr lang="es-ES" sz="1400" dirty="0"/>
              <a:t>, 2017)</a:t>
            </a:r>
          </a:p>
          <a:p>
            <a:endParaRPr lang="es-CL" sz="1400" dirty="0"/>
          </a:p>
        </p:txBody>
      </p:sp>
      <p:pic>
        <p:nvPicPr>
          <p:cNvPr id="2050" name="Picture 2" descr="Cómo limpiar el filtro de partículas? | Auto Bild Españ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7250" y="3225800"/>
            <a:ext cx="3470528" cy="1952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755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¿Por qué no eliminar el DPF definitivamente?</a:t>
            </a:r>
            <a:br>
              <a:rPr lang="es-ES" dirty="0"/>
            </a:br>
            <a:endParaRPr lang="es-CL" dirty="0"/>
          </a:p>
        </p:txBody>
      </p:sp>
      <p:sp>
        <p:nvSpPr>
          <p:cNvPr id="3" name="Marcador de contenido 2"/>
          <p:cNvSpPr>
            <a:spLocks noGrp="1"/>
          </p:cNvSpPr>
          <p:nvPr>
            <p:ph idx="1"/>
          </p:nvPr>
        </p:nvSpPr>
        <p:spPr/>
        <p:txBody>
          <a:bodyPr/>
          <a:lstStyle/>
          <a:p>
            <a:r>
              <a:rPr lang="es-ES" dirty="0"/>
              <a:t> Al eliminar el DPF, se puede aumentar la cantidad de presión en el sistema de escape, lo que puede causar daños en otros componentes.</a:t>
            </a:r>
          </a:p>
          <a:p>
            <a:r>
              <a:rPr lang="es-ES" dirty="0"/>
              <a:t>Si se elimina el DPF, es probable que el vehículo no pase una prueba de emisiones requerida por muchos países y estados. Esto significa que el vehículo no podrá ser registrado y no se podrá circular legalmente en las carreteras. (</a:t>
            </a:r>
            <a:r>
              <a:rPr lang="es-ES" dirty="0" err="1"/>
              <a:t>Diesel</a:t>
            </a:r>
            <a:r>
              <a:rPr lang="es-ES" dirty="0"/>
              <a:t>, 2021)</a:t>
            </a:r>
          </a:p>
        </p:txBody>
      </p:sp>
      <p:pic>
        <p:nvPicPr>
          <p:cNvPr id="4" name="Imagen 3"/>
          <p:cNvPicPr>
            <a:picLocks noChangeAspect="1"/>
          </p:cNvPicPr>
          <p:nvPr/>
        </p:nvPicPr>
        <p:blipFill>
          <a:blip r:embed="rId2"/>
          <a:stretch>
            <a:fillRect/>
          </a:stretch>
        </p:blipFill>
        <p:spPr>
          <a:xfrm>
            <a:off x="7124700" y="3759200"/>
            <a:ext cx="3962400" cy="1981200"/>
          </a:xfrm>
          <a:prstGeom prst="rect">
            <a:avLst/>
          </a:prstGeom>
        </p:spPr>
      </p:pic>
    </p:spTree>
    <p:extLst>
      <p:ext uri="{BB962C8B-B14F-4D97-AF65-F5344CB8AC3E}">
        <p14:creationId xmlns:p14="http://schemas.microsoft.com/office/powerpoint/2010/main" val="4063515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60614" y="306417"/>
            <a:ext cx="11174186" cy="1588127"/>
          </a:xfrm>
        </p:spPr>
        <p:txBody>
          <a:bodyPr/>
          <a:lstStyle/>
          <a:p>
            <a:r>
              <a:rPr lang="es-ES" dirty="0">
                <a:latin typeface="Arial" panose="020B0604020202020204" pitchFamily="34" charset="0"/>
                <a:cs typeface="Arial" panose="020B0604020202020204" pitchFamily="34" charset="0"/>
              </a:rPr>
              <a:t>¿Qué efectos negativos puede traer el eliminar el </a:t>
            </a:r>
            <a:r>
              <a:rPr lang="es-ES" dirty="0" err="1">
                <a:latin typeface="Arial" panose="020B0604020202020204" pitchFamily="34" charset="0"/>
                <a:cs typeface="Arial" panose="020B0604020202020204" pitchFamily="34" charset="0"/>
              </a:rPr>
              <a:t>dpf</a:t>
            </a:r>
            <a:r>
              <a:rPr lang="es-ES" dirty="0">
                <a:latin typeface="Arial" panose="020B0604020202020204" pitchFamily="34" charset="0"/>
                <a:cs typeface="Arial" panose="020B0604020202020204" pitchFamily="34" charset="0"/>
              </a:rPr>
              <a:t>?</a:t>
            </a:r>
            <a:br>
              <a:rPr lang="es-ES" dirty="0">
                <a:latin typeface="Arial" panose="020B0604020202020204" pitchFamily="34" charset="0"/>
                <a:cs typeface="Arial" panose="020B0604020202020204" pitchFamily="34" charset="0"/>
              </a:rPr>
            </a:br>
            <a:endParaRPr lang="es-CL" dirty="0"/>
          </a:p>
        </p:txBody>
      </p:sp>
      <p:sp>
        <p:nvSpPr>
          <p:cNvPr id="3" name="Marcador de contenido 2"/>
          <p:cNvSpPr>
            <a:spLocks noGrp="1"/>
          </p:cNvSpPr>
          <p:nvPr>
            <p:ph idx="1"/>
          </p:nvPr>
        </p:nvSpPr>
        <p:spPr/>
        <p:txBody>
          <a:bodyPr/>
          <a:lstStyle/>
          <a:p>
            <a:r>
              <a:rPr lang="es-ES" dirty="0"/>
              <a:t>El motor comenzará a emitir niveles significativamente más altos de partículas de hollín y otros contaminantes. Esto puede ser perjudicial para el medio ambiente y la salud humana, ya que estas partículas pueden penetrar en los pulmones y causar daño.</a:t>
            </a:r>
          </a:p>
          <a:p>
            <a:r>
              <a:rPr lang="es-ES" dirty="0"/>
              <a:t>Al sacar el filtro DPF, se puede dañar el motor y otros componentes del sistema de escape. Esto se debe a que el filtro DPF está diseñado para trabajar en conjunto con otros componentes del sistema de escape para garantizar que los gases de escape salgan del motor de manera segura y eficiente. (</a:t>
            </a:r>
            <a:r>
              <a:rPr lang="es-ES" dirty="0" err="1"/>
              <a:t>Diesel</a:t>
            </a:r>
            <a:r>
              <a:rPr lang="es-ES" dirty="0"/>
              <a:t>, 2021)</a:t>
            </a:r>
          </a:p>
        </p:txBody>
      </p:sp>
      <p:pic>
        <p:nvPicPr>
          <p:cNvPr id="4" name="Imagen 3"/>
          <p:cNvPicPr>
            <a:picLocks noChangeAspect="1"/>
          </p:cNvPicPr>
          <p:nvPr/>
        </p:nvPicPr>
        <p:blipFill>
          <a:blip r:embed="rId2"/>
          <a:stretch>
            <a:fillRect/>
          </a:stretch>
        </p:blipFill>
        <p:spPr>
          <a:xfrm>
            <a:off x="7962900" y="4128113"/>
            <a:ext cx="2806700" cy="2105025"/>
          </a:xfrm>
          <a:prstGeom prst="rect">
            <a:avLst/>
          </a:prstGeom>
        </p:spPr>
      </p:pic>
    </p:spTree>
    <p:extLst>
      <p:ext uri="{BB962C8B-B14F-4D97-AF65-F5344CB8AC3E}">
        <p14:creationId xmlns:p14="http://schemas.microsoft.com/office/powerpoint/2010/main" val="4157530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06614" y="905857"/>
            <a:ext cx="11174186" cy="557183"/>
          </a:xfrm>
        </p:spPr>
        <p:txBody>
          <a:bodyPr/>
          <a:lstStyle/>
          <a:p>
            <a:r>
              <a:rPr lang="es-ES" dirty="0"/>
              <a:t>¿Qué son las regeneraciones forzadas?</a:t>
            </a:r>
            <a:br>
              <a:rPr lang="es-ES" dirty="0"/>
            </a:br>
            <a:br>
              <a:rPr lang="es-ES" dirty="0"/>
            </a:br>
            <a:endParaRPr lang="es-CL" dirty="0"/>
          </a:p>
        </p:txBody>
      </p:sp>
      <p:sp>
        <p:nvSpPr>
          <p:cNvPr id="3" name="Marcador de contenido 2"/>
          <p:cNvSpPr>
            <a:spLocks noGrp="1"/>
          </p:cNvSpPr>
          <p:nvPr>
            <p:ph idx="1"/>
          </p:nvPr>
        </p:nvSpPr>
        <p:spPr>
          <a:xfrm>
            <a:off x="306614" y="1161588"/>
            <a:ext cx="10831285" cy="4770098"/>
          </a:xfrm>
        </p:spPr>
        <p:txBody>
          <a:bodyPr/>
          <a:lstStyle/>
          <a:p>
            <a:r>
              <a:rPr lang="es-CL" dirty="0"/>
              <a:t>Cuando un DPF alcanza un nivel de llenado de partículas (PM) predeterminado (alrededor del 40%), la ECU activará el proceso de regeneración, que puede inyectar hasta ocho veces más combustible por carrera, una tasa que se necesita para producir temperaturas alrededor de los 500 </a:t>
            </a:r>
            <a:r>
              <a:rPr lang="es-CL" dirty="0" err="1"/>
              <a:t>ºC</a:t>
            </a:r>
            <a:r>
              <a:rPr lang="es-CL" dirty="0"/>
              <a:t>.</a:t>
            </a:r>
          </a:p>
          <a:p>
            <a:r>
              <a:rPr lang="es-CL" b="1" dirty="0"/>
              <a:t>Regeneración pasiva del filtro de partículas : </a:t>
            </a:r>
            <a:r>
              <a:rPr lang="es-CL" dirty="0"/>
              <a:t>La regeneración pasiva del filtro de partículas se produce cuando conduce durante mucho tiempo a altas velocidades y en el sistema de escape se consiguen alcanzar muy altas temperaturas. Conducir a 110 km/h o más durante un tiempo calentará el escape lo suficiente como para quemar las partículas de hollín que han quedado atrapadas por el DPF.</a:t>
            </a:r>
          </a:p>
          <a:p>
            <a:r>
              <a:rPr lang="es-CL" b="1" dirty="0"/>
              <a:t>Regeneración activa del filtro de partículas: </a:t>
            </a:r>
            <a:r>
              <a:rPr lang="es-CL" dirty="0"/>
              <a:t>Debido a que los conductores en muchas ocasiones no circulan por autopistas o vías de alta velocidad, los fabricantes idearon la regeneración activa. La regeneración activa del filtro de partículas se produce cuando el nivel de hollín en el DPF está entorno al 40-45 % de su capacidad. Cuando el hollín llega a este porcentaje, se inyecta combustible de poscombustión para aumentar la temperatura en el escape. De esta forma, se consigue, incluso si el vehículo no está circulando a alta velocidad, que el sistema de escape se caliente lo suficiente para quemar el hollín del DPF y realizar la regeneración. </a:t>
            </a:r>
            <a:r>
              <a:rPr lang="es-ES" dirty="0"/>
              <a:t>(Emilio, 2021)</a:t>
            </a:r>
            <a:endParaRPr lang="es-CL" dirty="0"/>
          </a:p>
          <a:p>
            <a:endParaRPr lang="es-CL" dirty="0"/>
          </a:p>
        </p:txBody>
      </p:sp>
    </p:spTree>
    <p:extLst>
      <p:ext uri="{BB962C8B-B14F-4D97-AF65-F5344CB8AC3E}">
        <p14:creationId xmlns:p14="http://schemas.microsoft.com/office/powerpoint/2010/main" val="4247281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a:xfrm>
            <a:off x="332014" y="310769"/>
            <a:ext cx="11174186" cy="590931"/>
          </a:xfrm>
        </p:spPr>
        <p:txBody>
          <a:bodyPr/>
          <a:lstStyle/>
          <a:p>
            <a:r>
              <a:rPr lang="es-ES" dirty="0"/>
              <a:t>Evidencias limpieza del DPF </a:t>
            </a:r>
            <a:endParaRPr lang="es-CL" dirty="0"/>
          </a:p>
        </p:txBody>
      </p:sp>
      <p:pic>
        <p:nvPicPr>
          <p:cNvPr id="7" name="Imagen 6"/>
          <p:cNvPicPr>
            <a:picLocks noChangeAspect="1"/>
          </p:cNvPicPr>
          <p:nvPr/>
        </p:nvPicPr>
        <p:blipFill rotWithShape="1">
          <a:blip r:embed="rId2">
            <a:extLst>
              <a:ext uri="{28A0092B-C50C-407E-A947-70E740481C1C}">
                <a14:useLocalDpi xmlns:a14="http://schemas.microsoft.com/office/drawing/2010/main" val="0"/>
              </a:ext>
            </a:extLst>
          </a:blip>
          <a:srcRect l="-1235" t="-25926" r="1235" b="25926"/>
          <a:stretch/>
        </p:blipFill>
        <p:spPr>
          <a:xfrm>
            <a:off x="724858" y="-289812"/>
            <a:ext cx="2300514" cy="5424359"/>
          </a:xfrm>
          <a:prstGeom prst="rect">
            <a:avLst/>
          </a:prstGeom>
        </p:spPr>
      </p:pic>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1329" y="1042035"/>
            <a:ext cx="4515556" cy="2032000"/>
          </a:xfrm>
          <a:prstGeom prst="rect">
            <a:avLst/>
          </a:prstGeom>
        </p:spPr>
      </p:pic>
      <p:pic>
        <p:nvPicPr>
          <p:cNvPr id="9" name="Imagen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1330" y="3141917"/>
            <a:ext cx="4515556" cy="1992630"/>
          </a:xfrm>
          <a:prstGeom prst="rect">
            <a:avLst/>
          </a:prstGeom>
        </p:spPr>
      </p:pic>
      <p:pic>
        <p:nvPicPr>
          <p:cNvPr id="11" name="Imagen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86800" y="1008952"/>
            <a:ext cx="2057400" cy="4130166"/>
          </a:xfrm>
          <a:prstGeom prst="rect">
            <a:avLst/>
          </a:prstGeom>
        </p:spPr>
      </p:pic>
    </p:spTree>
    <p:extLst>
      <p:ext uri="{BB962C8B-B14F-4D97-AF65-F5344CB8AC3E}">
        <p14:creationId xmlns:p14="http://schemas.microsoft.com/office/powerpoint/2010/main" val="1258798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300" y="699205"/>
            <a:ext cx="1822450" cy="4049889"/>
          </a:xfrm>
          <a:prstGeom prst="rect">
            <a:avLst/>
          </a:prstGeom>
        </p:spPr>
      </p:pic>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8600" y="699205"/>
            <a:ext cx="1847850" cy="4050595"/>
          </a:xfrm>
          <a:prstGeom prst="rect">
            <a:avLst/>
          </a:prstGeom>
        </p:spPr>
      </p:pic>
      <p:pic>
        <p:nvPicPr>
          <p:cNvPr id="9" name="Imagen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2500" y="699205"/>
            <a:ext cx="1948815" cy="4040011"/>
          </a:xfrm>
          <a:prstGeom prst="rect">
            <a:avLst/>
          </a:prstGeom>
        </p:spPr>
      </p:pic>
      <p:pic>
        <p:nvPicPr>
          <p:cNvPr id="10" name="Imagen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7365" y="699205"/>
            <a:ext cx="4352472" cy="1958612"/>
          </a:xfrm>
          <a:prstGeom prst="rect">
            <a:avLst/>
          </a:prstGeom>
        </p:spPr>
      </p:pic>
      <p:pic>
        <p:nvPicPr>
          <p:cNvPr id="11" name="Imagen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57366" y="2924112"/>
            <a:ext cx="4352472" cy="2317352"/>
          </a:xfrm>
          <a:prstGeom prst="rect">
            <a:avLst/>
          </a:prstGeom>
        </p:spPr>
      </p:pic>
    </p:spTree>
    <p:extLst>
      <p:ext uri="{BB962C8B-B14F-4D97-AF65-F5344CB8AC3E}">
        <p14:creationId xmlns:p14="http://schemas.microsoft.com/office/powerpoint/2010/main" val="799859661"/>
      </p:ext>
    </p:extLst>
  </p:cSld>
  <p:clrMapOvr>
    <a:masterClrMapping/>
  </p:clrMapOvr>
</p:sld>
</file>

<file path=ppt/theme/theme1.xml><?xml version="1.0" encoding="utf-8"?>
<a:theme xmlns:a="http://schemas.openxmlformats.org/drawingml/2006/main" name="Tema de Office">
  <a:themeElements>
    <a:clrScheme name="MSFT_01">
      <a:dk1>
        <a:sysClr val="windowText" lastClr="000000"/>
      </a:dk1>
      <a:lt1>
        <a:sysClr val="window" lastClr="FFFFFF"/>
      </a:lt1>
      <a:dk2>
        <a:srgbClr val="3F3F3F"/>
      </a:dk2>
      <a:lt2>
        <a:srgbClr val="FFFFFF"/>
      </a:lt2>
      <a:accent1>
        <a:srgbClr val="01C6FD"/>
      </a:accent1>
      <a:accent2>
        <a:srgbClr val="067F9C"/>
      </a:accent2>
      <a:accent3>
        <a:srgbClr val="014E52"/>
      </a:accent3>
      <a:accent4>
        <a:srgbClr val="ED7D31"/>
      </a:accent4>
      <a:accent5>
        <a:srgbClr val="79AE02"/>
      </a:accent5>
      <a:accent6>
        <a:srgbClr val="0070C0"/>
      </a:accent6>
      <a:hlink>
        <a:srgbClr val="01C6FD"/>
      </a:hlink>
      <a:folHlink>
        <a:srgbClr val="954F72"/>
      </a:folHlink>
    </a:clrScheme>
    <a:fontScheme name="MSFT_01">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0677717_TF89715846" id="{EA9DA29A-4F4B-4A51-AAEF-5D726F3D5AAE}" vid="{08152E00-DFD4-4991-814E-5D320BB647B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D8A4B1-1036-4F2B-9C1A-A86F68D314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0439D9-8631-4FC1-BCE0-1BDB23425EE1}">
  <ds:schemaRefs>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723BE856-B6C2-4675-AE16-47A27D415D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Presentación de océano</Template>
  <TotalTime>0</TotalTime>
  <Words>1375</Words>
  <Application>Microsoft Macintosh PowerPoint</Application>
  <PresentationFormat>Panorámica</PresentationFormat>
  <Paragraphs>53</Paragraphs>
  <Slides>13</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Century Gothic</vt:lpstr>
      <vt:lpstr>Times New Roman</vt:lpstr>
      <vt:lpstr>Tema de Office</vt:lpstr>
      <vt:lpstr>Limpieza filtro de partículas por contaminación de cenizas sin eliminarlo</vt:lpstr>
      <vt:lpstr>Presentación de PowerPoint</vt:lpstr>
      <vt:lpstr>Objetivo y preguntas</vt:lpstr>
      <vt:lpstr>Materiales a utilizar </vt:lpstr>
      <vt:lpstr>Herramienta tecnológica Auto Cad</vt:lpstr>
      <vt:lpstr>Cálculos matemáticos </vt:lpstr>
      <vt:lpstr>¿Qué es el DPF?  </vt:lpstr>
      <vt:lpstr>Porque se tapa el DPF (filtro de partículas)</vt:lpstr>
      <vt:lpstr>¿Por qué no eliminar el DPF definitivamente? </vt:lpstr>
      <vt:lpstr>¿Qué efectos negativos puede traer el eliminar el dpf? </vt:lpstr>
      <vt:lpstr>¿Qué son las regeneraciones forzadas?  </vt:lpstr>
      <vt:lpstr>Evidencias limpieza del DPF </vt:lpstr>
      <vt:lpstr>Presentación de PowerPoint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2023-11-23T00:36:39Z</dcterms:created>
  <dcterms:modified xsi:type="dcterms:W3CDTF">2023-12-14T22:56:43Z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