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0" r:id="rId4"/>
    <p:sldId id="276" r:id="rId5"/>
    <p:sldId id="259" r:id="rId6"/>
    <p:sldId id="261" r:id="rId7"/>
    <p:sldId id="272" r:id="rId8"/>
    <p:sldId id="263" r:id="rId9"/>
    <p:sldId id="264" r:id="rId10"/>
    <p:sldId id="266" r:id="rId11"/>
    <p:sldId id="267" r:id="rId12"/>
    <p:sldId id="265" r:id="rId13"/>
    <p:sldId id="271" r:id="rId14"/>
    <p:sldId id="262" r:id="rId15"/>
    <p:sldId id="269" r:id="rId16"/>
    <p:sldId id="270" r:id="rId17"/>
    <p:sldId id="273" r:id="rId18"/>
    <p:sldId id="274" r:id="rId19"/>
    <p:sldId id="277" r:id="rId20"/>
    <p:sldId id="279" r:id="rId21"/>
    <p:sldId id="278" r:id="rId22"/>
    <p:sldId id="275" r:id="rId23"/>
    <p:sldId id="280" r:id="rId24"/>
    <p:sldId id="281" r:id="rId25"/>
    <p:sldId id="282" r:id="rId26"/>
    <p:sldId id="283" r:id="rId27"/>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21"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0202"/>
    <a:srgbClr val="F4020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741" autoAdjust="0"/>
    <p:restoredTop sz="50000" autoAdjust="0"/>
  </p:normalViewPr>
  <p:slideViewPr>
    <p:cSldViewPr snapToGrid="0" snapToObjects="1">
      <p:cViewPr varScale="1">
        <p:scale>
          <a:sx n="110" d="100"/>
          <a:sy n="110" d="100"/>
        </p:scale>
        <p:origin x="344"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3T08:54:33.271" idx="2">
    <p:pos x="3974" y="343"/>
    <p:text>mejorar redacción</p:text>
    <p:extLst>
      <p:ext uri="{C676402C-5697-4E1C-873F-D02D1690AC5C}">
        <p15:threadingInfo xmlns:p15="http://schemas.microsoft.com/office/powerpoint/2012/main" timeZoneBias="180"/>
      </p:ext>
    </p:extLst>
  </p:cm>
  <p:cm authorId="1" dt="2023-12-19T11:27:47.401" idx="10">
    <p:pos x="2720" y="1028"/>
    <p:text>la redacción debe ser en tercera persona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3T08:55:30.502" idx="3">
    <p:pos x="10" y="10"/>
    <p:text>luego de la problemática agregar el árbol de problemas... después la noción matemática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9T11:39:03.537" idx="11">
    <p:pos x="5498" y="561"/>
    <p:text>muy bien</p:text>
    <p:extLst>
      <p:ext uri="{C676402C-5697-4E1C-873F-D02D1690AC5C}">
        <p15:threadingInfo xmlns:p15="http://schemas.microsoft.com/office/powerpoint/2012/main" timeZoneBias="180"/>
      </p:ext>
    </p:extLst>
  </p:cm>
  <p:cm authorId="1" dt="2023-12-19T11:39:25.132" idx="12">
    <p:pos x="2559" y="1757"/>
    <p:text>FALTA NOMBRAR QUE REPRESENTA CADA VARIABLE A UTILIZAR EN CADA FÓRMULA</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9T11:40:43.341" idx="13">
    <p:pos x="5461" y="583"/>
    <p:text>hasta ahí podríamos considerar el objetivo, luego pasa a dar la solución, es decir, cómo lo van hacer.</p:text>
    <p:extLst>
      <p:ext uri="{C676402C-5697-4E1C-873F-D02D1690AC5C}">
        <p15:threadingInfo xmlns:p15="http://schemas.microsoft.com/office/powerpoint/2012/main" timeZoneBias="180"/>
      </p:ext>
    </p:extLst>
  </p:cm>
  <p:cm authorId="1" dt="2023-12-19T11:41:30.403" idx="14">
    <p:pos x="5038" y="1502"/>
    <p:text>de que tipo de piezas estamos "hablando"... siempre debe dar detalle</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3T08:57:49.424" idx="4">
    <p:pos x="10" y="10"/>
    <p:text>éstos temas los debe investigar para utilizar en la búsqueda de respuestas a sus preguntas de investigación... para las referencias bibliográficas (APA)</p:text>
    <p:extLst>
      <p:ext uri="{C676402C-5697-4E1C-873F-D02D1690AC5C}">
        <p15:threadingInfo xmlns:p15="http://schemas.microsoft.com/office/powerpoint/2012/main" timeZoneBias="180"/>
      </p:ext>
    </p:extLst>
  </p:cm>
  <p:cm authorId="1" dt="2023-12-19T11:42:17.746" idx="15">
    <p:pos x="532" y="1794"/>
    <p:text>no consideraron sugerencias... no agregaron referencias bibliográficas para las descripciones</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9T11:43:18.861" idx="16">
    <p:pos x="10" y="10"/>
    <p:text>describir el proceso de "trabajo" del vehículo en taller para la obtención de piezas a reparar</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9T11:44:04.385" idx="17">
    <p:pos x="10" y="10"/>
    <p:text>faltan referencias bibliográficas o entrevistas con expertos que avalen sus palabras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13T09:02:46.125" idx="9">
    <p:pos x="10" y="10"/>
    <p:text>la linkografia debe basarse en APA para agregarlas a las referencias y bibliografías (etapa III)</p:text>
    <p:extLst>
      <p:ext uri="{C676402C-5697-4E1C-873F-D02D1690AC5C}">
        <p15:threadingInfo xmlns:p15="http://schemas.microsoft.com/office/powerpoint/2012/main" timeZoneBias="180"/>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3-12-13T09:00:18.925" idx="6">
    <p:pos x="10" y="10"/>
    <p:text>muy bien!</p:text>
    <p:extLst>
      <p:ext uri="{C676402C-5697-4E1C-873F-D02D1690AC5C}">
        <p15:threadingInfo xmlns:p15="http://schemas.microsoft.com/office/powerpoint/2012/main" timeZoneBias="180"/>
      </p:ext>
    </p:extLst>
  </p:cm>
</p:cmLst>
</file>

<file path=ppt/comments/comment10.xml><?xml version="1.0" encoding="utf-8"?>
<p:cmLst xmlns:a="http://schemas.openxmlformats.org/drawingml/2006/main" xmlns:r="http://schemas.openxmlformats.org/officeDocument/2006/relationships" xmlns:p="http://schemas.openxmlformats.org/presentationml/2006/main">
  <p:cm authorId="1" dt="2023-12-13T09:00:36.913" idx="7">
    <p:pos x="10" y="10"/>
    <p:text>acá debe incorporar imágenes de software que ustedes como grupo están utilizando en el proceso, es decir, capturas de imágenes de la creación de un repuesto a través de uno o más de estos software.</p:text>
    <p:extLst>
      <p:ext uri="{C676402C-5697-4E1C-873F-D02D1690AC5C}">
        <p15:threadingInfo xmlns:p15="http://schemas.microsoft.com/office/powerpoint/2012/main" timeZoneBias="180"/>
      </p:ext>
    </p:extLst>
  </p:cm>
  <p:cm authorId="1" dt="2023-12-13T09:01:53.590" idx="8">
    <p:pos x="146" y="146"/>
    <p:text>Faltan cálculos matemáticos (relación de la especialidad con la matemática) que no están presentes (más allá de nombrarlos)</p:text>
    <p:extLst>
      <p:ext uri="{C676402C-5697-4E1C-873F-D02D1690AC5C}">
        <p15:threadingInfo xmlns:p15="http://schemas.microsoft.com/office/powerpoint/2012/main" timeZoneBias="180"/>
      </p:ext>
    </p:extLst>
  </p:cm>
  <p:cm authorId="1" dt="2023-12-19T16:03:13.060" idx="18">
    <p:pos x="282" y="282"/>
    <p:text>bien incorporadas las imágenes, pero falta descripción de que se trata cada una e información al pie de imagen como referencias (APA)</p:text>
    <p:extLst>
      <p:ext uri="{C676402C-5697-4E1C-873F-D02D1690AC5C}">
        <p15:threadingInfo xmlns:p15="http://schemas.microsoft.com/office/powerpoint/2012/main" timeZoneBias="180"/>
      </p:ext>
    </p:extLst>
  </p:cm>
</p:cmLst>
</file>

<file path=ppt/comments/comment11.xml><?xml version="1.0" encoding="utf-8"?>
<p:cmLst xmlns:a="http://schemas.openxmlformats.org/drawingml/2006/main" xmlns:r="http://schemas.openxmlformats.org/officeDocument/2006/relationships" xmlns:p="http://schemas.openxmlformats.org/presentationml/2006/main">
  <p:cm authorId="1" dt="2023-12-19T16:06:07.573" idx="19">
    <p:pos x="10" y="10"/>
    <p:text/>
    <p:extLst>
      <p:ext uri="{C676402C-5697-4E1C-873F-D02D1690AC5C}">
        <p15:threadingInfo xmlns:p15="http://schemas.microsoft.com/office/powerpoint/2012/main" timeZoneBias="180"/>
      </p:ext>
    </p:extLst>
  </p:cm>
  <p:cm authorId="1" dt="2023-12-19T16:06:13.674" idx="20">
    <p:pos x="5337" y="1225"/>
    <p:text>¿de donde obtiene ésta información?</p:text>
    <p:extLst>
      <p:ext uri="{C676402C-5697-4E1C-873F-D02D1690AC5C}">
        <p15:threadingInfo xmlns:p15="http://schemas.microsoft.com/office/powerpoint/2012/main" timeZoneBias="180"/>
      </p:ext>
    </p:extLst>
  </p:cm>
</p:cmLst>
</file>

<file path=ppt/comments/comment12.xml><?xml version="1.0" encoding="utf-8"?>
<p:cmLst xmlns:a="http://schemas.openxmlformats.org/drawingml/2006/main" xmlns:r="http://schemas.openxmlformats.org/officeDocument/2006/relationships" xmlns:p="http://schemas.openxmlformats.org/presentationml/2006/main">
  <p:cm authorId="1" dt="2023-12-19T16:07:23.741" idx="21">
    <p:pos x="10" y="10"/>
    <p:text>si bien agregan "linkografía" ésta no se apega al formato solicitado (APA)</p:text>
    <p:extLst>
      <p:ext uri="{C676402C-5697-4E1C-873F-D02D1690AC5C}">
        <p15:threadingInfo xmlns:p15="http://schemas.microsoft.com/office/powerpoint/2012/main" timeZoneBias="180"/>
      </p:ext>
    </p:extLst>
  </p:cm>
</p:cmLst>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75EA6C-EE99-446E-8D64-0A447C73194E}" type="doc">
      <dgm:prSet loTypeId="urn:microsoft.com/office/officeart/2005/8/layout/orgChart1" loCatId="hierarchy" qsTypeId="urn:microsoft.com/office/officeart/2005/8/quickstyle/simple2" qsCatId="simple" csTypeId="urn:microsoft.com/office/officeart/2005/8/colors/colorful4" csCatId="colorful" phldr="1"/>
      <dgm:spPr/>
      <dgm:t>
        <a:bodyPr/>
        <a:lstStyle/>
        <a:p>
          <a:endParaRPr lang="es-ES"/>
        </a:p>
      </dgm:t>
    </dgm:pt>
    <dgm:pt modelId="{756B2631-3AD8-4FC2-8310-5872D3017029}">
      <dgm:prSet phldrT="[Texto]" custT="1"/>
      <dgm:spPr>
        <a:xfrm>
          <a:off x="405"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Dificultad en la localización de piezas </a:t>
          </a:r>
        </a:p>
      </dgm:t>
    </dgm:pt>
    <dgm:pt modelId="{32CB7F1C-B853-4B34-AC59-6DD124D4A5FD}" type="parTrans" cxnId="{EDFABCFB-D5A1-4326-913C-927458933624}">
      <dgm:prSet/>
      <dgm:spPr>
        <a:xfrm>
          <a:off x="574028" y="728958"/>
          <a:ext cx="2776335" cy="240921"/>
        </a:xfrm>
        <a:custGeom>
          <a:avLst/>
          <a:gdLst/>
          <a:ahLst/>
          <a:cxnLst/>
          <a:rect l="0" t="0" r="0" b="0"/>
          <a:pathLst>
            <a:path>
              <a:moveTo>
                <a:pt x="2776335" y="0"/>
              </a:moveTo>
              <a:lnTo>
                <a:pt x="2776335"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75FB2D18-C147-4FB6-97F6-97C16063D036}" type="sibTrans" cxnId="{EDFABCFB-D5A1-4326-913C-927458933624}">
      <dgm:prSet/>
      <dgm:spPr/>
      <dgm:t>
        <a:bodyPr/>
        <a:lstStyle/>
        <a:p>
          <a:endParaRPr lang="es-ES"/>
        </a:p>
      </dgm:t>
    </dgm:pt>
    <dgm:pt modelId="{7F430F73-A63B-4FB9-B41B-B062FA97BF4B}">
      <dgm:prSet phldrT="[Texto]" custT="1"/>
      <dgm:spPr>
        <a:xfrm>
          <a:off x="1388573"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Desvalorización del vehículo</a:t>
          </a:r>
        </a:p>
      </dgm:t>
    </dgm:pt>
    <dgm:pt modelId="{E559717C-02A6-4F36-8420-62A2C6A78131}" type="parTrans" cxnId="{2CDE338E-19F5-4AC2-9F48-0BE3828D9957}">
      <dgm:prSet/>
      <dgm:spPr>
        <a:xfrm>
          <a:off x="1962196" y="728958"/>
          <a:ext cx="1388167" cy="240921"/>
        </a:xfrm>
        <a:custGeom>
          <a:avLst/>
          <a:gdLst/>
          <a:ahLst/>
          <a:cxnLst/>
          <a:rect l="0" t="0" r="0" b="0"/>
          <a:pathLst>
            <a:path>
              <a:moveTo>
                <a:pt x="1388167" y="0"/>
              </a:moveTo>
              <a:lnTo>
                <a:pt x="1388167"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4523D89D-4841-4C24-9E65-33106C191C38}" type="sibTrans" cxnId="{2CDE338E-19F5-4AC2-9F48-0BE3828D9957}">
      <dgm:prSet/>
      <dgm:spPr/>
      <dgm:t>
        <a:bodyPr/>
        <a:lstStyle/>
        <a:p>
          <a:endParaRPr lang="es-ES"/>
        </a:p>
      </dgm:t>
    </dgm:pt>
    <dgm:pt modelId="{DD7C0E40-3933-4193-90AB-3AE568979702}">
      <dgm:prSet phldrT="[Texto]" custT="1"/>
      <dgm:spPr>
        <a:xfrm>
          <a:off x="2776741"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Tiempo de inactividad prolongado </a:t>
          </a:r>
        </a:p>
      </dgm:t>
    </dgm:pt>
    <dgm:pt modelId="{B7CC5715-6903-4696-8F18-C18F981A0327}" type="parTrans" cxnId="{8FB652F1-CDA9-4BDF-9B10-756619057778}">
      <dgm:prSet/>
      <dgm:spPr>
        <a:xfrm>
          <a:off x="3304644" y="728958"/>
          <a:ext cx="91440" cy="240921"/>
        </a:xfrm>
        <a:custGeom>
          <a:avLst/>
          <a:gdLst/>
          <a:ahLst/>
          <a:cxnLst/>
          <a:rect l="0" t="0" r="0" b="0"/>
          <a:pathLst>
            <a:path>
              <a:moveTo>
                <a:pt x="45720" y="0"/>
              </a:moveTo>
              <a:lnTo>
                <a:pt x="45720"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69363DF9-EC87-4C38-92C0-35D3919CC15B}" type="sibTrans" cxnId="{8FB652F1-CDA9-4BDF-9B10-756619057778}">
      <dgm:prSet/>
      <dgm:spPr/>
      <dgm:t>
        <a:bodyPr/>
        <a:lstStyle/>
        <a:p>
          <a:endParaRPr lang="es-ES"/>
        </a:p>
      </dgm:t>
    </dgm:pt>
    <dgm:pt modelId="{CF498F9A-5784-4827-8ACF-E1FCBDE49375}">
      <dgm:prSet custT="1"/>
      <dgm:spPr>
        <a:xfrm>
          <a:off x="4164909"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Aumento del costo de reparación </a:t>
          </a:r>
        </a:p>
      </dgm:t>
    </dgm:pt>
    <dgm:pt modelId="{69296FD9-863E-49C8-B277-259E17F8F11C}" type="parTrans" cxnId="{4C3BFE85-A125-4975-AA60-87CAC1FFD4F3}">
      <dgm:prSet/>
      <dgm:spPr>
        <a:xfrm>
          <a:off x="3350364" y="728958"/>
          <a:ext cx="1388167" cy="240921"/>
        </a:xfrm>
        <a:custGeom>
          <a:avLst/>
          <a:gdLst/>
          <a:ahLst/>
          <a:cxnLst/>
          <a:rect l="0" t="0" r="0" b="0"/>
          <a:pathLst>
            <a:path>
              <a:moveTo>
                <a:pt x="0" y="0"/>
              </a:moveTo>
              <a:lnTo>
                <a:pt x="0" y="120460"/>
              </a:lnTo>
              <a:lnTo>
                <a:pt x="1388167" y="120460"/>
              </a:lnTo>
              <a:lnTo>
                <a:pt x="1388167"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08DAC259-2CD3-419B-AB70-43ADC0076E3B}" type="sibTrans" cxnId="{4C3BFE85-A125-4975-AA60-87CAC1FFD4F3}">
      <dgm:prSet/>
      <dgm:spPr/>
      <dgm:t>
        <a:bodyPr/>
        <a:lstStyle/>
        <a:p>
          <a:endParaRPr lang="es-ES"/>
        </a:p>
      </dgm:t>
    </dgm:pt>
    <dgm:pt modelId="{A25C4E95-DADC-413B-8981-9141C365591A}">
      <dgm:prSet custT="1"/>
      <dgm:spPr>
        <a:xfrm>
          <a:off x="4451720"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Costos adicionales</a:t>
          </a:r>
        </a:p>
      </dgm:t>
    </dgm:pt>
    <dgm:pt modelId="{558706C2-B3D6-4E83-A03B-F9CEB7518D99}" type="parTrans" cxnId="{741C8E22-B19C-4854-906A-0135D1E67270}">
      <dgm:prSet/>
      <dgm:spPr>
        <a:xfrm>
          <a:off x="4279633"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2B914FB8-B990-40F7-B7DE-76C533AE2A53}" type="sibTrans" cxnId="{741C8E22-B19C-4854-906A-0135D1E67270}">
      <dgm:prSet/>
      <dgm:spPr/>
      <dgm:t>
        <a:bodyPr/>
        <a:lstStyle/>
        <a:p>
          <a:endParaRPr lang="es-ES"/>
        </a:p>
      </dgm:t>
    </dgm:pt>
    <dgm:pt modelId="{D2CEFBAC-42C7-420D-9149-6893F52F97C0}">
      <dgm:prSet custT="1"/>
      <dgm:spPr>
        <a:xfrm>
          <a:off x="5553077"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Riesgo de daños adicional </a:t>
          </a:r>
        </a:p>
      </dgm:t>
    </dgm:pt>
    <dgm:pt modelId="{9B606A40-D22E-42F1-BA47-62EA656DF333}" type="parTrans" cxnId="{7E151EAD-D86F-4F61-8E1D-C46F7BE8F9E0}">
      <dgm:prSet/>
      <dgm:spPr>
        <a:xfrm>
          <a:off x="3350364" y="728958"/>
          <a:ext cx="2776335" cy="240921"/>
        </a:xfrm>
        <a:custGeom>
          <a:avLst/>
          <a:gdLst/>
          <a:ahLst/>
          <a:cxnLst/>
          <a:rect l="0" t="0" r="0" b="0"/>
          <a:pathLst>
            <a:path>
              <a:moveTo>
                <a:pt x="0" y="0"/>
              </a:moveTo>
              <a:lnTo>
                <a:pt x="0" y="120460"/>
              </a:lnTo>
              <a:lnTo>
                <a:pt x="2776335" y="120460"/>
              </a:lnTo>
              <a:lnTo>
                <a:pt x="2776335" y="240921"/>
              </a:lnTo>
            </a:path>
          </a:pathLst>
        </a:custGeom>
        <a:noFill/>
        <a:ln w="12700" cap="flat" cmpd="sng" algn="ctr">
          <a:solidFill>
            <a:srgbClr val="5B9BD5">
              <a:hueOff val="0"/>
              <a:satOff val="0"/>
              <a:lumOff val="0"/>
              <a:alphaOff val="0"/>
            </a:srgbClr>
          </a:solidFill>
          <a:prstDash val="solid"/>
          <a:miter lim="800000"/>
        </a:ln>
        <a:effectLst/>
      </dgm:spPr>
      <dgm:t>
        <a:bodyPr/>
        <a:lstStyle/>
        <a:p>
          <a:endParaRPr lang="es-ES"/>
        </a:p>
      </dgm:t>
    </dgm:pt>
    <dgm:pt modelId="{E1646A0D-88FC-4DC5-BCE8-25D92E5F0B9A}" type="sibTrans" cxnId="{7E151EAD-D86F-4F61-8E1D-C46F7BE8F9E0}">
      <dgm:prSet/>
      <dgm:spPr/>
      <dgm:t>
        <a:bodyPr/>
        <a:lstStyle/>
        <a:p>
          <a:endParaRPr lang="es-ES"/>
        </a:p>
      </dgm:t>
    </dgm:pt>
    <dgm:pt modelId="{98FBB7BB-8DDF-4C0F-8525-58D72FF1D62C}">
      <dgm:prSet phldrT="[Texto]" custT="1"/>
      <dgm:spPr>
        <a:xfrm>
          <a:off x="2646230" y="27807"/>
          <a:ext cx="1408267" cy="701151"/>
        </a:xfrm>
        <a:prstGeom prst="rect">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Falta de Repuestos o Repuestos descontinuados </a:t>
          </a:r>
        </a:p>
      </dgm:t>
    </dgm:pt>
    <dgm:pt modelId="{34D0F832-1F6B-42B4-8A06-F5980DA6D6AE}" type="sibTrans" cxnId="{0BC61CB3-EB73-4BF2-AD9A-F8F309068C4C}">
      <dgm:prSet/>
      <dgm:spPr/>
      <dgm:t>
        <a:bodyPr/>
        <a:lstStyle/>
        <a:p>
          <a:endParaRPr lang="es-ES"/>
        </a:p>
      </dgm:t>
    </dgm:pt>
    <dgm:pt modelId="{BD8BA7CF-BA93-49F6-818F-60747B0811E0}" type="parTrans" cxnId="{0BC61CB3-EB73-4BF2-AD9A-F8F309068C4C}">
      <dgm:prSet/>
      <dgm:spPr/>
      <dgm:t>
        <a:bodyPr/>
        <a:lstStyle/>
        <a:p>
          <a:endParaRPr lang="es-ES"/>
        </a:p>
      </dgm:t>
    </dgm:pt>
    <dgm:pt modelId="{F7A29DC7-022B-40D7-9A9B-C3090BB2248E}">
      <dgm:prSet custT="1"/>
      <dgm:spPr>
        <a:xfrm>
          <a:off x="287216"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Frustración del propietario </a:t>
          </a:r>
        </a:p>
      </dgm:t>
    </dgm:pt>
    <dgm:pt modelId="{EFD3B839-37C3-4265-83A0-05108515F006}" type="parTrans" cxnId="{1072576D-8755-42CE-AD2F-4BC370C94467}">
      <dgm:prSet/>
      <dgm:spPr>
        <a:xfrm>
          <a:off x="115129"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6C05E05F-874B-4660-BFFD-108FAC8E41D3}" type="sibTrans" cxnId="{1072576D-8755-42CE-AD2F-4BC370C94467}">
      <dgm:prSet/>
      <dgm:spPr/>
      <dgm:t>
        <a:bodyPr/>
        <a:lstStyle/>
        <a:p>
          <a:endParaRPr lang="es-ES"/>
        </a:p>
      </dgm:t>
    </dgm:pt>
    <dgm:pt modelId="{1F232F4E-627E-4C7A-B588-713B4BCB8D5D}">
      <dgm:prSet custT="1"/>
      <dgm:spPr>
        <a:xfrm>
          <a:off x="287216"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Desgaste </a:t>
          </a:r>
        </a:p>
        <a:p>
          <a:pPr>
            <a:buNone/>
          </a:pPr>
          <a:r>
            <a:rPr lang="es-ES" sz="1200" dirty="0">
              <a:solidFill>
                <a:sysClr val="window" lastClr="FFFFFF"/>
              </a:solidFill>
              <a:latin typeface="Arial" panose="020B0604020202020204" pitchFamily="34" charset="0"/>
              <a:ea typeface="+mn-ea"/>
              <a:cs typeface="Arial" panose="020B0604020202020204" pitchFamily="34" charset="0"/>
            </a:rPr>
            <a:t>adicional </a:t>
          </a:r>
        </a:p>
      </dgm:t>
    </dgm:pt>
    <dgm:pt modelId="{5734FF65-3713-422E-9273-9AF081E454F1}" type="parTrans" cxnId="{DC5367E7-E8F5-444A-97B4-1E418D579074}">
      <dgm:prSet/>
      <dgm:spPr>
        <a:xfrm>
          <a:off x="115129"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5D7559D6-79F7-4E46-B6BF-CE0030775561}" type="sibTrans" cxnId="{DC5367E7-E8F5-444A-97B4-1E418D579074}">
      <dgm:prSet/>
      <dgm:spPr/>
      <dgm:t>
        <a:bodyPr/>
        <a:lstStyle/>
        <a:p>
          <a:endParaRPr lang="es-ES"/>
        </a:p>
      </dgm:t>
    </dgm:pt>
    <dgm:pt modelId="{0F30AB58-AFD6-422D-BCED-C7B357E0A6DD}">
      <dgm:prSet custT="1"/>
      <dgm:spPr>
        <a:xfrm>
          <a:off x="4451720"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Percepción negativa del servicio </a:t>
          </a:r>
        </a:p>
      </dgm:t>
    </dgm:pt>
    <dgm:pt modelId="{4912F087-9D9F-4EDB-8B01-46580A35B327}" type="parTrans" cxnId="{11624028-F73B-4E2C-8DF1-DB01F3D36A8D}">
      <dgm:prSet/>
      <dgm:spPr>
        <a:xfrm>
          <a:off x="4279633"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F84EEFEA-32A4-4848-816E-5180FD8D91C5}" type="sibTrans" cxnId="{11624028-F73B-4E2C-8DF1-DB01F3D36A8D}">
      <dgm:prSet/>
      <dgm:spPr/>
      <dgm:t>
        <a:bodyPr/>
        <a:lstStyle/>
        <a:p>
          <a:endParaRPr lang="es-ES"/>
        </a:p>
      </dgm:t>
    </dgm:pt>
    <dgm:pt modelId="{659BFA33-788D-4F8B-A3F9-30584DED3E0D}">
      <dgm:prSet custT="1"/>
      <dgm:spPr>
        <a:xfrm>
          <a:off x="1675384"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Perdida financiera</a:t>
          </a:r>
        </a:p>
      </dgm:t>
    </dgm:pt>
    <dgm:pt modelId="{DB79666B-F427-4284-B8A7-0CA4B5CBD906}" type="parTrans" cxnId="{DA0EAC97-2C73-44A2-8076-BB69671A4D0E}">
      <dgm:prSet/>
      <dgm:spPr>
        <a:xfrm>
          <a:off x="1503297"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2BA2900E-2EB6-467F-9DAD-D105F6941853}" type="sibTrans" cxnId="{DA0EAC97-2C73-44A2-8076-BB69671A4D0E}">
      <dgm:prSet/>
      <dgm:spPr/>
      <dgm:t>
        <a:bodyPr/>
        <a:lstStyle/>
        <a:p>
          <a:endParaRPr lang="es-ES"/>
        </a:p>
      </dgm:t>
    </dgm:pt>
    <dgm:pt modelId="{40C0E389-713B-40DA-A462-86E01C206266}">
      <dgm:prSet custT="1"/>
      <dgm:spPr>
        <a:xfrm>
          <a:off x="1675384"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Dificultad en la </a:t>
          </a:r>
        </a:p>
        <a:p>
          <a:pPr>
            <a:buNone/>
          </a:pPr>
          <a:r>
            <a:rPr lang="es-ES" sz="1200" dirty="0">
              <a:solidFill>
                <a:sysClr val="window" lastClr="FFFFFF"/>
              </a:solidFill>
              <a:latin typeface="Arial" panose="020B0604020202020204" pitchFamily="34" charset="0"/>
              <a:ea typeface="+mn-ea"/>
              <a:cs typeface="Arial" panose="020B0604020202020204" pitchFamily="34" charset="0"/>
            </a:rPr>
            <a:t>reventa </a:t>
          </a:r>
        </a:p>
      </dgm:t>
    </dgm:pt>
    <dgm:pt modelId="{E0690E68-6F49-472E-8E29-89945C361D45}" type="parTrans" cxnId="{5F6810C9-04A7-40D6-BDCD-7543991E5E36}">
      <dgm:prSet/>
      <dgm:spPr>
        <a:xfrm>
          <a:off x="1503297"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EFD17BF2-9C6D-4A60-8BE2-9A367C1DBBE9}" type="sibTrans" cxnId="{5F6810C9-04A7-40D6-BDCD-7543991E5E36}">
      <dgm:prSet/>
      <dgm:spPr/>
      <dgm:t>
        <a:bodyPr/>
        <a:lstStyle/>
        <a:p>
          <a:endParaRPr lang="es-ES"/>
        </a:p>
      </dgm:t>
    </dgm:pt>
    <dgm:pt modelId="{41923670-100E-425D-90AA-D524B70B87A1}">
      <dgm:prSet custT="1"/>
      <dgm:spPr>
        <a:xfrm>
          <a:off x="3063552"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lgn="ctr">
            <a:buNone/>
          </a:pPr>
          <a:r>
            <a:rPr lang="es-ES" sz="1200" dirty="0">
              <a:solidFill>
                <a:sysClr val="window" lastClr="FFFFFF"/>
              </a:solidFill>
              <a:latin typeface="Arial" panose="020B0604020202020204" pitchFamily="34" charset="0"/>
              <a:ea typeface="+mn-ea"/>
              <a:cs typeface="Arial" panose="020B0604020202020204" pitchFamily="34" charset="0"/>
            </a:rPr>
            <a:t>Pérdida de productividad</a:t>
          </a:r>
        </a:p>
      </dgm:t>
    </dgm:pt>
    <dgm:pt modelId="{3EDA46BD-8785-494F-8617-36EEDC3D48DD}" type="parTrans" cxnId="{691EE324-B210-4767-A9D8-2AA8B798FD3D}">
      <dgm:prSet/>
      <dgm:spPr>
        <a:xfrm>
          <a:off x="2891465"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B7CF2AE1-7788-449C-9C48-55E5C74F2B2C}" type="sibTrans" cxnId="{691EE324-B210-4767-A9D8-2AA8B798FD3D}">
      <dgm:prSet/>
      <dgm:spPr/>
      <dgm:t>
        <a:bodyPr/>
        <a:lstStyle/>
        <a:p>
          <a:endParaRPr lang="es-ES"/>
        </a:p>
      </dgm:t>
    </dgm:pt>
    <dgm:pt modelId="{C4D88F73-5AEE-4025-93D4-1BCEE0D1D95E}">
      <dgm:prSet custT="1"/>
      <dgm:spPr>
        <a:xfrm>
          <a:off x="3032186" y="2567598"/>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lgn="ctr">
            <a:buNone/>
          </a:pPr>
          <a:r>
            <a:rPr lang="es-ES" sz="1200" dirty="0">
              <a:solidFill>
                <a:sysClr val="window" lastClr="FFFFFF"/>
              </a:solidFill>
              <a:latin typeface="Arial" panose="020B0604020202020204" pitchFamily="34" charset="0"/>
              <a:ea typeface="+mn-ea"/>
              <a:cs typeface="Arial" panose="020B0604020202020204" pitchFamily="34" charset="0"/>
            </a:rPr>
            <a:t>Utilizar otro medio de transporte</a:t>
          </a:r>
        </a:p>
      </dgm:t>
    </dgm:pt>
    <dgm:pt modelId="{6AC6998D-3699-40D4-B991-CFE596AB9610}" type="parTrans" cxnId="{E0001BDC-2A67-49D2-A58E-9604CFA5D5A9}">
      <dgm:prSet/>
      <dgm:spPr>
        <a:xfrm>
          <a:off x="2891465" y="1543503"/>
          <a:ext cx="140721" cy="1310906"/>
        </a:xfrm>
        <a:custGeom>
          <a:avLst/>
          <a:gdLst/>
          <a:ahLst/>
          <a:cxnLst/>
          <a:rect l="0" t="0" r="0" b="0"/>
          <a:pathLst>
            <a:path>
              <a:moveTo>
                <a:pt x="0" y="0"/>
              </a:moveTo>
              <a:lnTo>
                <a:pt x="0" y="1310906"/>
              </a:lnTo>
              <a:lnTo>
                <a:pt x="140721" y="1310906"/>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BA7D2D7E-AE6C-4BFF-81EF-73B7FDEA0A74}" type="sibTrans" cxnId="{E0001BDC-2A67-49D2-A58E-9604CFA5D5A9}">
      <dgm:prSet/>
      <dgm:spPr/>
      <dgm:t>
        <a:bodyPr/>
        <a:lstStyle/>
        <a:p>
          <a:endParaRPr lang="es-ES"/>
        </a:p>
      </dgm:t>
    </dgm:pt>
    <dgm:pt modelId="{78535DD5-7477-413D-A54E-D020D01C347D}">
      <dgm:prSet custT="1"/>
      <dgm:spPr>
        <a:xfrm>
          <a:off x="5839888"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Perdida del vehículo</a:t>
          </a:r>
        </a:p>
      </dgm:t>
    </dgm:pt>
    <dgm:pt modelId="{DCF75FA1-F48F-47CA-BE27-24C63B9000DB}" type="parTrans" cxnId="{E99D97CA-ABEA-453B-8D40-1E3EB219B818}">
      <dgm:prSet/>
      <dgm:spPr>
        <a:xfrm>
          <a:off x="5667801"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67F74BE8-A58B-43B9-A496-32C192B3933C}" type="sibTrans" cxnId="{E99D97CA-ABEA-453B-8D40-1E3EB219B818}">
      <dgm:prSet/>
      <dgm:spPr/>
      <dgm:t>
        <a:bodyPr/>
        <a:lstStyle/>
        <a:p>
          <a:endParaRPr lang="es-ES"/>
        </a:p>
      </dgm:t>
    </dgm:pt>
    <dgm:pt modelId="{4336B397-C9E3-4D24-8BBA-A8990D14D3A8}">
      <dgm:prSet custT="1"/>
      <dgm:spPr>
        <a:xfrm>
          <a:off x="5839888"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gm:spPr>
      <dgm:t>
        <a:bodyPr/>
        <a:lstStyle/>
        <a:p>
          <a:pPr>
            <a:buNone/>
          </a:pPr>
          <a:r>
            <a:rPr lang="es-ES" sz="1200" dirty="0">
              <a:solidFill>
                <a:sysClr val="window" lastClr="FFFFFF"/>
              </a:solidFill>
              <a:latin typeface="Arial" panose="020B0604020202020204" pitchFamily="34" charset="0"/>
              <a:ea typeface="+mn-ea"/>
              <a:cs typeface="Arial" panose="020B0604020202020204" pitchFamily="34" charset="0"/>
            </a:rPr>
            <a:t>Reparaciones </a:t>
          </a:r>
        </a:p>
        <a:p>
          <a:pPr>
            <a:buNone/>
          </a:pPr>
          <a:r>
            <a:rPr lang="es-ES" sz="1200" dirty="0">
              <a:solidFill>
                <a:sysClr val="window" lastClr="FFFFFF"/>
              </a:solidFill>
              <a:latin typeface="Arial" panose="020B0604020202020204" pitchFamily="34" charset="0"/>
              <a:ea typeface="+mn-ea"/>
              <a:cs typeface="Arial" panose="020B0604020202020204" pitchFamily="34" charset="0"/>
            </a:rPr>
            <a:t>recurrentes </a:t>
          </a:r>
        </a:p>
      </dgm:t>
    </dgm:pt>
    <dgm:pt modelId="{6F08F977-103A-416E-A3F6-BF4301FB490F}" type="parTrans" cxnId="{313F7944-C551-4159-AC8E-CA437E26347C}">
      <dgm:prSet/>
      <dgm:spPr>
        <a:xfrm>
          <a:off x="5667801"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gm:spPr>
      <dgm:t>
        <a:bodyPr/>
        <a:lstStyle/>
        <a:p>
          <a:endParaRPr lang="es-ES"/>
        </a:p>
      </dgm:t>
    </dgm:pt>
    <dgm:pt modelId="{795D30F6-702F-4C40-9A2B-AF543D5A5A9B}" type="sibTrans" cxnId="{313F7944-C551-4159-AC8E-CA437E26347C}">
      <dgm:prSet/>
      <dgm:spPr/>
      <dgm:t>
        <a:bodyPr/>
        <a:lstStyle/>
        <a:p>
          <a:endParaRPr lang="es-ES"/>
        </a:p>
      </dgm:t>
    </dgm:pt>
    <dgm:pt modelId="{03B1AC96-51BD-42F4-9618-59247A394513}" type="pres">
      <dgm:prSet presAssocID="{3075EA6C-EE99-446E-8D64-0A447C73194E}" presName="hierChild1" presStyleCnt="0">
        <dgm:presLayoutVars>
          <dgm:orgChart val="1"/>
          <dgm:chPref val="1"/>
          <dgm:dir/>
          <dgm:animOne val="branch"/>
          <dgm:animLvl val="lvl"/>
          <dgm:resizeHandles/>
        </dgm:presLayoutVars>
      </dgm:prSet>
      <dgm:spPr/>
    </dgm:pt>
    <dgm:pt modelId="{42EEF49F-687E-483B-BE59-6E96C183BC00}" type="pres">
      <dgm:prSet presAssocID="{98FBB7BB-8DDF-4C0F-8525-58D72FF1D62C}" presName="hierRoot1" presStyleCnt="0">
        <dgm:presLayoutVars>
          <dgm:hierBranch val="init"/>
        </dgm:presLayoutVars>
      </dgm:prSet>
      <dgm:spPr/>
    </dgm:pt>
    <dgm:pt modelId="{16F34021-6443-44D5-A2EF-1AE3FDBA4E7A}" type="pres">
      <dgm:prSet presAssocID="{98FBB7BB-8DDF-4C0F-8525-58D72FF1D62C}" presName="rootComposite1" presStyleCnt="0"/>
      <dgm:spPr/>
    </dgm:pt>
    <dgm:pt modelId="{91767F60-17E4-41A2-9CCB-35EB9A3F6BFD}" type="pres">
      <dgm:prSet presAssocID="{98FBB7BB-8DDF-4C0F-8525-58D72FF1D62C}" presName="rootText1" presStyleLbl="node0" presStyleIdx="0" presStyleCnt="1" custScaleX="122752" custScaleY="122232">
        <dgm:presLayoutVars>
          <dgm:chPref val="3"/>
        </dgm:presLayoutVars>
      </dgm:prSet>
      <dgm:spPr/>
    </dgm:pt>
    <dgm:pt modelId="{EE08D88F-BB3A-4359-BC70-8A1C64BDFB9E}" type="pres">
      <dgm:prSet presAssocID="{98FBB7BB-8DDF-4C0F-8525-58D72FF1D62C}" presName="rootConnector1" presStyleLbl="node1" presStyleIdx="0" presStyleCnt="0"/>
      <dgm:spPr/>
    </dgm:pt>
    <dgm:pt modelId="{CD20ECAD-3097-43B7-9809-31D40D17C28B}" type="pres">
      <dgm:prSet presAssocID="{98FBB7BB-8DDF-4C0F-8525-58D72FF1D62C}" presName="hierChild2" presStyleCnt="0"/>
      <dgm:spPr/>
    </dgm:pt>
    <dgm:pt modelId="{FF8BC99B-A584-4ED9-B7BC-AAC30B515CDD}" type="pres">
      <dgm:prSet presAssocID="{32CB7F1C-B853-4B34-AC59-6DD124D4A5FD}" presName="Name37" presStyleLbl="parChTrans1D2" presStyleIdx="0" presStyleCnt="5"/>
      <dgm:spPr/>
    </dgm:pt>
    <dgm:pt modelId="{39CBA1DC-E430-4E45-A760-683B43A0E1D3}" type="pres">
      <dgm:prSet presAssocID="{756B2631-3AD8-4FC2-8310-5872D3017029}" presName="hierRoot2" presStyleCnt="0">
        <dgm:presLayoutVars>
          <dgm:hierBranch val="init"/>
        </dgm:presLayoutVars>
      </dgm:prSet>
      <dgm:spPr/>
    </dgm:pt>
    <dgm:pt modelId="{E52ED77C-5F94-4E70-8487-39E64A42DE4A}" type="pres">
      <dgm:prSet presAssocID="{756B2631-3AD8-4FC2-8310-5872D3017029}" presName="rootComposite" presStyleCnt="0"/>
      <dgm:spPr/>
    </dgm:pt>
    <dgm:pt modelId="{6155CE3C-4F83-49B6-963B-B304060369A8}" type="pres">
      <dgm:prSet presAssocID="{756B2631-3AD8-4FC2-8310-5872D3017029}" presName="rootText" presStyleLbl="node2" presStyleIdx="0" presStyleCnt="5">
        <dgm:presLayoutVars>
          <dgm:chPref val="3"/>
        </dgm:presLayoutVars>
      </dgm:prSet>
      <dgm:spPr/>
    </dgm:pt>
    <dgm:pt modelId="{E38BAD24-7EED-4152-8E38-482F3041224C}" type="pres">
      <dgm:prSet presAssocID="{756B2631-3AD8-4FC2-8310-5872D3017029}" presName="rootConnector" presStyleLbl="node2" presStyleIdx="0" presStyleCnt="5"/>
      <dgm:spPr/>
    </dgm:pt>
    <dgm:pt modelId="{6FA5B417-08CF-40AA-9908-D492AD7EF663}" type="pres">
      <dgm:prSet presAssocID="{756B2631-3AD8-4FC2-8310-5872D3017029}" presName="hierChild4" presStyleCnt="0"/>
      <dgm:spPr/>
    </dgm:pt>
    <dgm:pt modelId="{34BD58F0-3ECD-4050-B970-AD977904DF3D}" type="pres">
      <dgm:prSet presAssocID="{EFD3B839-37C3-4265-83A0-05108515F006}" presName="Name37" presStyleLbl="parChTrans1D3" presStyleIdx="0" presStyleCnt="10"/>
      <dgm:spPr/>
    </dgm:pt>
    <dgm:pt modelId="{E9CF2588-7158-452E-987F-C7AE8477904B}" type="pres">
      <dgm:prSet presAssocID="{F7A29DC7-022B-40D7-9A9B-C3090BB2248E}" presName="hierRoot2" presStyleCnt="0">
        <dgm:presLayoutVars>
          <dgm:hierBranch val="init"/>
        </dgm:presLayoutVars>
      </dgm:prSet>
      <dgm:spPr/>
    </dgm:pt>
    <dgm:pt modelId="{85FC2A31-4EF8-46CC-919C-953CB6D81B25}" type="pres">
      <dgm:prSet presAssocID="{F7A29DC7-022B-40D7-9A9B-C3090BB2248E}" presName="rootComposite" presStyleCnt="0"/>
      <dgm:spPr/>
    </dgm:pt>
    <dgm:pt modelId="{18A56462-23C9-434F-99AE-FE59FBE93040}" type="pres">
      <dgm:prSet presAssocID="{F7A29DC7-022B-40D7-9A9B-C3090BB2248E}" presName="rootText" presStyleLbl="node3" presStyleIdx="0" presStyleCnt="10">
        <dgm:presLayoutVars>
          <dgm:chPref val="3"/>
        </dgm:presLayoutVars>
      </dgm:prSet>
      <dgm:spPr/>
    </dgm:pt>
    <dgm:pt modelId="{2B054BEC-5DC4-4981-B557-72419247284E}" type="pres">
      <dgm:prSet presAssocID="{F7A29DC7-022B-40D7-9A9B-C3090BB2248E}" presName="rootConnector" presStyleLbl="node3" presStyleIdx="0" presStyleCnt="10"/>
      <dgm:spPr/>
    </dgm:pt>
    <dgm:pt modelId="{0ECE3980-76F2-4528-865A-45804EFF4578}" type="pres">
      <dgm:prSet presAssocID="{F7A29DC7-022B-40D7-9A9B-C3090BB2248E}" presName="hierChild4" presStyleCnt="0"/>
      <dgm:spPr/>
    </dgm:pt>
    <dgm:pt modelId="{2BECA246-6DCE-469E-8DE8-64455E34562D}" type="pres">
      <dgm:prSet presAssocID="{F7A29DC7-022B-40D7-9A9B-C3090BB2248E}" presName="hierChild5" presStyleCnt="0"/>
      <dgm:spPr/>
    </dgm:pt>
    <dgm:pt modelId="{652A5461-3455-422F-94C7-CEAD5413BFA6}" type="pres">
      <dgm:prSet presAssocID="{5734FF65-3713-422E-9273-9AF081E454F1}" presName="Name37" presStyleLbl="parChTrans1D3" presStyleIdx="1" presStyleCnt="10"/>
      <dgm:spPr/>
    </dgm:pt>
    <dgm:pt modelId="{378A84EA-70B7-44BC-94B5-220967494916}" type="pres">
      <dgm:prSet presAssocID="{1F232F4E-627E-4C7A-B588-713B4BCB8D5D}" presName="hierRoot2" presStyleCnt="0">
        <dgm:presLayoutVars>
          <dgm:hierBranch val="init"/>
        </dgm:presLayoutVars>
      </dgm:prSet>
      <dgm:spPr/>
    </dgm:pt>
    <dgm:pt modelId="{C9E4341D-9EBE-444B-AE97-E4847FD224EA}" type="pres">
      <dgm:prSet presAssocID="{1F232F4E-627E-4C7A-B588-713B4BCB8D5D}" presName="rootComposite" presStyleCnt="0"/>
      <dgm:spPr/>
    </dgm:pt>
    <dgm:pt modelId="{566F0EBF-16B8-4480-A734-0EA9B9923A09}" type="pres">
      <dgm:prSet presAssocID="{1F232F4E-627E-4C7A-B588-713B4BCB8D5D}" presName="rootText" presStyleLbl="node3" presStyleIdx="1" presStyleCnt="10">
        <dgm:presLayoutVars>
          <dgm:chPref val="3"/>
        </dgm:presLayoutVars>
      </dgm:prSet>
      <dgm:spPr/>
    </dgm:pt>
    <dgm:pt modelId="{A9D15327-D8EC-45D6-B658-4FEF5B855525}" type="pres">
      <dgm:prSet presAssocID="{1F232F4E-627E-4C7A-B588-713B4BCB8D5D}" presName="rootConnector" presStyleLbl="node3" presStyleIdx="1" presStyleCnt="10"/>
      <dgm:spPr/>
    </dgm:pt>
    <dgm:pt modelId="{68F726A4-5E77-42C5-B565-802869043FCE}" type="pres">
      <dgm:prSet presAssocID="{1F232F4E-627E-4C7A-B588-713B4BCB8D5D}" presName="hierChild4" presStyleCnt="0"/>
      <dgm:spPr/>
    </dgm:pt>
    <dgm:pt modelId="{5F0A5D37-AA30-4316-9F5B-30DD3743574C}" type="pres">
      <dgm:prSet presAssocID="{1F232F4E-627E-4C7A-B588-713B4BCB8D5D}" presName="hierChild5" presStyleCnt="0"/>
      <dgm:spPr/>
    </dgm:pt>
    <dgm:pt modelId="{34802D57-D90B-4EAD-9922-063C186BFE74}" type="pres">
      <dgm:prSet presAssocID="{756B2631-3AD8-4FC2-8310-5872D3017029}" presName="hierChild5" presStyleCnt="0"/>
      <dgm:spPr/>
    </dgm:pt>
    <dgm:pt modelId="{329CBD1F-E280-4305-98DF-44A79842B7E9}" type="pres">
      <dgm:prSet presAssocID="{E559717C-02A6-4F36-8420-62A2C6A78131}" presName="Name37" presStyleLbl="parChTrans1D2" presStyleIdx="1" presStyleCnt="5"/>
      <dgm:spPr/>
    </dgm:pt>
    <dgm:pt modelId="{E7E3B87B-2D68-4802-BEA0-8451DC677E07}" type="pres">
      <dgm:prSet presAssocID="{7F430F73-A63B-4FB9-B41B-B062FA97BF4B}" presName="hierRoot2" presStyleCnt="0">
        <dgm:presLayoutVars>
          <dgm:hierBranch val="init"/>
        </dgm:presLayoutVars>
      </dgm:prSet>
      <dgm:spPr/>
    </dgm:pt>
    <dgm:pt modelId="{83F0E5BD-677C-420F-BE68-4DA80B419CD1}" type="pres">
      <dgm:prSet presAssocID="{7F430F73-A63B-4FB9-B41B-B062FA97BF4B}" presName="rootComposite" presStyleCnt="0"/>
      <dgm:spPr/>
    </dgm:pt>
    <dgm:pt modelId="{E95F848B-786F-4A66-89AC-66B8ECEDB889}" type="pres">
      <dgm:prSet presAssocID="{7F430F73-A63B-4FB9-B41B-B062FA97BF4B}" presName="rootText" presStyleLbl="node2" presStyleIdx="1" presStyleCnt="5">
        <dgm:presLayoutVars>
          <dgm:chPref val="3"/>
        </dgm:presLayoutVars>
      </dgm:prSet>
      <dgm:spPr/>
    </dgm:pt>
    <dgm:pt modelId="{FA138741-F6EE-4475-A292-7475FFA2EC02}" type="pres">
      <dgm:prSet presAssocID="{7F430F73-A63B-4FB9-B41B-B062FA97BF4B}" presName="rootConnector" presStyleLbl="node2" presStyleIdx="1" presStyleCnt="5"/>
      <dgm:spPr/>
    </dgm:pt>
    <dgm:pt modelId="{1801C6F0-3559-41FD-9B15-F6462882A19A}" type="pres">
      <dgm:prSet presAssocID="{7F430F73-A63B-4FB9-B41B-B062FA97BF4B}" presName="hierChild4" presStyleCnt="0"/>
      <dgm:spPr/>
    </dgm:pt>
    <dgm:pt modelId="{E81A16E0-58B6-492E-8174-CC9AF076603D}" type="pres">
      <dgm:prSet presAssocID="{DB79666B-F427-4284-B8A7-0CA4B5CBD906}" presName="Name37" presStyleLbl="parChTrans1D3" presStyleIdx="2" presStyleCnt="10"/>
      <dgm:spPr/>
    </dgm:pt>
    <dgm:pt modelId="{4CCED876-D697-480B-AA5A-4B7E2FFB3E1F}" type="pres">
      <dgm:prSet presAssocID="{659BFA33-788D-4F8B-A3F9-30584DED3E0D}" presName="hierRoot2" presStyleCnt="0">
        <dgm:presLayoutVars>
          <dgm:hierBranch val="init"/>
        </dgm:presLayoutVars>
      </dgm:prSet>
      <dgm:spPr/>
    </dgm:pt>
    <dgm:pt modelId="{4942BD2D-1579-4634-AC7F-6F35AC75A023}" type="pres">
      <dgm:prSet presAssocID="{659BFA33-788D-4F8B-A3F9-30584DED3E0D}" presName="rootComposite" presStyleCnt="0"/>
      <dgm:spPr/>
    </dgm:pt>
    <dgm:pt modelId="{9CEC2203-12C4-4475-9DD4-4658C7745518}" type="pres">
      <dgm:prSet presAssocID="{659BFA33-788D-4F8B-A3F9-30584DED3E0D}" presName="rootText" presStyleLbl="node3" presStyleIdx="2" presStyleCnt="10">
        <dgm:presLayoutVars>
          <dgm:chPref val="3"/>
        </dgm:presLayoutVars>
      </dgm:prSet>
      <dgm:spPr/>
    </dgm:pt>
    <dgm:pt modelId="{C2F9E996-010F-4612-AAF0-5B3C3B97601A}" type="pres">
      <dgm:prSet presAssocID="{659BFA33-788D-4F8B-A3F9-30584DED3E0D}" presName="rootConnector" presStyleLbl="node3" presStyleIdx="2" presStyleCnt="10"/>
      <dgm:spPr/>
    </dgm:pt>
    <dgm:pt modelId="{FC4A219C-4D70-43F0-BF41-AB3B0BA0A20A}" type="pres">
      <dgm:prSet presAssocID="{659BFA33-788D-4F8B-A3F9-30584DED3E0D}" presName="hierChild4" presStyleCnt="0"/>
      <dgm:spPr/>
    </dgm:pt>
    <dgm:pt modelId="{1EB5E605-0DCC-4857-833A-81FDACD72CA5}" type="pres">
      <dgm:prSet presAssocID="{659BFA33-788D-4F8B-A3F9-30584DED3E0D}" presName="hierChild5" presStyleCnt="0"/>
      <dgm:spPr/>
    </dgm:pt>
    <dgm:pt modelId="{9F5F2726-C502-490E-BA65-4D4A28A8CDAF}" type="pres">
      <dgm:prSet presAssocID="{E0690E68-6F49-472E-8E29-89945C361D45}" presName="Name37" presStyleLbl="parChTrans1D3" presStyleIdx="3" presStyleCnt="10"/>
      <dgm:spPr/>
    </dgm:pt>
    <dgm:pt modelId="{E3B73799-99A4-4FF4-9A02-BE4683A1BE37}" type="pres">
      <dgm:prSet presAssocID="{40C0E389-713B-40DA-A462-86E01C206266}" presName="hierRoot2" presStyleCnt="0">
        <dgm:presLayoutVars>
          <dgm:hierBranch val="init"/>
        </dgm:presLayoutVars>
      </dgm:prSet>
      <dgm:spPr/>
    </dgm:pt>
    <dgm:pt modelId="{641C1738-5832-4D56-940F-1E53D6369FF8}" type="pres">
      <dgm:prSet presAssocID="{40C0E389-713B-40DA-A462-86E01C206266}" presName="rootComposite" presStyleCnt="0"/>
      <dgm:spPr/>
    </dgm:pt>
    <dgm:pt modelId="{7B847B6A-B322-4B95-BCF8-9A87B3F01B52}" type="pres">
      <dgm:prSet presAssocID="{40C0E389-713B-40DA-A462-86E01C206266}" presName="rootText" presStyleLbl="node3" presStyleIdx="3" presStyleCnt="10">
        <dgm:presLayoutVars>
          <dgm:chPref val="3"/>
        </dgm:presLayoutVars>
      </dgm:prSet>
      <dgm:spPr/>
    </dgm:pt>
    <dgm:pt modelId="{BF9A8064-B664-4B53-88DD-D44EE6649BFB}" type="pres">
      <dgm:prSet presAssocID="{40C0E389-713B-40DA-A462-86E01C206266}" presName="rootConnector" presStyleLbl="node3" presStyleIdx="3" presStyleCnt="10"/>
      <dgm:spPr/>
    </dgm:pt>
    <dgm:pt modelId="{5B96C2F4-8360-4C13-BF9B-B32F19173AB7}" type="pres">
      <dgm:prSet presAssocID="{40C0E389-713B-40DA-A462-86E01C206266}" presName="hierChild4" presStyleCnt="0"/>
      <dgm:spPr/>
    </dgm:pt>
    <dgm:pt modelId="{DDDF341E-7E8A-4CB3-BB96-691A07ABB6FB}" type="pres">
      <dgm:prSet presAssocID="{40C0E389-713B-40DA-A462-86E01C206266}" presName="hierChild5" presStyleCnt="0"/>
      <dgm:spPr/>
    </dgm:pt>
    <dgm:pt modelId="{817686D2-987A-4FCA-9589-25C240BE662C}" type="pres">
      <dgm:prSet presAssocID="{7F430F73-A63B-4FB9-B41B-B062FA97BF4B}" presName="hierChild5" presStyleCnt="0"/>
      <dgm:spPr/>
    </dgm:pt>
    <dgm:pt modelId="{9F7A6612-F740-40DA-8999-C295D731C938}" type="pres">
      <dgm:prSet presAssocID="{B7CC5715-6903-4696-8F18-C18F981A0327}" presName="Name37" presStyleLbl="parChTrans1D2" presStyleIdx="2" presStyleCnt="5"/>
      <dgm:spPr/>
    </dgm:pt>
    <dgm:pt modelId="{11987CEC-9089-411B-A35A-E094AAF5E842}" type="pres">
      <dgm:prSet presAssocID="{DD7C0E40-3933-4193-90AB-3AE568979702}" presName="hierRoot2" presStyleCnt="0">
        <dgm:presLayoutVars>
          <dgm:hierBranch val="init"/>
        </dgm:presLayoutVars>
      </dgm:prSet>
      <dgm:spPr/>
    </dgm:pt>
    <dgm:pt modelId="{D7E4C3CA-CB70-4FEE-B25E-374F0893EDA4}" type="pres">
      <dgm:prSet presAssocID="{DD7C0E40-3933-4193-90AB-3AE568979702}" presName="rootComposite" presStyleCnt="0"/>
      <dgm:spPr/>
    </dgm:pt>
    <dgm:pt modelId="{483B6499-227D-4DE7-8511-E8776DB10672}" type="pres">
      <dgm:prSet presAssocID="{DD7C0E40-3933-4193-90AB-3AE568979702}" presName="rootText" presStyleLbl="node2" presStyleIdx="2" presStyleCnt="5">
        <dgm:presLayoutVars>
          <dgm:chPref val="3"/>
        </dgm:presLayoutVars>
      </dgm:prSet>
      <dgm:spPr/>
    </dgm:pt>
    <dgm:pt modelId="{D890A4DC-18AF-49F0-9640-4E5D65A27DAB}" type="pres">
      <dgm:prSet presAssocID="{DD7C0E40-3933-4193-90AB-3AE568979702}" presName="rootConnector" presStyleLbl="node2" presStyleIdx="2" presStyleCnt="5"/>
      <dgm:spPr/>
    </dgm:pt>
    <dgm:pt modelId="{360EA255-27D7-4975-84F2-406A2CD7F9D7}" type="pres">
      <dgm:prSet presAssocID="{DD7C0E40-3933-4193-90AB-3AE568979702}" presName="hierChild4" presStyleCnt="0"/>
      <dgm:spPr/>
    </dgm:pt>
    <dgm:pt modelId="{F1922A70-ECC5-4E09-A23A-15FF04A749A5}" type="pres">
      <dgm:prSet presAssocID="{3EDA46BD-8785-494F-8617-36EEDC3D48DD}" presName="Name37" presStyleLbl="parChTrans1D3" presStyleIdx="4" presStyleCnt="10"/>
      <dgm:spPr/>
    </dgm:pt>
    <dgm:pt modelId="{53EB6486-F432-4968-9EB8-2686CFBC62E5}" type="pres">
      <dgm:prSet presAssocID="{41923670-100E-425D-90AA-D524B70B87A1}" presName="hierRoot2" presStyleCnt="0">
        <dgm:presLayoutVars>
          <dgm:hierBranch val="init"/>
        </dgm:presLayoutVars>
      </dgm:prSet>
      <dgm:spPr/>
    </dgm:pt>
    <dgm:pt modelId="{5A816FF4-4E0A-4F66-8D92-A3190A120D6D}" type="pres">
      <dgm:prSet presAssocID="{41923670-100E-425D-90AA-D524B70B87A1}" presName="rootComposite" presStyleCnt="0"/>
      <dgm:spPr/>
    </dgm:pt>
    <dgm:pt modelId="{D5FF3624-C77C-4532-9720-B7D28AF8B1C9}" type="pres">
      <dgm:prSet presAssocID="{41923670-100E-425D-90AA-D524B70B87A1}" presName="rootText" presStyleLbl="node3" presStyleIdx="4" presStyleCnt="10">
        <dgm:presLayoutVars>
          <dgm:chPref val="3"/>
        </dgm:presLayoutVars>
      </dgm:prSet>
      <dgm:spPr/>
    </dgm:pt>
    <dgm:pt modelId="{4E65194F-B0AF-42DA-94C2-02582621789C}" type="pres">
      <dgm:prSet presAssocID="{41923670-100E-425D-90AA-D524B70B87A1}" presName="rootConnector" presStyleLbl="node3" presStyleIdx="4" presStyleCnt="10"/>
      <dgm:spPr/>
    </dgm:pt>
    <dgm:pt modelId="{9F2D932F-FF11-46A0-9938-C28889D5A968}" type="pres">
      <dgm:prSet presAssocID="{41923670-100E-425D-90AA-D524B70B87A1}" presName="hierChild4" presStyleCnt="0"/>
      <dgm:spPr/>
    </dgm:pt>
    <dgm:pt modelId="{2DECD5F7-33D7-4CE0-800D-85AE2BE6D30A}" type="pres">
      <dgm:prSet presAssocID="{41923670-100E-425D-90AA-D524B70B87A1}" presName="hierChild5" presStyleCnt="0"/>
      <dgm:spPr/>
    </dgm:pt>
    <dgm:pt modelId="{B3868BE0-42B0-4764-8441-0F7C470239DA}" type="pres">
      <dgm:prSet presAssocID="{6AC6998D-3699-40D4-B991-CFE596AB9610}" presName="Name37" presStyleLbl="parChTrans1D3" presStyleIdx="5" presStyleCnt="10"/>
      <dgm:spPr/>
    </dgm:pt>
    <dgm:pt modelId="{49314AC1-AF24-4046-AD22-AB9B9BC14B0E}" type="pres">
      <dgm:prSet presAssocID="{C4D88F73-5AEE-4025-93D4-1BCEE0D1D95E}" presName="hierRoot2" presStyleCnt="0">
        <dgm:presLayoutVars>
          <dgm:hierBranch val="init"/>
        </dgm:presLayoutVars>
      </dgm:prSet>
      <dgm:spPr/>
    </dgm:pt>
    <dgm:pt modelId="{1567AC79-7517-4866-B1FE-A6552C7A0195}" type="pres">
      <dgm:prSet presAssocID="{C4D88F73-5AEE-4025-93D4-1BCEE0D1D95E}" presName="rootComposite" presStyleCnt="0"/>
      <dgm:spPr/>
    </dgm:pt>
    <dgm:pt modelId="{BC72EED6-39FA-464D-8AE3-3049AC60D3F6}" type="pres">
      <dgm:prSet presAssocID="{C4D88F73-5AEE-4025-93D4-1BCEE0D1D95E}" presName="rootText" presStyleLbl="node3" presStyleIdx="5" presStyleCnt="10" custLinFactNeighborX="-2734" custLinFactNeighborY="-5469">
        <dgm:presLayoutVars>
          <dgm:chPref val="3"/>
        </dgm:presLayoutVars>
      </dgm:prSet>
      <dgm:spPr/>
    </dgm:pt>
    <dgm:pt modelId="{882D6316-77D8-443F-8D7D-11EC533CC760}" type="pres">
      <dgm:prSet presAssocID="{C4D88F73-5AEE-4025-93D4-1BCEE0D1D95E}" presName="rootConnector" presStyleLbl="node3" presStyleIdx="5" presStyleCnt="10"/>
      <dgm:spPr/>
    </dgm:pt>
    <dgm:pt modelId="{B2FEA303-E345-41D0-ADE3-4428EAD5067D}" type="pres">
      <dgm:prSet presAssocID="{C4D88F73-5AEE-4025-93D4-1BCEE0D1D95E}" presName="hierChild4" presStyleCnt="0"/>
      <dgm:spPr/>
    </dgm:pt>
    <dgm:pt modelId="{705C99FF-816A-45CD-9277-0F2B57073AA0}" type="pres">
      <dgm:prSet presAssocID="{C4D88F73-5AEE-4025-93D4-1BCEE0D1D95E}" presName="hierChild5" presStyleCnt="0"/>
      <dgm:spPr/>
    </dgm:pt>
    <dgm:pt modelId="{0B48547B-31C3-4EB3-826B-AE5AF4A3D35D}" type="pres">
      <dgm:prSet presAssocID="{DD7C0E40-3933-4193-90AB-3AE568979702}" presName="hierChild5" presStyleCnt="0"/>
      <dgm:spPr/>
    </dgm:pt>
    <dgm:pt modelId="{D5B8294A-56EA-4007-B1BB-7A642C741830}" type="pres">
      <dgm:prSet presAssocID="{69296FD9-863E-49C8-B277-259E17F8F11C}" presName="Name37" presStyleLbl="parChTrans1D2" presStyleIdx="3" presStyleCnt="5"/>
      <dgm:spPr/>
    </dgm:pt>
    <dgm:pt modelId="{B60347E4-19E2-482F-A1FA-F1F25A0203A0}" type="pres">
      <dgm:prSet presAssocID="{CF498F9A-5784-4827-8ACF-E1FCBDE49375}" presName="hierRoot2" presStyleCnt="0">
        <dgm:presLayoutVars>
          <dgm:hierBranch val="init"/>
        </dgm:presLayoutVars>
      </dgm:prSet>
      <dgm:spPr/>
    </dgm:pt>
    <dgm:pt modelId="{A84AB0FE-9B3F-487A-9D93-A2F0141F474A}" type="pres">
      <dgm:prSet presAssocID="{CF498F9A-5784-4827-8ACF-E1FCBDE49375}" presName="rootComposite" presStyleCnt="0"/>
      <dgm:spPr/>
    </dgm:pt>
    <dgm:pt modelId="{030057AE-C686-4ACC-BD5A-8A8FDC2AFC7B}" type="pres">
      <dgm:prSet presAssocID="{CF498F9A-5784-4827-8ACF-E1FCBDE49375}" presName="rootText" presStyleLbl="node2" presStyleIdx="3" presStyleCnt="5">
        <dgm:presLayoutVars>
          <dgm:chPref val="3"/>
        </dgm:presLayoutVars>
      </dgm:prSet>
      <dgm:spPr/>
    </dgm:pt>
    <dgm:pt modelId="{29E71972-FCD6-424E-BE76-69327845678B}" type="pres">
      <dgm:prSet presAssocID="{CF498F9A-5784-4827-8ACF-E1FCBDE49375}" presName="rootConnector" presStyleLbl="node2" presStyleIdx="3" presStyleCnt="5"/>
      <dgm:spPr/>
    </dgm:pt>
    <dgm:pt modelId="{B7C588E7-C20A-447F-9F18-B9E380275169}" type="pres">
      <dgm:prSet presAssocID="{CF498F9A-5784-4827-8ACF-E1FCBDE49375}" presName="hierChild4" presStyleCnt="0"/>
      <dgm:spPr/>
    </dgm:pt>
    <dgm:pt modelId="{9C226B95-EE7D-4737-AFF5-DC1C17EF57D2}" type="pres">
      <dgm:prSet presAssocID="{558706C2-B3D6-4E83-A03B-F9CEB7518D99}" presName="Name37" presStyleLbl="parChTrans1D3" presStyleIdx="6" presStyleCnt="10"/>
      <dgm:spPr/>
    </dgm:pt>
    <dgm:pt modelId="{F0314702-EC10-4C20-8AA8-7407F739B443}" type="pres">
      <dgm:prSet presAssocID="{A25C4E95-DADC-413B-8981-9141C365591A}" presName="hierRoot2" presStyleCnt="0">
        <dgm:presLayoutVars>
          <dgm:hierBranch val="init"/>
        </dgm:presLayoutVars>
      </dgm:prSet>
      <dgm:spPr/>
    </dgm:pt>
    <dgm:pt modelId="{1E9D1CD4-59F7-444B-9B64-36020929DF32}" type="pres">
      <dgm:prSet presAssocID="{A25C4E95-DADC-413B-8981-9141C365591A}" presName="rootComposite" presStyleCnt="0"/>
      <dgm:spPr/>
    </dgm:pt>
    <dgm:pt modelId="{99E02CC4-8BB4-4819-8E7A-AF52DB541162}" type="pres">
      <dgm:prSet presAssocID="{A25C4E95-DADC-413B-8981-9141C365591A}" presName="rootText" presStyleLbl="node3" presStyleIdx="6" presStyleCnt="10">
        <dgm:presLayoutVars>
          <dgm:chPref val="3"/>
        </dgm:presLayoutVars>
      </dgm:prSet>
      <dgm:spPr/>
    </dgm:pt>
    <dgm:pt modelId="{98F68304-4C8D-46F0-99A9-77ECC8D027D8}" type="pres">
      <dgm:prSet presAssocID="{A25C4E95-DADC-413B-8981-9141C365591A}" presName="rootConnector" presStyleLbl="node3" presStyleIdx="6" presStyleCnt="10"/>
      <dgm:spPr/>
    </dgm:pt>
    <dgm:pt modelId="{957334AB-5C7B-470B-9F3F-E230E1EB4A3F}" type="pres">
      <dgm:prSet presAssocID="{A25C4E95-DADC-413B-8981-9141C365591A}" presName="hierChild4" presStyleCnt="0"/>
      <dgm:spPr/>
    </dgm:pt>
    <dgm:pt modelId="{01A55AC2-DFBA-46DA-BAA0-FAADBAAF27F9}" type="pres">
      <dgm:prSet presAssocID="{A25C4E95-DADC-413B-8981-9141C365591A}" presName="hierChild5" presStyleCnt="0"/>
      <dgm:spPr/>
    </dgm:pt>
    <dgm:pt modelId="{F82B888D-7F01-4205-A418-7E467F743D95}" type="pres">
      <dgm:prSet presAssocID="{4912F087-9D9F-4EDB-8B01-46580A35B327}" presName="Name37" presStyleLbl="parChTrans1D3" presStyleIdx="7" presStyleCnt="10"/>
      <dgm:spPr/>
    </dgm:pt>
    <dgm:pt modelId="{5005DA9B-B87D-4E2A-89B0-4A3B1B654369}" type="pres">
      <dgm:prSet presAssocID="{0F30AB58-AFD6-422D-BCED-C7B357E0A6DD}" presName="hierRoot2" presStyleCnt="0">
        <dgm:presLayoutVars>
          <dgm:hierBranch val="init"/>
        </dgm:presLayoutVars>
      </dgm:prSet>
      <dgm:spPr/>
    </dgm:pt>
    <dgm:pt modelId="{2236F207-4F7E-4191-AA51-99F6048197F2}" type="pres">
      <dgm:prSet presAssocID="{0F30AB58-AFD6-422D-BCED-C7B357E0A6DD}" presName="rootComposite" presStyleCnt="0"/>
      <dgm:spPr/>
    </dgm:pt>
    <dgm:pt modelId="{157E9B2A-604E-47E5-849F-17DAA0F799F7}" type="pres">
      <dgm:prSet presAssocID="{0F30AB58-AFD6-422D-BCED-C7B357E0A6DD}" presName="rootText" presStyleLbl="node3" presStyleIdx="7" presStyleCnt="10">
        <dgm:presLayoutVars>
          <dgm:chPref val="3"/>
        </dgm:presLayoutVars>
      </dgm:prSet>
      <dgm:spPr/>
    </dgm:pt>
    <dgm:pt modelId="{F05F0912-4E9A-47C4-85C8-76C113F77DE1}" type="pres">
      <dgm:prSet presAssocID="{0F30AB58-AFD6-422D-BCED-C7B357E0A6DD}" presName="rootConnector" presStyleLbl="node3" presStyleIdx="7" presStyleCnt="10"/>
      <dgm:spPr/>
    </dgm:pt>
    <dgm:pt modelId="{2918C328-6A1F-4032-9948-3E242FBCA518}" type="pres">
      <dgm:prSet presAssocID="{0F30AB58-AFD6-422D-BCED-C7B357E0A6DD}" presName="hierChild4" presStyleCnt="0"/>
      <dgm:spPr/>
    </dgm:pt>
    <dgm:pt modelId="{754A100C-3FA7-458E-BD11-DD42504F0DCA}" type="pres">
      <dgm:prSet presAssocID="{0F30AB58-AFD6-422D-BCED-C7B357E0A6DD}" presName="hierChild5" presStyleCnt="0"/>
      <dgm:spPr/>
    </dgm:pt>
    <dgm:pt modelId="{A8360D1C-3A09-4229-A12C-1B083291F35E}" type="pres">
      <dgm:prSet presAssocID="{CF498F9A-5784-4827-8ACF-E1FCBDE49375}" presName="hierChild5" presStyleCnt="0"/>
      <dgm:spPr/>
    </dgm:pt>
    <dgm:pt modelId="{791DDA86-29AA-4E8B-BB44-A8001CA0F5E7}" type="pres">
      <dgm:prSet presAssocID="{9B606A40-D22E-42F1-BA47-62EA656DF333}" presName="Name37" presStyleLbl="parChTrans1D2" presStyleIdx="4" presStyleCnt="5"/>
      <dgm:spPr/>
    </dgm:pt>
    <dgm:pt modelId="{BEE0C8AE-56CC-471E-80D3-BA445D0C7975}" type="pres">
      <dgm:prSet presAssocID="{D2CEFBAC-42C7-420D-9149-6893F52F97C0}" presName="hierRoot2" presStyleCnt="0">
        <dgm:presLayoutVars>
          <dgm:hierBranch val="init"/>
        </dgm:presLayoutVars>
      </dgm:prSet>
      <dgm:spPr/>
    </dgm:pt>
    <dgm:pt modelId="{511AD17F-3B51-4C53-8F33-E770B61CF313}" type="pres">
      <dgm:prSet presAssocID="{D2CEFBAC-42C7-420D-9149-6893F52F97C0}" presName="rootComposite" presStyleCnt="0"/>
      <dgm:spPr/>
    </dgm:pt>
    <dgm:pt modelId="{299AE74B-CC81-48ED-9BFF-0ED68D1C6DFB}" type="pres">
      <dgm:prSet presAssocID="{D2CEFBAC-42C7-420D-9149-6893F52F97C0}" presName="rootText" presStyleLbl="node2" presStyleIdx="4" presStyleCnt="5">
        <dgm:presLayoutVars>
          <dgm:chPref val="3"/>
        </dgm:presLayoutVars>
      </dgm:prSet>
      <dgm:spPr/>
    </dgm:pt>
    <dgm:pt modelId="{7E0F898C-DBDB-4D7D-9450-71E5BCEC229A}" type="pres">
      <dgm:prSet presAssocID="{D2CEFBAC-42C7-420D-9149-6893F52F97C0}" presName="rootConnector" presStyleLbl="node2" presStyleIdx="4" presStyleCnt="5"/>
      <dgm:spPr/>
    </dgm:pt>
    <dgm:pt modelId="{1683571D-6FEC-44EA-A06A-9E5AA700E469}" type="pres">
      <dgm:prSet presAssocID="{D2CEFBAC-42C7-420D-9149-6893F52F97C0}" presName="hierChild4" presStyleCnt="0"/>
      <dgm:spPr/>
    </dgm:pt>
    <dgm:pt modelId="{785F925D-6255-4E7C-8AF3-47D74F75ACFB}" type="pres">
      <dgm:prSet presAssocID="{DCF75FA1-F48F-47CA-BE27-24C63B9000DB}" presName="Name37" presStyleLbl="parChTrans1D3" presStyleIdx="8" presStyleCnt="10"/>
      <dgm:spPr/>
    </dgm:pt>
    <dgm:pt modelId="{D9DF1DB9-F8AA-4739-987B-4F93E993F4F0}" type="pres">
      <dgm:prSet presAssocID="{78535DD5-7477-413D-A54E-D020D01C347D}" presName="hierRoot2" presStyleCnt="0">
        <dgm:presLayoutVars>
          <dgm:hierBranch val="init"/>
        </dgm:presLayoutVars>
      </dgm:prSet>
      <dgm:spPr/>
    </dgm:pt>
    <dgm:pt modelId="{5FBF49D6-1B0F-414E-9CAB-DFB539624A8E}" type="pres">
      <dgm:prSet presAssocID="{78535DD5-7477-413D-A54E-D020D01C347D}" presName="rootComposite" presStyleCnt="0"/>
      <dgm:spPr/>
    </dgm:pt>
    <dgm:pt modelId="{B229FD13-C5EF-4EBD-B8C4-3B76370C0695}" type="pres">
      <dgm:prSet presAssocID="{78535DD5-7477-413D-A54E-D020D01C347D}" presName="rootText" presStyleLbl="node3" presStyleIdx="8" presStyleCnt="10">
        <dgm:presLayoutVars>
          <dgm:chPref val="3"/>
        </dgm:presLayoutVars>
      </dgm:prSet>
      <dgm:spPr/>
    </dgm:pt>
    <dgm:pt modelId="{AF0E3B8A-36B6-444B-980C-880602C3BA08}" type="pres">
      <dgm:prSet presAssocID="{78535DD5-7477-413D-A54E-D020D01C347D}" presName="rootConnector" presStyleLbl="node3" presStyleIdx="8" presStyleCnt="10"/>
      <dgm:spPr/>
    </dgm:pt>
    <dgm:pt modelId="{C9C3999E-CCA2-4CC7-B7D3-EB7DEC76B9AA}" type="pres">
      <dgm:prSet presAssocID="{78535DD5-7477-413D-A54E-D020D01C347D}" presName="hierChild4" presStyleCnt="0"/>
      <dgm:spPr/>
    </dgm:pt>
    <dgm:pt modelId="{C0740C95-6EDB-446A-8CB5-3901A5225C43}" type="pres">
      <dgm:prSet presAssocID="{78535DD5-7477-413D-A54E-D020D01C347D}" presName="hierChild5" presStyleCnt="0"/>
      <dgm:spPr/>
    </dgm:pt>
    <dgm:pt modelId="{C64F9414-1C7E-4448-9AFE-4CE2B1EC2469}" type="pres">
      <dgm:prSet presAssocID="{6F08F977-103A-416E-A3F6-BF4301FB490F}" presName="Name37" presStyleLbl="parChTrans1D3" presStyleIdx="9" presStyleCnt="10"/>
      <dgm:spPr/>
    </dgm:pt>
    <dgm:pt modelId="{8B5DA99C-E436-491F-AD7E-2F6362FECC1D}" type="pres">
      <dgm:prSet presAssocID="{4336B397-C9E3-4D24-8BBA-A8990D14D3A8}" presName="hierRoot2" presStyleCnt="0">
        <dgm:presLayoutVars>
          <dgm:hierBranch val="init"/>
        </dgm:presLayoutVars>
      </dgm:prSet>
      <dgm:spPr/>
    </dgm:pt>
    <dgm:pt modelId="{3A9DDF6E-8AE1-491D-8C09-4C37B4FDF3D3}" type="pres">
      <dgm:prSet presAssocID="{4336B397-C9E3-4D24-8BBA-A8990D14D3A8}" presName="rootComposite" presStyleCnt="0"/>
      <dgm:spPr/>
    </dgm:pt>
    <dgm:pt modelId="{9530C6C4-5D90-48EC-A8E8-A2627C47FFE7}" type="pres">
      <dgm:prSet presAssocID="{4336B397-C9E3-4D24-8BBA-A8990D14D3A8}" presName="rootText" presStyleLbl="node3" presStyleIdx="9" presStyleCnt="10">
        <dgm:presLayoutVars>
          <dgm:chPref val="3"/>
        </dgm:presLayoutVars>
      </dgm:prSet>
      <dgm:spPr/>
    </dgm:pt>
    <dgm:pt modelId="{8E9E3518-BAEA-4377-8B14-5783165D33CC}" type="pres">
      <dgm:prSet presAssocID="{4336B397-C9E3-4D24-8BBA-A8990D14D3A8}" presName="rootConnector" presStyleLbl="node3" presStyleIdx="9" presStyleCnt="10"/>
      <dgm:spPr/>
    </dgm:pt>
    <dgm:pt modelId="{8855729A-0733-4683-8A13-0B1C1A180043}" type="pres">
      <dgm:prSet presAssocID="{4336B397-C9E3-4D24-8BBA-A8990D14D3A8}" presName="hierChild4" presStyleCnt="0"/>
      <dgm:spPr/>
    </dgm:pt>
    <dgm:pt modelId="{CF37F339-74FE-4DC4-9F3A-E4DE453DF17E}" type="pres">
      <dgm:prSet presAssocID="{4336B397-C9E3-4D24-8BBA-A8990D14D3A8}" presName="hierChild5" presStyleCnt="0"/>
      <dgm:spPr/>
    </dgm:pt>
    <dgm:pt modelId="{1B6CABAB-43A5-47D2-A0B7-2678D91356D6}" type="pres">
      <dgm:prSet presAssocID="{D2CEFBAC-42C7-420D-9149-6893F52F97C0}" presName="hierChild5" presStyleCnt="0"/>
      <dgm:spPr/>
    </dgm:pt>
    <dgm:pt modelId="{91EA2534-9CF6-48EC-AF0A-D6CD51440347}" type="pres">
      <dgm:prSet presAssocID="{98FBB7BB-8DDF-4C0F-8525-58D72FF1D62C}" presName="hierChild3" presStyleCnt="0"/>
      <dgm:spPr/>
    </dgm:pt>
  </dgm:ptLst>
  <dgm:cxnLst>
    <dgm:cxn modelId="{5AC19B02-F4A3-4506-935C-24C2F7BE0C4C}" type="presOf" srcId="{4336B397-C9E3-4D24-8BBA-A8990D14D3A8}" destId="{9530C6C4-5D90-48EC-A8E8-A2627C47FFE7}" srcOrd="0" destOrd="0" presId="urn:microsoft.com/office/officeart/2005/8/layout/orgChart1"/>
    <dgm:cxn modelId="{5858B502-BFB7-4C6C-9E3D-18B7CEFAC26B}" type="presOf" srcId="{E559717C-02A6-4F36-8420-62A2C6A78131}" destId="{329CBD1F-E280-4305-98DF-44A79842B7E9}" srcOrd="0" destOrd="0" presId="urn:microsoft.com/office/officeart/2005/8/layout/orgChart1"/>
    <dgm:cxn modelId="{56E62613-94E2-40A3-BAFF-891077323C6E}" type="presOf" srcId="{F7A29DC7-022B-40D7-9A9B-C3090BB2248E}" destId="{2B054BEC-5DC4-4981-B557-72419247284E}" srcOrd="1" destOrd="0" presId="urn:microsoft.com/office/officeart/2005/8/layout/orgChart1"/>
    <dgm:cxn modelId="{B9EB9217-47F6-4A17-8720-FE92463869BD}" type="presOf" srcId="{6AC6998D-3699-40D4-B991-CFE596AB9610}" destId="{B3868BE0-42B0-4764-8441-0F7C470239DA}" srcOrd="0" destOrd="0" presId="urn:microsoft.com/office/officeart/2005/8/layout/orgChart1"/>
    <dgm:cxn modelId="{6E8C7C1B-B987-4EE4-9DF4-90012D243206}" type="presOf" srcId="{E0690E68-6F49-472E-8E29-89945C361D45}" destId="{9F5F2726-C502-490E-BA65-4D4A28A8CDAF}" srcOrd="0" destOrd="0" presId="urn:microsoft.com/office/officeart/2005/8/layout/orgChart1"/>
    <dgm:cxn modelId="{89AC721E-A4FF-4BE9-B150-2DB1444E9247}" type="presOf" srcId="{3EDA46BD-8785-494F-8617-36EEDC3D48DD}" destId="{F1922A70-ECC5-4E09-A23A-15FF04A749A5}" srcOrd="0" destOrd="0" presId="urn:microsoft.com/office/officeart/2005/8/layout/orgChart1"/>
    <dgm:cxn modelId="{741C8E22-B19C-4854-906A-0135D1E67270}" srcId="{CF498F9A-5784-4827-8ACF-E1FCBDE49375}" destId="{A25C4E95-DADC-413B-8981-9141C365591A}" srcOrd="0" destOrd="0" parTransId="{558706C2-B3D6-4E83-A03B-F9CEB7518D99}" sibTransId="{2B914FB8-B990-40F7-B7DE-76C533AE2A53}"/>
    <dgm:cxn modelId="{691EE324-B210-4767-A9D8-2AA8B798FD3D}" srcId="{DD7C0E40-3933-4193-90AB-3AE568979702}" destId="{41923670-100E-425D-90AA-D524B70B87A1}" srcOrd="0" destOrd="0" parTransId="{3EDA46BD-8785-494F-8617-36EEDC3D48DD}" sibTransId="{B7CF2AE1-7788-449C-9C48-55E5C74F2B2C}"/>
    <dgm:cxn modelId="{11624028-F73B-4E2C-8DF1-DB01F3D36A8D}" srcId="{CF498F9A-5784-4827-8ACF-E1FCBDE49375}" destId="{0F30AB58-AFD6-422D-BCED-C7B357E0A6DD}" srcOrd="1" destOrd="0" parTransId="{4912F087-9D9F-4EDB-8B01-46580A35B327}" sibTransId="{F84EEFEA-32A4-4848-816E-5180FD8D91C5}"/>
    <dgm:cxn modelId="{28267128-8A1E-4AF9-92DD-86C849C7DBA0}" type="presOf" srcId="{41923670-100E-425D-90AA-D524B70B87A1}" destId="{D5FF3624-C77C-4532-9720-B7D28AF8B1C9}" srcOrd="0" destOrd="0" presId="urn:microsoft.com/office/officeart/2005/8/layout/orgChart1"/>
    <dgm:cxn modelId="{57AC4D29-FA9D-40BC-B045-DBABA0355E13}" type="presOf" srcId="{40C0E389-713B-40DA-A462-86E01C206266}" destId="{BF9A8064-B664-4B53-88DD-D44EE6649BFB}" srcOrd="1" destOrd="0" presId="urn:microsoft.com/office/officeart/2005/8/layout/orgChart1"/>
    <dgm:cxn modelId="{BDEE6429-7895-4EC2-8587-DB41848846EF}" type="presOf" srcId="{0F30AB58-AFD6-422D-BCED-C7B357E0A6DD}" destId="{157E9B2A-604E-47E5-849F-17DAA0F799F7}" srcOrd="0" destOrd="0" presId="urn:microsoft.com/office/officeart/2005/8/layout/orgChart1"/>
    <dgm:cxn modelId="{BF6BEE2A-4C29-4C98-AF1C-2D7C89C9F433}" type="presOf" srcId="{A25C4E95-DADC-413B-8981-9141C365591A}" destId="{98F68304-4C8D-46F0-99A9-77ECC8D027D8}" srcOrd="1" destOrd="0" presId="urn:microsoft.com/office/officeart/2005/8/layout/orgChart1"/>
    <dgm:cxn modelId="{70E2A82B-1155-4F1A-AF19-5F42100AA47A}" type="presOf" srcId="{7F430F73-A63B-4FB9-B41B-B062FA97BF4B}" destId="{FA138741-F6EE-4475-A292-7475FFA2EC02}" srcOrd="1" destOrd="0" presId="urn:microsoft.com/office/officeart/2005/8/layout/orgChart1"/>
    <dgm:cxn modelId="{62BC5131-52CF-46F0-ADDE-21162C7DE95F}" type="presOf" srcId="{D2CEFBAC-42C7-420D-9149-6893F52F97C0}" destId="{7E0F898C-DBDB-4D7D-9450-71E5BCEC229A}" srcOrd="1" destOrd="0" presId="urn:microsoft.com/office/officeart/2005/8/layout/orgChart1"/>
    <dgm:cxn modelId="{4D4F9240-E832-4C0E-B13A-5EDE29E5469F}" type="presOf" srcId="{DCF75FA1-F48F-47CA-BE27-24C63B9000DB}" destId="{785F925D-6255-4E7C-8AF3-47D74F75ACFB}" srcOrd="0" destOrd="0" presId="urn:microsoft.com/office/officeart/2005/8/layout/orgChart1"/>
    <dgm:cxn modelId="{313F7944-C551-4159-AC8E-CA437E26347C}" srcId="{D2CEFBAC-42C7-420D-9149-6893F52F97C0}" destId="{4336B397-C9E3-4D24-8BBA-A8990D14D3A8}" srcOrd="1" destOrd="0" parTransId="{6F08F977-103A-416E-A3F6-BF4301FB490F}" sibTransId="{795D30F6-702F-4C40-9A2B-AF543D5A5A9B}"/>
    <dgm:cxn modelId="{CE108B47-AAF7-416D-92F2-C27C04D9968B}" type="presOf" srcId="{5734FF65-3713-422E-9273-9AF081E454F1}" destId="{652A5461-3455-422F-94C7-CEAD5413BFA6}" srcOrd="0" destOrd="0" presId="urn:microsoft.com/office/officeart/2005/8/layout/orgChart1"/>
    <dgm:cxn modelId="{6CF03B4A-D457-4E99-819C-19AC493C6845}" type="presOf" srcId="{1F232F4E-627E-4C7A-B588-713B4BCB8D5D}" destId="{A9D15327-D8EC-45D6-B658-4FEF5B855525}" srcOrd="1" destOrd="0" presId="urn:microsoft.com/office/officeart/2005/8/layout/orgChart1"/>
    <dgm:cxn modelId="{EEE2A44A-FBD5-4921-B85A-765091C5F652}" type="presOf" srcId="{98FBB7BB-8DDF-4C0F-8525-58D72FF1D62C}" destId="{91767F60-17E4-41A2-9CCB-35EB9A3F6BFD}" srcOrd="0" destOrd="0" presId="urn:microsoft.com/office/officeart/2005/8/layout/orgChart1"/>
    <dgm:cxn modelId="{18BA0352-A865-43B7-9E82-06FDF6427DDD}" type="presOf" srcId="{659BFA33-788D-4F8B-A3F9-30584DED3E0D}" destId="{C2F9E996-010F-4612-AAF0-5B3C3B97601A}" srcOrd="1" destOrd="0" presId="urn:microsoft.com/office/officeart/2005/8/layout/orgChart1"/>
    <dgm:cxn modelId="{DE74405F-A1DF-48CF-9567-3D1E8310BDD6}" type="presOf" srcId="{4912F087-9D9F-4EDB-8B01-46580A35B327}" destId="{F82B888D-7F01-4205-A418-7E467F743D95}" srcOrd="0" destOrd="0" presId="urn:microsoft.com/office/officeart/2005/8/layout/orgChart1"/>
    <dgm:cxn modelId="{520E4A67-6ECB-4F95-AC89-735D31584FF9}" type="presOf" srcId="{1F232F4E-627E-4C7A-B588-713B4BCB8D5D}" destId="{566F0EBF-16B8-4480-A734-0EA9B9923A09}" srcOrd="0" destOrd="0" presId="urn:microsoft.com/office/officeart/2005/8/layout/orgChart1"/>
    <dgm:cxn modelId="{682ABB68-CB64-45E5-8C02-FBA659249F4D}" type="presOf" srcId="{9B606A40-D22E-42F1-BA47-62EA656DF333}" destId="{791DDA86-29AA-4E8B-BB44-A8001CA0F5E7}" srcOrd="0" destOrd="0" presId="urn:microsoft.com/office/officeart/2005/8/layout/orgChart1"/>
    <dgm:cxn modelId="{1072576D-8755-42CE-AD2F-4BC370C94467}" srcId="{756B2631-3AD8-4FC2-8310-5872D3017029}" destId="{F7A29DC7-022B-40D7-9A9B-C3090BB2248E}" srcOrd="0" destOrd="0" parTransId="{EFD3B839-37C3-4265-83A0-05108515F006}" sibTransId="{6C05E05F-874B-4660-BFFD-108FAC8E41D3}"/>
    <dgm:cxn modelId="{BB960173-8AC7-425C-8696-6D1E75B34CF9}" type="presOf" srcId="{B7CC5715-6903-4696-8F18-C18F981A0327}" destId="{9F7A6612-F740-40DA-8999-C295D731C938}" srcOrd="0" destOrd="0" presId="urn:microsoft.com/office/officeart/2005/8/layout/orgChart1"/>
    <dgm:cxn modelId="{FB6FEB73-265D-4230-BE76-89B413798A4C}" type="presOf" srcId="{F7A29DC7-022B-40D7-9A9B-C3090BB2248E}" destId="{18A56462-23C9-434F-99AE-FE59FBE93040}" srcOrd="0" destOrd="0" presId="urn:microsoft.com/office/officeart/2005/8/layout/orgChart1"/>
    <dgm:cxn modelId="{96E87F76-C1F3-46A9-90D8-D51540961464}" type="presOf" srcId="{D2CEFBAC-42C7-420D-9149-6893F52F97C0}" destId="{299AE74B-CC81-48ED-9BFF-0ED68D1C6DFB}" srcOrd="0" destOrd="0" presId="urn:microsoft.com/office/officeart/2005/8/layout/orgChart1"/>
    <dgm:cxn modelId="{5EB0B276-BB89-4237-B231-D5B5AC40D3A6}" type="presOf" srcId="{40C0E389-713B-40DA-A462-86E01C206266}" destId="{7B847B6A-B322-4B95-BCF8-9A87B3F01B52}" srcOrd="0" destOrd="0" presId="urn:microsoft.com/office/officeart/2005/8/layout/orgChart1"/>
    <dgm:cxn modelId="{21FB3282-5540-4A91-B71B-8E8F0C29396E}" type="presOf" srcId="{4336B397-C9E3-4D24-8BBA-A8990D14D3A8}" destId="{8E9E3518-BAEA-4377-8B14-5783165D33CC}" srcOrd="1" destOrd="0" presId="urn:microsoft.com/office/officeart/2005/8/layout/orgChart1"/>
    <dgm:cxn modelId="{27277E82-E8B5-40D7-937B-5B089202D475}" type="presOf" srcId="{558706C2-B3D6-4E83-A03B-F9CEB7518D99}" destId="{9C226B95-EE7D-4737-AFF5-DC1C17EF57D2}" srcOrd="0" destOrd="0" presId="urn:microsoft.com/office/officeart/2005/8/layout/orgChart1"/>
    <dgm:cxn modelId="{4C3BFE85-A125-4975-AA60-87CAC1FFD4F3}" srcId="{98FBB7BB-8DDF-4C0F-8525-58D72FF1D62C}" destId="{CF498F9A-5784-4827-8ACF-E1FCBDE49375}" srcOrd="3" destOrd="0" parTransId="{69296FD9-863E-49C8-B277-259E17F8F11C}" sibTransId="{08DAC259-2CD3-419B-AB70-43ADC0076E3B}"/>
    <dgm:cxn modelId="{7F77EA87-23A5-4055-96AF-4EB85D99E236}" type="presOf" srcId="{41923670-100E-425D-90AA-D524B70B87A1}" destId="{4E65194F-B0AF-42DA-94C2-02582621789C}" srcOrd="1" destOrd="0" presId="urn:microsoft.com/office/officeart/2005/8/layout/orgChart1"/>
    <dgm:cxn modelId="{7507A788-6295-43C6-8B81-5BA48E5D4A80}" type="presOf" srcId="{CF498F9A-5784-4827-8ACF-E1FCBDE49375}" destId="{030057AE-C686-4ACC-BD5A-8A8FDC2AFC7B}" srcOrd="0" destOrd="0" presId="urn:microsoft.com/office/officeart/2005/8/layout/orgChart1"/>
    <dgm:cxn modelId="{2CDE338E-19F5-4AC2-9F48-0BE3828D9957}" srcId="{98FBB7BB-8DDF-4C0F-8525-58D72FF1D62C}" destId="{7F430F73-A63B-4FB9-B41B-B062FA97BF4B}" srcOrd="1" destOrd="0" parTransId="{E559717C-02A6-4F36-8420-62A2C6A78131}" sibTransId="{4523D89D-4841-4C24-9E65-33106C191C38}"/>
    <dgm:cxn modelId="{F9707B92-5E17-4D5C-9FF2-68FF954FD18F}" type="presOf" srcId="{756B2631-3AD8-4FC2-8310-5872D3017029}" destId="{6155CE3C-4F83-49B6-963B-B304060369A8}" srcOrd="0" destOrd="0" presId="urn:microsoft.com/office/officeart/2005/8/layout/orgChart1"/>
    <dgm:cxn modelId="{7601F792-A509-412E-809A-D2BCFC7B2FB1}" type="presOf" srcId="{C4D88F73-5AEE-4025-93D4-1BCEE0D1D95E}" destId="{882D6316-77D8-443F-8D7D-11EC533CC760}" srcOrd="1" destOrd="0" presId="urn:microsoft.com/office/officeart/2005/8/layout/orgChart1"/>
    <dgm:cxn modelId="{DA0EAC97-2C73-44A2-8076-BB69671A4D0E}" srcId="{7F430F73-A63B-4FB9-B41B-B062FA97BF4B}" destId="{659BFA33-788D-4F8B-A3F9-30584DED3E0D}" srcOrd="0" destOrd="0" parTransId="{DB79666B-F427-4284-B8A7-0CA4B5CBD906}" sibTransId="{2BA2900E-2EB6-467F-9DAD-D105F6941853}"/>
    <dgm:cxn modelId="{92D2E2A8-5E9A-4779-8E5A-6B6784F198D1}" type="presOf" srcId="{DD7C0E40-3933-4193-90AB-3AE568979702}" destId="{D890A4DC-18AF-49F0-9640-4E5D65A27DAB}" srcOrd="1" destOrd="0" presId="urn:microsoft.com/office/officeart/2005/8/layout/orgChart1"/>
    <dgm:cxn modelId="{7E151EAD-D86F-4F61-8E1D-C46F7BE8F9E0}" srcId="{98FBB7BB-8DDF-4C0F-8525-58D72FF1D62C}" destId="{D2CEFBAC-42C7-420D-9149-6893F52F97C0}" srcOrd="4" destOrd="0" parTransId="{9B606A40-D22E-42F1-BA47-62EA656DF333}" sibTransId="{E1646A0D-88FC-4DC5-BCE8-25D92E5F0B9A}"/>
    <dgm:cxn modelId="{39BF2AB1-0A66-403F-A309-937147E90008}" type="presOf" srcId="{CF498F9A-5784-4827-8ACF-E1FCBDE49375}" destId="{29E71972-FCD6-424E-BE76-69327845678B}" srcOrd="1" destOrd="0" presId="urn:microsoft.com/office/officeart/2005/8/layout/orgChart1"/>
    <dgm:cxn modelId="{0BC61CB3-EB73-4BF2-AD9A-F8F309068C4C}" srcId="{3075EA6C-EE99-446E-8D64-0A447C73194E}" destId="{98FBB7BB-8DDF-4C0F-8525-58D72FF1D62C}" srcOrd="0" destOrd="0" parTransId="{BD8BA7CF-BA93-49F6-818F-60747B0811E0}" sibTransId="{34D0F832-1F6B-42B4-8A06-F5980DA6D6AE}"/>
    <dgm:cxn modelId="{7E07DBB3-ECB4-499B-9B37-2191642174AA}" type="presOf" srcId="{69296FD9-863E-49C8-B277-259E17F8F11C}" destId="{D5B8294A-56EA-4007-B1BB-7A642C741830}" srcOrd="0" destOrd="0" presId="urn:microsoft.com/office/officeart/2005/8/layout/orgChart1"/>
    <dgm:cxn modelId="{AC79F1B3-D61E-4436-A53E-0677AC2BB0C4}" type="presOf" srcId="{98FBB7BB-8DDF-4C0F-8525-58D72FF1D62C}" destId="{EE08D88F-BB3A-4359-BC70-8A1C64BDFB9E}" srcOrd="1" destOrd="0" presId="urn:microsoft.com/office/officeart/2005/8/layout/orgChart1"/>
    <dgm:cxn modelId="{1389B0B5-F623-44C3-9211-0D77271E811E}" type="presOf" srcId="{A25C4E95-DADC-413B-8981-9141C365591A}" destId="{99E02CC4-8BB4-4819-8E7A-AF52DB541162}" srcOrd="0" destOrd="0" presId="urn:microsoft.com/office/officeart/2005/8/layout/orgChart1"/>
    <dgm:cxn modelId="{4348C9BB-B02C-4399-BF59-24CC1E2DE7B2}" type="presOf" srcId="{78535DD5-7477-413D-A54E-D020D01C347D}" destId="{AF0E3B8A-36B6-444B-980C-880602C3BA08}" srcOrd="1" destOrd="0" presId="urn:microsoft.com/office/officeart/2005/8/layout/orgChart1"/>
    <dgm:cxn modelId="{506241BE-612B-4149-B61C-34CF7E1C8AB7}" type="presOf" srcId="{DD7C0E40-3933-4193-90AB-3AE568979702}" destId="{483B6499-227D-4DE7-8511-E8776DB10672}" srcOrd="0" destOrd="0" presId="urn:microsoft.com/office/officeart/2005/8/layout/orgChart1"/>
    <dgm:cxn modelId="{2C2F4CC8-F29D-410F-BF81-DB4A3DDAF856}" type="presOf" srcId="{EFD3B839-37C3-4265-83A0-05108515F006}" destId="{34BD58F0-3ECD-4050-B970-AD977904DF3D}" srcOrd="0" destOrd="0" presId="urn:microsoft.com/office/officeart/2005/8/layout/orgChart1"/>
    <dgm:cxn modelId="{5F6810C9-04A7-40D6-BDCD-7543991E5E36}" srcId="{7F430F73-A63B-4FB9-B41B-B062FA97BF4B}" destId="{40C0E389-713B-40DA-A462-86E01C206266}" srcOrd="1" destOrd="0" parTransId="{E0690E68-6F49-472E-8E29-89945C361D45}" sibTransId="{EFD17BF2-9C6D-4A60-8BE2-9A367C1DBBE9}"/>
    <dgm:cxn modelId="{E99D97CA-ABEA-453B-8D40-1E3EB219B818}" srcId="{D2CEFBAC-42C7-420D-9149-6893F52F97C0}" destId="{78535DD5-7477-413D-A54E-D020D01C347D}" srcOrd="0" destOrd="0" parTransId="{DCF75FA1-F48F-47CA-BE27-24C63B9000DB}" sibTransId="{67F74BE8-A58B-43B9-A496-32C192B3933C}"/>
    <dgm:cxn modelId="{54762FDA-C2A9-4994-B5F4-ECCAB5CF3E54}" type="presOf" srcId="{6F08F977-103A-416E-A3F6-BF4301FB490F}" destId="{C64F9414-1C7E-4448-9AFE-4CE2B1EC2469}" srcOrd="0" destOrd="0" presId="urn:microsoft.com/office/officeart/2005/8/layout/orgChart1"/>
    <dgm:cxn modelId="{70899DDB-9351-4A51-8E29-B874DC98ABCD}" type="presOf" srcId="{7F430F73-A63B-4FB9-B41B-B062FA97BF4B}" destId="{E95F848B-786F-4A66-89AC-66B8ECEDB889}" srcOrd="0" destOrd="0" presId="urn:microsoft.com/office/officeart/2005/8/layout/orgChart1"/>
    <dgm:cxn modelId="{E0001BDC-2A67-49D2-A58E-9604CFA5D5A9}" srcId="{DD7C0E40-3933-4193-90AB-3AE568979702}" destId="{C4D88F73-5AEE-4025-93D4-1BCEE0D1D95E}" srcOrd="1" destOrd="0" parTransId="{6AC6998D-3699-40D4-B991-CFE596AB9610}" sibTransId="{BA7D2D7E-AE6C-4BFF-81EF-73B7FDEA0A74}"/>
    <dgm:cxn modelId="{A7D58CE5-1B9A-4BBB-8536-8378C397C3A6}" type="presOf" srcId="{32CB7F1C-B853-4B34-AC59-6DD124D4A5FD}" destId="{FF8BC99B-A584-4ED9-B7BC-AAC30B515CDD}" srcOrd="0" destOrd="0" presId="urn:microsoft.com/office/officeart/2005/8/layout/orgChart1"/>
    <dgm:cxn modelId="{DC5367E7-E8F5-444A-97B4-1E418D579074}" srcId="{756B2631-3AD8-4FC2-8310-5872D3017029}" destId="{1F232F4E-627E-4C7A-B588-713B4BCB8D5D}" srcOrd="1" destOrd="0" parTransId="{5734FF65-3713-422E-9273-9AF081E454F1}" sibTransId="{5D7559D6-79F7-4E46-B6BF-CE0030775561}"/>
    <dgm:cxn modelId="{69FC23E9-E806-458F-8C6B-F00A42BF599E}" type="presOf" srcId="{0F30AB58-AFD6-422D-BCED-C7B357E0A6DD}" destId="{F05F0912-4E9A-47C4-85C8-76C113F77DE1}" srcOrd="1" destOrd="0" presId="urn:microsoft.com/office/officeart/2005/8/layout/orgChart1"/>
    <dgm:cxn modelId="{5BD21CEA-6589-4B6C-A884-A31CF04CFCAE}" type="presOf" srcId="{DB79666B-F427-4284-B8A7-0CA4B5CBD906}" destId="{E81A16E0-58B6-492E-8174-CC9AF076603D}" srcOrd="0" destOrd="0" presId="urn:microsoft.com/office/officeart/2005/8/layout/orgChart1"/>
    <dgm:cxn modelId="{75BD45EB-1B0F-4E9F-B9E6-B75AA35B1C09}" type="presOf" srcId="{3075EA6C-EE99-446E-8D64-0A447C73194E}" destId="{03B1AC96-51BD-42F4-9618-59247A394513}" srcOrd="0" destOrd="0" presId="urn:microsoft.com/office/officeart/2005/8/layout/orgChart1"/>
    <dgm:cxn modelId="{F6EC6EED-4F10-4393-AA46-CB34A507D417}" type="presOf" srcId="{C4D88F73-5AEE-4025-93D4-1BCEE0D1D95E}" destId="{BC72EED6-39FA-464D-8AE3-3049AC60D3F6}" srcOrd="0" destOrd="0" presId="urn:microsoft.com/office/officeart/2005/8/layout/orgChart1"/>
    <dgm:cxn modelId="{E5391AEE-A7B1-423E-97B1-BA32E0903DF1}" type="presOf" srcId="{78535DD5-7477-413D-A54E-D020D01C347D}" destId="{B229FD13-C5EF-4EBD-B8C4-3B76370C0695}" srcOrd="0" destOrd="0" presId="urn:microsoft.com/office/officeart/2005/8/layout/orgChart1"/>
    <dgm:cxn modelId="{8FB652F1-CDA9-4BDF-9B10-756619057778}" srcId="{98FBB7BB-8DDF-4C0F-8525-58D72FF1D62C}" destId="{DD7C0E40-3933-4193-90AB-3AE568979702}" srcOrd="2" destOrd="0" parTransId="{B7CC5715-6903-4696-8F18-C18F981A0327}" sibTransId="{69363DF9-EC87-4C38-92C0-35D3919CC15B}"/>
    <dgm:cxn modelId="{DA098BFA-B004-4C78-8FE2-630C31057203}" type="presOf" srcId="{659BFA33-788D-4F8B-A3F9-30584DED3E0D}" destId="{9CEC2203-12C4-4475-9DD4-4658C7745518}" srcOrd="0" destOrd="0" presId="urn:microsoft.com/office/officeart/2005/8/layout/orgChart1"/>
    <dgm:cxn modelId="{EDFABCFB-D5A1-4326-913C-927458933624}" srcId="{98FBB7BB-8DDF-4C0F-8525-58D72FF1D62C}" destId="{756B2631-3AD8-4FC2-8310-5872D3017029}" srcOrd="0" destOrd="0" parTransId="{32CB7F1C-B853-4B34-AC59-6DD124D4A5FD}" sibTransId="{75FB2D18-C147-4FB6-97F6-97C16063D036}"/>
    <dgm:cxn modelId="{3B1C47FD-EB29-453C-8E1E-EE051FF11C64}" type="presOf" srcId="{756B2631-3AD8-4FC2-8310-5872D3017029}" destId="{E38BAD24-7EED-4152-8E38-482F3041224C}" srcOrd="1" destOrd="0" presId="urn:microsoft.com/office/officeart/2005/8/layout/orgChart1"/>
    <dgm:cxn modelId="{CF48BC16-FB32-4420-8898-27279603242F}" type="presParOf" srcId="{03B1AC96-51BD-42F4-9618-59247A394513}" destId="{42EEF49F-687E-483B-BE59-6E96C183BC00}" srcOrd="0" destOrd="0" presId="urn:microsoft.com/office/officeart/2005/8/layout/orgChart1"/>
    <dgm:cxn modelId="{DF4BA4E0-B0DD-40E4-803E-AB583A9B6E55}" type="presParOf" srcId="{42EEF49F-687E-483B-BE59-6E96C183BC00}" destId="{16F34021-6443-44D5-A2EF-1AE3FDBA4E7A}" srcOrd="0" destOrd="0" presId="urn:microsoft.com/office/officeart/2005/8/layout/orgChart1"/>
    <dgm:cxn modelId="{3627BEF3-4A19-4537-B609-32A5E5548432}" type="presParOf" srcId="{16F34021-6443-44D5-A2EF-1AE3FDBA4E7A}" destId="{91767F60-17E4-41A2-9CCB-35EB9A3F6BFD}" srcOrd="0" destOrd="0" presId="urn:microsoft.com/office/officeart/2005/8/layout/orgChart1"/>
    <dgm:cxn modelId="{76559F73-B653-40F5-BE65-7E167AA9FBDB}" type="presParOf" srcId="{16F34021-6443-44D5-A2EF-1AE3FDBA4E7A}" destId="{EE08D88F-BB3A-4359-BC70-8A1C64BDFB9E}" srcOrd="1" destOrd="0" presId="urn:microsoft.com/office/officeart/2005/8/layout/orgChart1"/>
    <dgm:cxn modelId="{80FFFDBB-C7F2-4557-AEF8-890720F1C283}" type="presParOf" srcId="{42EEF49F-687E-483B-BE59-6E96C183BC00}" destId="{CD20ECAD-3097-43B7-9809-31D40D17C28B}" srcOrd="1" destOrd="0" presId="urn:microsoft.com/office/officeart/2005/8/layout/orgChart1"/>
    <dgm:cxn modelId="{0254F74B-E8F6-419E-83A8-EB8A99F3F0AB}" type="presParOf" srcId="{CD20ECAD-3097-43B7-9809-31D40D17C28B}" destId="{FF8BC99B-A584-4ED9-B7BC-AAC30B515CDD}" srcOrd="0" destOrd="0" presId="urn:microsoft.com/office/officeart/2005/8/layout/orgChart1"/>
    <dgm:cxn modelId="{9790C29D-5CDD-4629-AF8C-5E81BBC5DBEE}" type="presParOf" srcId="{CD20ECAD-3097-43B7-9809-31D40D17C28B}" destId="{39CBA1DC-E430-4E45-A760-683B43A0E1D3}" srcOrd="1" destOrd="0" presId="urn:microsoft.com/office/officeart/2005/8/layout/orgChart1"/>
    <dgm:cxn modelId="{B2021A2A-C930-4967-A250-C0E03C0A2B8E}" type="presParOf" srcId="{39CBA1DC-E430-4E45-A760-683B43A0E1D3}" destId="{E52ED77C-5F94-4E70-8487-39E64A42DE4A}" srcOrd="0" destOrd="0" presId="urn:microsoft.com/office/officeart/2005/8/layout/orgChart1"/>
    <dgm:cxn modelId="{7B549B3E-7A4D-44F4-B5BF-093326B82881}" type="presParOf" srcId="{E52ED77C-5F94-4E70-8487-39E64A42DE4A}" destId="{6155CE3C-4F83-49B6-963B-B304060369A8}" srcOrd="0" destOrd="0" presId="urn:microsoft.com/office/officeart/2005/8/layout/orgChart1"/>
    <dgm:cxn modelId="{39E566F6-CD7B-4CD8-9F6E-D5786E60E9B5}" type="presParOf" srcId="{E52ED77C-5F94-4E70-8487-39E64A42DE4A}" destId="{E38BAD24-7EED-4152-8E38-482F3041224C}" srcOrd="1" destOrd="0" presId="urn:microsoft.com/office/officeart/2005/8/layout/orgChart1"/>
    <dgm:cxn modelId="{6D595F6F-F49C-4AAC-ABC7-B2CD5D508194}" type="presParOf" srcId="{39CBA1DC-E430-4E45-A760-683B43A0E1D3}" destId="{6FA5B417-08CF-40AA-9908-D492AD7EF663}" srcOrd="1" destOrd="0" presId="urn:microsoft.com/office/officeart/2005/8/layout/orgChart1"/>
    <dgm:cxn modelId="{BED38FE4-1B2A-4A59-9433-FADDEF8B7A5D}" type="presParOf" srcId="{6FA5B417-08CF-40AA-9908-D492AD7EF663}" destId="{34BD58F0-3ECD-4050-B970-AD977904DF3D}" srcOrd="0" destOrd="0" presId="urn:microsoft.com/office/officeart/2005/8/layout/orgChart1"/>
    <dgm:cxn modelId="{8F7E8813-50F4-45A9-AD53-211EB6CA8B01}" type="presParOf" srcId="{6FA5B417-08CF-40AA-9908-D492AD7EF663}" destId="{E9CF2588-7158-452E-987F-C7AE8477904B}" srcOrd="1" destOrd="0" presId="urn:microsoft.com/office/officeart/2005/8/layout/orgChart1"/>
    <dgm:cxn modelId="{B075DB5D-6282-4523-A0FB-03EE1407F909}" type="presParOf" srcId="{E9CF2588-7158-452E-987F-C7AE8477904B}" destId="{85FC2A31-4EF8-46CC-919C-953CB6D81B25}" srcOrd="0" destOrd="0" presId="urn:microsoft.com/office/officeart/2005/8/layout/orgChart1"/>
    <dgm:cxn modelId="{E22CDC0C-6F6C-4550-988E-2AE513BA5244}" type="presParOf" srcId="{85FC2A31-4EF8-46CC-919C-953CB6D81B25}" destId="{18A56462-23C9-434F-99AE-FE59FBE93040}" srcOrd="0" destOrd="0" presId="urn:microsoft.com/office/officeart/2005/8/layout/orgChart1"/>
    <dgm:cxn modelId="{82D7EAF4-315D-4D0F-9ADF-606BA92A17E4}" type="presParOf" srcId="{85FC2A31-4EF8-46CC-919C-953CB6D81B25}" destId="{2B054BEC-5DC4-4981-B557-72419247284E}" srcOrd="1" destOrd="0" presId="urn:microsoft.com/office/officeart/2005/8/layout/orgChart1"/>
    <dgm:cxn modelId="{1F48E45F-689D-4085-8B6E-9D8446997905}" type="presParOf" srcId="{E9CF2588-7158-452E-987F-C7AE8477904B}" destId="{0ECE3980-76F2-4528-865A-45804EFF4578}" srcOrd="1" destOrd="0" presId="urn:microsoft.com/office/officeart/2005/8/layout/orgChart1"/>
    <dgm:cxn modelId="{96D3C9C4-AEE5-47EC-AD6E-A5BAF78CC047}" type="presParOf" srcId="{E9CF2588-7158-452E-987F-C7AE8477904B}" destId="{2BECA246-6DCE-469E-8DE8-64455E34562D}" srcOrd="2" destOrd="0" presId="urn:microsoft.com/office/officeart/2005/8/layout/orgChart1"/>
    <dgm:cxn modelId="{BD3486A3-29B2-403F-95F1-B2252E4E5953}" type="presParOf" srcId="{6FA5B417-08CF-40AA-9908-D492AD7EF663}" destId="{652A5461-3455-422F-94C7-CEAD5413BFA6}" srcOrd="2" destOrd="0" presId="urn:microsoft.com/office/officeart/2005/8/layout/orgChart1"/>
    <dgm:cxn modelId="{97F339F1-6DEE-4952-BCBE-61C9EC5DFDCB}" type="presParOf" srcId="{6FA5B417-08CF-40AA-9908-D492AD7EF663}" destId="{378A84EA-70B7-44BC-94B5-220967494916}" srcOrd="3" destOrd="0" presId="urn:microsoft.com/office/officeart/2005/8/layout/orgChart1"/>
    <dgm:cxn modelId="{E7EB8828-CB1B-450C-A9B1-A554CECD3EA6}" type="presParOf" srcId="{378A84EA-70B7-44BC-94B5-220967494916}" destId="{C9E4341D-9EBE-444B-AE97-E4847FD224EA}" srcOrd="0" destOrd="0" presId="urn:microsoft.com/office/officeart/2005/8/layout/orgChart1"/>
    <dgm:cxn modelId="{8D91ADC7-C8D5-4D8F-A413-E56F7C136029}" type="presParOf" srcId="{C9E4341D-9EBE-444B-AE97-E4847FD224EA}" destId="{566F0EBF-16B8-4480-A734-0EA9B9923A09}" srcOrd="0" destOrd="0" presId="urn:microsoft.com/office/officeart/2005/8/layout/orgChart1"/>
    <dgm:cxn modelId="{10A1410E-C064-41A8-9491-51C2F52EDDC7}" type="presParOf" srcId="{C9E4341D-9EBE-444B-AE97-E4847FD224EA}" destId="{A9D15327-D8EC-45D6-B658-4FEF5B855525}" srcOrd="1" destOrd="0" presId="urn:microsoft.com/office/officeart/2005/8/layout/orgChart1"/>
    <dgm:cxn modelId="{E08E746A-477B-4D76-A9D3-E9554C6FE946}" type="presParOf" srcId="{378A84EA-70B7-44BC-94B5-220967494916}" destId="{68F726A4-5E77-42C5-B565-802869043FCE}" srcOrd="1" destOrd="0" presId="urn:microsoft.com/office/officeart/2005/8/layout/orgChart1"/>
    <dgm:cxn modelId="{B91257BA-12C7-48AF-B637-E58155C43D12}" type="presParOf" srcId="{378A84EA-70B7-44BC-94B5-220967494916}" destId="{5F0A5D37-AA30-4316-9F5B-30DD3743574C}" srcOrd="2" destOrd="0" presId="urn:microsoft.com/office/officeart/2005/8/layout/orgChart1"/>
    <dgm:cxn modelId="{2AB43EEC-BAA2-4E34-B12C-9D3AB00E8620}" type="presParOf" srcId="{39CBA1DC-E430-4E45-A760-683B43A0E1D3}" destId="{34802D57-D90B-4EAD-9922-063C186BFE74}" srcOrd="2" destOrd="0" presId="urn:microsoft.com/office/officeart/2005/8/layout/orgChart1"/>
    <dgm:cxn modelId="{FDA57BA0-F93A-4BE4-8529-EDBE712B6B94}" type="presParOf" srcId="{CD20ECAD-3097-43B7-9809-31D40D17C28B}" destId="{329CBD1F-E280-4305-98DF-44A79842B7E9}" srcOrd="2" destOrd="0" presId="urn:microsoft.com/office/officeart/2005/8/layout/orgChart1"/>
    <dgm:cxn modelId="{A5452715-668B-4910-B0D5-C342A53D8972}" type="presParOf" srcId="{CD20ECAD-3097-43B7-9809-31D40D17C28B}" destId="{E7E3B87B-2D68-4802-BEA0-8451DC677E07}" srcOrd="3" destOrd="0" presId="urn:microsoft.com/office/officeart/2005/8/layout/orgChart1"/>
    <dgm:cxn modelId="{918D185D-14E4-48E0-93E1-1842EA6F8FE6}" type="presParOf" srcId="{E7E3B87B-2D68-4802-BEA0-8451DC677E07}" destId="{83F0E5BD-677C-420F-BE68-4DA80B419CD1}" srcOrd="0" destOrd="0" presId="urn:microsoft.com/office/officeart/2005/8/layout/orgChart1"/>
    <dgm:cxn modelId="{D6F7DABF-D485-4798-BDB4-30205B8439A8}" type="presParOf" srcId="{83F0E5BD-677C-420F-BE68-4DA80B419CD1}" destId="{E95F848B-786F-4A66-89AC-66B8ECEDB889}" srcOrd="0" destOrd="0" presId="urn:microsoft.com/office/officeart/2005/8/layout/orgChart1"/>
    <dgm:cxn modelId="{E0834AD9-8F88-45D3-85DD-6AF85188A88B}" type="presParOf" srcId="{83F0E5BD-677C-420F-BE68-4DA80B419CD1}" destId="{FA138741-F6EE-4475-A292-7475FFA2EC02}" srcOrd="1" destOrd="0" presId="urn:microsoft.com/office/officeart/2005/8/layout/orgChart1"/>
    <dgm:cxn modelId="{B538C336-61D1-4B94-8EA9-ACBF43CB2CC2}" type="presParOf" srcId="{E7E3B87B-2D68-4802-BEA0-8451DC677E07}" destId="{1801C6F0-3559-41FD-9B15-F6462882A19A}" srcOrd="1" destOrd="0" presId="urn:microsoft.com/office/officeart/2005/8/layout/orgChart1"/>
    <dgm:cxn modelId="{DC765941-1AA3-4640-BC86-F8F7555A8A7F}" type="presParOf" srcId="{1801C6F0-3559-41FD-9B15-F6462882A19A}" destId="{E81A16E0-58B6-492E-8174-CC9AF076603D}" srcOrd="0" destOrd="0" presId="urn:microsoft.com/office/officeart/2005/8/layout/orgChart1"/>
    <dgm:cxn modelId="{3BEDC1E1-8CA0-48DF-9D03-8D34FC82BFFE}" type="presParOf" srcId="{1801C6F0-3559-41FD-9B15-F6462882A19A}" destId="{4CCED876-D697-480B-AA5A-4B7E2FFB3E1F}" srcOrd="1" destOrd="0" presId="urn:microsoft.com/office/officeart/2005/8/layout/orgChart1"/>
    <dgm:cxn modelId="{7736D9A2-9903-42C4-AC44-EAE1D61C4281}" type="presParOf" srcId="{4CCED876-D697-480B-AA5A-4B7E2FFB3E1F}" destId="{4942BD2D-1579-4634-AC7F-6F35AC75A023}" srcOrd="0" destOrd="0" presId="urn:microsoft.com/office/officeart/2005/8/layout/orgChart1"/>
    <dgm:cxn modelId="{1BC22FE5-A6D5-4F54-9C4A-CAB5791C38A8}" type="presParOf" srcId="{4942BD2D-1579-4634-AC7F-6F35AC75A023}" destId="{9CEC2203-12C4-4475-9DD4-4658C7745518}" srcOrd="0" destOrd="0" presId="urn:microsoft.com/office/officeart/2005/8/layout/orgChart1"/>
    <dgm:cxn modelId="{E0E84A6B-4FD2-4AA0-A44C-EBC3CF45CF88}" type="presParOf" srcId="{4942BD2D-1579-4634-AC7F-6F35AC75A023}" destId="{C2F9E996-010F-4612-AAF0-5B3C3B97601A}" srcOrd="1" destOrd="0" presId="urn:microsoft.com/office/officeart/2005/8/layout/orgChart1"/>
    <dgm:cxn modelId="{B505A7C2-193D-4355-9FBA-D9066B4C14B3}" type="presParOf" srcId="{4CCED876-D697-480B-AA5A-4B7E2FFB3E1F}" destId="{FC4A219C-4D70-43F0-BF41-AB3B0BA0A20A}" srcOrd="1" destOrd="0" presId="urn:microsoft.com/office/officeart/2005/8/layout/orgChart1"/>
    <dgm:cxn modelId="{31FCCE22-02C8-41DD-A0B4-E9C61DF712DC}" type="presParOf" srcId="{4CCED876-D697-480B-AA5A-4B7E2FFB3E1F}" destId="{1EB5E605-0DCC-4857-833A-81FDACD72CA5}" srcOrd="2" destOrd="0" presId="urn:microsoft.com/office/officeart/2005/8/layout/orgChart1"/>
    <dgm:cxn modelId="{604FCBCC-8AAB-423B-9B13-967B0C2B3BCE}" type="presParOf" srcId="{1801C6F0-3559-41FD-9B15-F6462882A19A}" destId="{9F5F2726-C502-490E-BA65-4D4A28A8CDAF}" srcOrd="2" destOrd="0" presId="urn:microsoft.com/office/officeart/2005/8/layout/orgChart1"/>
    <dgm:cxn modelId="{D567C182-3289-4FF3-B3E5-83EC21CA9ECA}" type="presParOf" srcId="{1801C6F0-3559-41FD-9B15-F6462882A19A}" destId="{E3B73799-99A4-4FF4-9A02-BE4683A1BE37}" srcOrd="3" destOrd="0" presId="urn:microsoft.com/office/officeart/2005/8/layout/orgChart1"/>
    <dgm:cxn modelId="{03F72422-41EE-4DE7-AB31-A20CCAB27659}" type="presParOf" srcId="{E3B73799-99A4-4FF4-9A02-BE4683A1BE37}" destId="{641C1738-5832-4D56-940F-1E53D6369FF8}" srcOrd="0" destOrd="0" presId="urn:microsoft.com/office/officeart/2005/8/layout/orgChart1"/>
    <dgm:cxn modelId="{88A2E128-CB59-4D63-9676-7BC4FB9B27D9}" type="presParOf" srcId="{641C1738-5832-4D56-940F-1E53D6369FF8}" destId="{7B847B6A-B322-4B95-BCF8-9A87B3F01B52}" srcOrd="0" destOrd="0" presId="urn:microsoft.com/office/officeart/2005/8/layout/orgChart1"/>
    <dgm:cxn modelId="{38AB20A0-59F2-4A20-A1AA-E2DEA6DA99FE}" type="presParOf" srcId="{641C1738-5832-4D56-940F-1E53D6369FF8}" destId="{BF9A8064-B664-4B53-88DD-D44EE6649BFB}" srcOrd="1" destOrd="0" presId="urn:microsoft.com/office/officeart/2005/8/layout/orgChart1"/>
    <dgm:cxn modelId="{46C41751-5013-4145-BD79-6A4DAE8A9405}" type="presParOf" srcId="{E3B73799-99A4-4FF4-9A02-BE4683A1BE37}" destId="{5B96C2F4-8360-4C13-BF9B-B32F19173AB7}" srcOrd="1" destOrd="0" presId="urn:microsoft.com/office/officeart/2005/8/layout/orgChart1"/>
    <dgm:cxn modelId="{CA72AA30-627B-4785-9B5D-96905189A3D4}" type="presParOf" srcId="{E3B73799-99A4-4FF4-9A02-BE4683A1BE37}" destId="{DDDF341E-7E8A-4CB3-BB96-691A07ABB6FB}" srcOrd="2" destOrd="0" presId="urn:microsoft.com/office/officeart/2005/8/layout/orgChart1"/>
    <dgm:cxn modelId="{13BD8C46-3DA5-442B-8800-D4A644410264}" type="presParOf" srcId="{E7E3B87B-2D68-4802-BEA0-8451DC677E07}" destId="{817686D2-987A-4FCA-9589-25C240BE662C}" srcOrd="2" destOrd="0" presId="urn:microsoft.com/office/officeart/2005/8/layout/orgChart1"/>
    <dgm:cxn modelId="{5BAAAB75-2F39-4209-B851-73F259245E9B}" type="presParOf" srcId="{CD20ECAD-3097-43B7-9809-31D40D17C28B}" destId="{9F7A6612-F740-40DA-8999-C295D731C938}" srcOrd="4" destOrd="0" presId="urn:microsoft.com/office/officeart/2005/8/layout/orgChart1"/>
    <dgm:cxn modelId="{C2DF955C-0839-4081-BFC0-9E67F994D1D6}" type="presParOf" srcId="{CD20ECAD-3097-43B7-9809-31D40D17C28B}" destId="{11987CEC-9089-411B-A35A-E094AAF5E842}" srcOrd="5" destOrd="0" presId="urn:microsoft.com/office/officeart/2005/8/layout/orgChart1"/>
    <dgm:cxn modelId="{03C0EF79-C6AD-4BD2-9E23-58EE14763CB3}" type="presParOf" srcId="{11987CEC-9089-411B-A35A-E094AAF5E842}" destId="{D7E4C3CA-CB70-4FEE-B25E-374F0893EDA4}" srcOrd="0" destOrd="0" presId="urn:microsoft.com/office/officeart/2005/8/layout/orgChart1"/>
    <dgm:cxn modelId="{AD0D5629-CBC8-4FE0-88C9-0A264D16F3B9}" type="presParOf" srcId="{D7E4C3CA-CB70-4FEE-B25E-374F0893EDA4}" destId="{483B6499-227D-4DE7-8511-E8776DB10672}" srcOrd="0" destOrd="0" presId="urn:microsoft.com/office/officeart/2005/8/layout/orgChart1"/>
    <dgm:cxn modelId="{A804F2CC-0628-426D-8070-FD62C8620849}" type="presParOf" srcId="{D7E4C3CA-CB70-4FEE-B25E-374F0893EDA4}" destId="{D890A4DC-18AF-49F0-9640-4E5D65A27DAB}" srcOrd="1" destOrd="0" presId="urn:microsoft.com/office/officeart/2005/8/layout/orgChart1"/>
    <dgm:cxn modelId="{183C8B41-3237-4457-8A29-763B05CFF689}" type="presParOf" srcId="{11987CEC-9089-411B-A35A-E094AAF5E842}" destId="{360EA255-27D7-4975-84F2-406A2CD7F9D7}" srcOrd="1" destOrd="0" presId="urn:microsoft.com/office/officeart/2005/8/layout/orgChart1"/>
    <dgm:cxn modelId="{CBB0C051-04F2-4693-873B-C7018EF41B28}" type="presParOf" srcId="{360EA255-27D7-4975-84F2-406A2CD7F9D7}" destId="{F1922A70-ECC5-4E09-A23A-15FF04A749A5}" srcOrd="0" destOrd="0" presId="urn:microsoft.com/office/officeart/2005/8/layout/orgChart1"/>
    <dgm:cxn modelId="{61D8B6B6-9DCB-4B9A-9831-5E2094E247D3}" type="presParOf" srcId="{360EA255-27D7-4975-84F2-406A2CD7F9D7}" destId="{53EB6486-F432-4968-9EB8-2686CFBC62E5}" srcOrd="1" destOrd="0" presId="urn:microsoft.com/office/officeart/2005/8/layout/orgChart1"/>
    <dgm:cxn modelId="{67AD50D9-4924-49FD-86D6-9279E0E0ABFC}" type="presParOf" srcId="{53EB6486-F432-4968-9EB8-2686CFBC62E5}" destId="{5A816FF4-4E0A-4F66-8D92-A3190A120D6D}" srcOrd="0" destOrd="0" presId="urn:microsoft.com/office/officeart/2005/8/layout/orgChart1"/>
    <dgm:cxn modelId="{AD3EF645-628B-4F97-84A7-A90A998FE179}" type="presParOf" srcId="{5A816FF4-4E0A-4F66-8D92-A3190A120D6D}" destId="{D5FF3624-C77C-4532-9720-B7D28AF8B1C9}" srcOrd="0" destOrd="0" presId="urn:microsoft.com/office/officeart/2005/8/layout/orgChart1"/>
    <dgm:cxn modelId="{3E849D67-457E-4301-963B-AFC0DF53A311}" type="presParOf" srcId="{5A816FF4-4E0A-4F66-8D92-A3190A120D6D}" destId="{4E65194F-B0AF-42DA-94C2-02582621789C}" srcOrd="1" destOrd="0" presId="urn:microsoft.com/office/officeart/2005/8/layout/orgChart1"/>
    <dgm:cxn modelId="{48069C7C-13E2-43B8-AC93-374299F0B83E}" type="presParOf" srcId="{53EB6486-F432-4968-9EB8-2686CFBC62E5}" destId="{9F2D932F-FF11-46A0-9938-C28889D5A968}" srcOrd="1" destOrd="0" presId="urn:microsoft.com/office/officeart/2005/8/layout/orgChart1"/>
    <dgm:cxn modelId="{DCAA89CD-6C6E-4817-90CC-2B4F6A79CFA5}" type="presParOf" srcId="{53EB6486-F432-4968-9EB8-2686CFBC62E5}" destId="{2DECD5F7-33D7-4CE0-800D-85AE2BE6D30A}" srcOrd="2" destOrd="0" presId="urn:microsoft.com/office/officeart/2005/8/layout/orgChart1"/>
    <dgm:cxn modelId="{BA8A144C-35E2-40F4-89AD-B3F886412B7A}" type="presParOf" srcId="{360EA255-27D7-4975-84F2-406A2CD7F9D7}" destId="{B3868BE0-42B0-4764-8441-0F7C470239DA}" srcOrd="2" destOrd="0" presId="urn:microsoft.com/office/officeart/2005/8/layout/orgChart1"/>
    <dgm:cxn modelId="{3030479F-563F-4B81-BD31-9CF34EDA3B34}" type="presParOf" srcId="{360EA255-27D7-4975-84F2-406A2CD7F9D7}" destId="{49314AC1-AF24-4046-AD22-AB9B9BC14B0E}" srcOrd="3" destOrd="0" presId="urn:microsoft.com/office/officeart/2005/8/layout/orgChart1"/>
    <dgm:cxn modelId="{14BE07A6-BE31-49EB-A6EB-DDCB76A8F079}" type="presParOf" srcId="{49314AC1-AF24-4046-AD22-AB9B9BC14B0E}" destId="{1567AC79-7517-4866-B1FE-A6552C7A0195}" srcOrd="0" destOrd="0" presId="urn:microsoft.com/office/officeart/2005/8/layout/orgChart1"/>
    <dgm:cxn modelId="{552ACCA2-4D41-4B6E-B507-DFC451BE1615}" type="presParOf" srcId="{1567AC79-7517-4866-B1FE-A6552C7A0195}" destId="{BC72EED6-39FA-464D-8AE3-3049AC60D3F6}" srcOrd="0" destOrd="0" presId="urn:microsoft.com/office/officeart/2005/8/layout/orgChart1"/>
    <dgm:cxn modelId="{6FA3E639-54DB-4E65-B2A4-5341C920521E}" type="presParOf" srcId="{1567AC79-7517-4866-B1FE-A6552C7A0195}" destId="{882D6316-77D8-443F-8D7D-11EC533CC760}" srcOrd="1" destOrd="0" presId="urn:microsoft.com/office/officeart/2005/8/layout/orgChart1"/>
    <dgm:cxn modelId="{8FB411AF-4788-4D19-B40E-078E8D03CC47}" type="presParOf" srcId="{49314AC1-AF24-4046-AD22-AB9B9BC14B0E}" destId="{B2FEA303-E345-41D0-ADE3-4428EAD5067D}" srcOrd="1" destOrd="0" presId="urn:microsoft.com/office/officeart/2005/8/layout/orgChart1"/>
    <dgm:cxn modelId="{5DF8BBF5-A71C-495D-852D-942880CF4524}" type="presParOf" srcId="{49314AC1-AF24-4046-AD22-AB9B9BC14B0E}" destId="{705C99FF-816A-45CD-9277-0F2B57073AA0}" srcOrd="2" destOrd="0" presId="urn:microsoft.com/office/officeart/2005/8/layout/orgChart1"/>
    <dgm:cxn modelId="{96F59F99-8C67-48AF-A9B2-B41BF486F701}" type="presParOf" srcId="{11987CEC-9089-411B-A35A-E094AAF5E842}" destId="{0B48547B-31C3-4EB3-826B-AE5AF4A3D35D}" srcOrd="2" destOrd="0" presId="urn:microsoft.com/office/officeart/2005/8/layout/orgChart1"/>
    <dgm:cxn modelId="{6335ED22-0DE2-4520-B819-CD310433345E}" type="presParOf" srcId="{CD20ECAD-3097-43B7-9809-31D40D17C28B}" destId="{D5B8294A-56EA-4007-B1BB-7A642C741830}" srcOrd="6" destOrd="0" presId="urn:microsoft.com/office/officeart/2005/8/layout/orgChart1"/>
    <dgm:cxn modelId="{69B27C31-EE09-45A6-BBEC-0C0721D4402B}" type="presParOf" srcId="{CD20ECAD-3097-43B7-9809-31D40D17C28B}" destId="{B60347E4-19E2-482F-A1FA-F1F25A0203A0}" srcOrd="7" destOrd="0" presId="urn:microsoft.com/office/officeart/2005/8/layout/orgChart1"/>
    <dgm:cxn modelId="{AAA2607A-B495-42F0-967D-23729F1B2D72}" type="presParOf" srcId="{B60347E4-19E2-482F-A1FA-F1F25A0203A0}" destId="{A84AB0FE-9B3F-487A-9D93-A2F0141F474A}" srcOrd="0" destOrd="0" presId="urn:microsoft.com/office/officeart/2005/8/layout/orgChart1"/>
    <dgm:cxn modelId="{0CA20084-E1E5-4F49-A20F-56FC1D9A88F0}" type="presParOf" srcId="{A84AB0FE-9B3F-487A-9D93-A2F0141F474A}" destId="{030057AE-C686-4ACC-BD5A-8A8FDC2AFC7B}" srcOrd="0" destOrd="0" presId="urn:microsoft.com/office/officeart/2005/8/layout/orgChart1"/>
    <dgm:cxn modelId="{8E0282FA-A6D2-48C7-8AA8-17B187D36E3D}" type="presParOf" srcId="{A84AB0FE-9B3F-487A-9D93-A2F0141F474A}" destId="{29E71972-FCD6-424E-BE76-69327845678B}" srcOrd="1" destOrd="0" presId="urn:microsoft.com/office/officeart/2005/8/layout/orgChart1"/>
    <dgm:cxn modelId="{606D8C1F-9A94-41F2-AFE2-56A7AD8A6B6A}" type="presParOf" srcId="{B60347E4-19E2-482F-A1FA-F1F25A0203A0}" destId="{B7C588E7-C20A-447F-9F18-B9E380275169}" srcOrd="1" destOrd="0" presId="urn:microsoft.com/office/officeart/2005/8/layout/orgChart1"/>
    <dgm:cxn modelId="{FC608517-B0C2-466A-8A9E-E1D7E33233A3}" type="presParOf" srcId="{B7C588E7-C20A-447F-9F18-B9E380275169}" destId="{9C226B95-EE7D-4737-AFF5-DC1C17EF57D2}" srcOrd="0" destOrd="0" presId="urn:microsoft.com/office/officeart/2005/8/layout/orgChart1"/>
    <dgm:cxn modelId="{EA0BECBA-7F9A-4DC8-BBF7-8AF3F6093ED7}" type="presParOf" srcId="{B7C588E7-C20A-447F-9F18-B9E380275169}" destId="{F0314702-EC10-4C20-8AA8-7407F739B443}" srcOrd="1" destOrd="0" presId="urn:microsoft.com/office/officeart/2005/8/layout/orgChart1"/>
    <dgm:cxn modelId="{56525FB0-5EA1-474C-8445-8D98A460232B}" type="presParOf" srcId="{F0314702-EC10-4C20-8AA8-7407F739B443}" destId="{1E9D1CD4-59F7-444B-9B64-36020929DF32}" srcOrd="0" destOrd="0" presId="urn:microsoft.com/office/officeart/2005/8/layout/orgChart1"/>
    <dgm:cxn modelId="{6CDC9909-E149-4A95-BA3F-D300E45482B9}" type="presParOf" srcId="{1E9D1CD4-59F7-444B-9B64-36020929DF32}" destId="{99E02CC4-8BB4-4819-8E7A-AF52DB541162}" srcOrd="0" destOrd="0" presId="urn:microsoft.com/office/officeart/2005/8/layout/orgChart1"/>
    <dgm:cxn modelId="{CE8A13A3-365B-4767-9302-DFA8524B09C4}" type="presParOf" srcId="{1E9D1CD4-59F7-444B-9B64-36020929DF32}" destId="{98F68304-4C8D-46F0-99A9-77ECC8D027D8}" srcOrd="1" destOrd="0" presId="urn:microsoft.com/office/officeart/2005/8/layout/orgChart1"/>
    <dgm:cxn modelId="{9C01554F-6510-4AC6-9503-E4B870D8A8BC}" type="presParOf" srcId="{F0314702-EC10-4C20-8AA8-7407F739B443}" destId="{957334AB-5C7B-470B-9F3F-E230E1EB4A3F}" srcOrd="1" destOrd="0" presId="urn:microsoft.com/office/officeart/2005/8/layout/orgChart1"/>
    <dgm:cxn modelId="{A945838B-F2E4-4A6F-B430-76415399EF28}" type="presParOf" srcId="{F0314702-EC10-4C20-8AA8-7407F739B443}" destId="{01A55AC2-DFBA-46DA-BAA0-FAADBAAF27F9}" srcOrd="2" destOrd="0" presId="urn:microsoft.com/office/officeart/2005/8/layout/orgChart1"/>
    <dgm:cxn modelId="{5217EB6D-263B-430A-8F01-00BC8D5C3539}" type="presParOf" srcId="{B7C588E7-C20A-447F-9F18-B9E380275169}" destId="{F82B888D-7F01-4205-A418-7E467F743D95}" srcOrd="2" destOrd="0" presId="urn:microsoft.com/office/officeart/2005/8/layout/orgChart1"/>
    <dgm:cxn modelId="{232354C7-22C0-46E0-82BA-A327F72F7E94}" type="presParOf" srcId="{B7C588E7-C20A-447F-9F18-B9E380275169}" destId="{5005DA9B-B87D-4E2A-89B0-4A3B1B654369}" srcOrd="3" destOrd="0" presId="urn:microsoft.com/office/officeart/2005/8/layout/orgChart1"/>
    <dgm:cxn modelId="{D3A380BA-5CBA-4241-BC3E-464EF568939D}" type="presParOf" srcId="{5005DA9B-B87D-4E2A-89B0-4A3B1B654369}" destId="{2236F207-4F7E-4191-AA51-99F6048197F2}" srcOrd="0" destOrd="0" presId="urn:microsoft.com/office/officeart/2005/8/layout/orgChart1"/>
    <dgm:cxn modelId="{F7750D87-3AF3-4B7A-B688-C80C597A943D}" type="presParOf" srcId="{2236F207-4F7E-4191-AA51-99F6048197F2}" destId="{157E9B2A-604E-47E5-849F-17DAA0F799F7}" srcOrd="0" destOrd="0" presId="urn:microsoft.com/office/officeart/2005/8/layout/orgChart1"/>
    <dgm:cxn modelId="{73D031F5-0F3A-47B2-8B22-C9047280FD1B}" type="presParOf" srcId="{2236F207-4F7E-4191-AA51-99F6048197F2}" destId="{F05F0912-4E9A-47C4-85C8-76C113F77DE1}" srcOrd="1" destOrd="0" presId="urn:microsoft.com/office/officeart/2005/8/layout/orgChart1"/>
    <dgm:cxn modelId="{34BEAD93-CE4B-48C9-8981-80C6AD108824}" type="presParOf" srcId="{5005DA9B-B87D-4E2A-89B0-4A3B1B654369}" destId="{2918C328-6A1F-4032-9948-3E242FBCA518}" srcOrd="1" destOrd="0" presId="urn:microsoft.com/office/officeart/2005/8/layout/orgChart1"/>
    <dgm:cxn modelId="{EB41D5C9-B8F5-4F7F-BEA1-E5108B67DFC0}" type="presParOf" srcId="{5005DA9B-B87D-4E2A-89B0-4A3B1B654369}" destId="{754A100C-3FA7-458E-BD11-DD42504F0DCA}" srcOrd="2" destOrd="0" presId="urn:microsoft.com/office/officeart/2005/8/layout/orgChart1"/>
    <dgm:cxn modelId="{A55191DF-3AAF-4599-BFD0-704B09779274}" type="presParOf" srcId="{B60347E4-19E2-482F-A1FA-F1F25A0203A0}" destId="{A8360D1C-3A09-4229-A12C-1B083291F35E}" srcOrd="2" destOrd="0" presId="urn:microsoft.com/office/officeart/2005/8/layout/orgChart1"/>
    <dgm:cxn modelId="{07085C01-EB44-4170-BB62-9C3EFB487526}" type="presParOf" srcId="{CD20ECAD-3097-43B7-9809-31D40D17C28B}" destId="{791DDA86-29AA-4E8B-BB44-A8001CA0F5E7}" srcOrd="8" destOrd="0" presId="urn:microsoft.com/office/officeart/2005/8/layout/orgChart1"/>
    <dgm:cxn modelId="{4EAE7023-4F25-490C-A26A-C9BDD42FEFF2}" type="presParOf" srcId="{CD20ECAD-3097-43B7-9809-31D40D17C28B}" destId="{BEE0C8AE-56CC-471E-80D3-BA445D0C7975}" srcOrd="9" destOrd="0" presId="urn:microsoft.com/office/officeart/2005/8/layout/orgChart1"/>
    <dgm:cxn modelId="{7C021180-1F22-4693-B091-0E3AA5D21D5F}" type="presParOf" srcId="{BEE0C8AE-56CC-471E-80D3-BA445D0C7975}" destId="{511AD17F-3B51-4C53-8F33-E770B61CF313}" srcOrd="0" destOrd="0" presId="urn:microsoft.com/office/officeart/2005/8/layout/orgChart1"/>
    <dgm:cxn modelId="{FD5FBCB1-35E5-486E-956C-D0004E9BF183}" type="presParOf" srcId="{511AD17F-3B51-4C53-8F33-E770B61CF313}" destId="{299AE74B-CC81-48ED-9BFF-0ED68D1C6DFB}" srcOrd="0" destOrd="0" presId="urn:microsoft.com/office/officeart/2005/8/layout/orgChart1"/>
    <dgm:cxn modelId="{545B917F-244C-4A58-90A3-5187AAC4E4EF}" type="presParOf" srcId="{511AD17F-3B51-4C53-8F33-E770B61CF313}" destId="{7E0F898C-DBDB-4D7D-9450-71E5BCEC229A}" srcOrd="1" destOrd="0" presId="urn:microsoft.com/office/officeart/2005/8/layout/orgChart1"/>
    <dgm:cxn modelId="{3285A8B9-75AC-4129-8415-A7283586C470}" type="presParOf" srcId="{BEE0C8AE-56CC-471E-80D3-BA445D0C7975}" destId="{1683571D-6FEC-44EA-A06A-9E5AA700E469}" srcOrd="1" destOrd="0" presId="urn:microsoft.com/office/officeart/2005/8/layout/orgChart1"/>
    <dgm:cxn modelId="{5BFC3D9A-C0D5-4CB2-B291-C0F883184202}" type="presParOf" srcId="{1683571D-6FEC-44EA-A06A-9E5AA700E469}" destId="{785F925D-6255-4E7C-8AF3-47D74F75ACFB}" srcOrd="0" destOrd="0" presId="urn:microsoft.com/office/officeart/2005/8/layout/orgChart1"/>
    <dgm:cxn modelId="{5CE7BC1D-4B1B-456C-A608-16D78881FB25}" type="presParOf" srcId="{1683571D-6FEC-44EA-A06A-9E5AA700E469}" destId="{D9DF1DB9-F8AA-4739-987B-4F93E993F4F0}" srcOrd="1" destOrd="0" presId="urn:microsoft.com/office/officeart/2005/8/layout/orgChart1"/>
    <dgm:cxn modelId="{1F68108A-75A2-4D20-B254-6A4C7A1C2B32}" type="presParOf" srcId="{D9DF1DB9-F8AA-4739-987B-4F93E993F4F0}" destId="{5FBF49D6-1B0F-414E-9CAB-DFB539624A8E}" srcOrd="0" destOrd="0" presId="urn:microsoft.com/office/officeart/2005/8/layout/orgChart1"/>
    <dgm:cxn modelId="{EDC7082C-C203-4DA9-BDBD-5F6B813209EC}" type="presParOf" srcId="{5FBF49D6-1B0F-414E-9CAB-DFB539624A8E}" destId="{B229FD13-C5EF-4EBD-B8C4-3B76370C0695}" srcOrd="0" destOrd="0" presId="urn:microsoft.com/office/officeart/2005/8/layout/orgChart1"/>
    <dgm:cxn modelId="{27F8FBF2-C0A4-4A3B-B32B-74236BFCB25E}" type="presParOf" srcId="{5FBF49D6-1B0F-414E-9CAB-DFB539624A8E}" destId="{AF0E3B8A-36B6-444B-980C-880602C3BA08}" srcOrd="1" destOrd="0" presId="urn:microsoft.com/office/officeart/2005/8/layout/orgChart1"/>
    <dgm:cxn modelId="{4E582981-7A61-4FED-B542-5FD28F7A9D65}" type="presParOf" srcId="{D9DF1DB9-F8AA-4739-987B-4F93E993F4F0}" destId="{C9C3999E-CCA2-4CC7-B7D3-EB7DEC76B9AA}" srcOrd="1" destOrd="0" presId="urn:microsoft.com/office/officeart/2005/8/layout/orgChart1"/>
    <dgm:cxn modelId="{F3F4CAC7-A7DB-43C6-B0DE-B04961575B59}" type="presParOf" srcId="{D9DF1DB9-F8AA-4739-987B-4F93E993F4F0}" destId="{C0740C95-6EDB-446A-8CB5-3901A5225C43}" srcOrd="2" destOrd="0" presId="urn:microsoft.com/office/officeart/2005/8/layout/orgChart1"/>
    <dgm:cxn modelId="{6B520FD9-CFC4-47EE-A2DA-F0FED08BD146}" type="presParOf" srcId="{1683571D-6FEC-44EA-A06A-9E5AA700E469}" destId="{C64F9414-1C7E-4448-9AFE-4CE2B1EC2469}" srcOrd="2" destOrd="0" presId="urn:microsoft.com/office/officeart/2005/8/layout/orgChart1"/>
    <dgm:cxn modelId="{2383246F-5988-4A2F-A9F4-590E9C3CA44F}" type="presParOf" srcId="{1683571D-6FEC-44EA-A06A-9E5AA700E469}" destId="{8B5DA99C-E436-491F-AD7E-2F6362FECC1D}" srcOrd="3" destOrd="0" presId="urn:microsoft.com/office/officeart/2005/8/layout/orgChart1"/>
    <dgm:cxn modelId="{2757EAAD-CA68-4B30-A035-BBB13F3B244B}" type="presParOf" srcId="{8B5DA99C-E436-491F-AD7E-2F6362FECC1D}" destId="{3A9DDF6E-8AE1-491D-8C09-4C37B4FDF3D3}" srcOrd="0" destOrd="0" presId="urn:microsoft.com/office/officeart/2005/8/layout/orgChart1"/>
    <dgm:cxn modelId="{CFC85374-873D-45E0-B479-DEE98B7292F1}" type="presParOf" srcId="{3A9DDF6E-8AE1-491D-8C09-4C37B4FDF3D3}" destId="{9530C6C4-5D90-48EC-A8E8-A2627C47FFE7}" srcOrd="0" destOrd="0" presId="urn:microsoft.com/office/officeart/2005/8/layout/orgChart1"/>
    <dgm:cxn modelId="{4A2F9367-FE2F-4A70-AF09-5F99E5A3FB4A}" type="presParOf" srcId="{3A9DDF6E-8AE1-491D-8C09-4C37B4FDF3D3}" destId="{8E9E3518-BAEA-4377-8B14-5783165D33CC}" srcOrd="1" destOrd="0" presId="urn:microsoft.com/office/officeart/2005/8/layout/orgChart1"/>
    <dgm:cxn modelId="{4568BEC9-9A09-4CB2-88A2-ACF97C65AF18}" type="presParOf" srcId="{8B5DA99C-E436-491F-AD7E-2F6362FECC1D}" destId="{8855729A-0733-4683-8A13-0B1C1A180043}" srcOrd="1" destOrd="0" presId="urn:microsoft.com/office/officeart/2005/8/layout/orgChart1"/>
    <dgm:cxn modelId="{B05BCB9F-55E4-4BCF-81EE-5A97F2C91814}" type="presParOf" srcId="{8B5DA99C-E436-491F-AD7E-2F6362FECC1D}" destId="{CF37F339-74FE-4DC4-9F3A-E4DE453DF17E}" srcOrd="2" destOrd="0" presId="urn:microsoft.com/office/officeart/2005/8/layout/orgChart1"/>
    <dgm:cxn modelId="{7CEF7EBA-1FFB-472A-9ED3-C44BFE51F5D7}" type="presParOf" srcId="{BEE0C8AE-56CC-471E-80D3-BA445D0C7975}" destId="{1B6CABAB-43A5-47D2-A0B7-2678D91356D6}" srcOrd="2" destOrd="0" presId="urn:microsoft.com/office/officeart/2005/8/layout/orgChart1"/>
    <dgm:cxn modelId="{131DF6AB-63DC-4910-BFDA-9744859AA570}" type="presParOf" srcId="{42EEF49F-687E-483B-BE59-6E96C183BC00}" destId="{91EA2534-9CF6-48EC-AF0A-D6CD5144034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4F9414-1C7E-4448-9AFE-4CE2B1EC2469}">
      <dsp:nvSpPr>
        <dsp:cNvPr id="0" name=""/>
        <dsp:cNvSpPr/>
      </dsp:nvSpPr>
      <dsp:spPr>
        <a:xfrm>
          <a:off x="5667801"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85F925D-6255-4E7C-8AF3-47D74F75ACFB}">
      <dsp:nvSpPr>
        <dsp:cNvPr id="0" name=""/>
        <dsp:cNvSpPr/>
      </dsp:nvSpPr>
      <dsp:spPr>
        <a:xfrm>
          <a:off x="5667801"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91DDA86-29AA-4E8B-BB44-A8001CA0F5E7}">
      <dsp:nvSpPr>
        <dsp:cNvPr id="0" name=""/>
        <dsp:cNvSpPr/>
      </dsp:nvSpPr>
      <dsp:spPr>
        <a:xfrm>
          <a:off x="3350364" y="728958"/>
          <a:ext cx="2776335" cy="240921"/>
        </a:xfrm>
        <a:custGeom>
          <a:avLst/>
          <a:gdLst/>
          <a:ahLst/>
          <a:cxnLst/>
          <a:rect l="0" t="0" r="0" b="0"/>
          <a:pathLst>
            <a:path>
              <a:moveTo>
                <a:pt x="0" y="0"/>
              </a:moveTo>
              <a:lnTo>
                <a:pt x="0" y="120460"/>
              </a:lnTo>
              <a:lnTo>
                <a:pt x="2776335" y="120460"/>
              </a:lnTo>
              <a:lnTo>
                <a:pt x="2776335"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82B888D-7F01-4205-A418-7E467F743D95}">
      <dsp:nvSpPr>
        <dsp:cNvPr id="0" name=""/>
        <dsp:cNvSpPr/>
      </dsp:nvSpPr>
      <dsp:spPr>
        <a:xfrm>
          <a:off x="4279633"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C226B95-EE7D-4737-AFF5-DC1C17EF57D2}">
      <dsp:nvSpPr>
        <dsp:cNvPr id="0" name=""/>
        <dsp:cNvSpPr/>
      </dsp:nvSpPr>
      <dsp:spPr>
        <a:xfrm>
          <a:off x="4279633"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5B8294A-56EA-4007-B1BB-7A642C741830}">
      <dsp:nvSpPr>
        <dsp:cNvPr id="0" name=""/>
        <dsp:cNvSpPr/>
      </dsp:nvSpPr>
      <dsp:spPr>
        <a:xfrm>
          <a:off x="3350364" y="728958"/>
          <a:ext cx="1388167" cy="240921"/>
        </a:xfrm>
        <a:custGeom>
          <a:avLst/>
          <a:gdLst/>
          <a:ahLst/>
          <a:cxnLst/>
          <a:rect l="0" t="0" r="0" b="0"/>
          <a:pathLst>
            <a:path>
              <a:moveTo>
                <a:pt x="0" y="0"/>
              </a:moveTo>
              <a:lnTo>
                <a:pt x="0" y="120460"/>
              </a:lnTo>
              <a:lnTo>
                <a:pt x="1388167" y="120460"/>
              </a:lnTo>
              <a:lnTo>
                <a:pt x="1388167"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3868BE0-42B0-4764-8441-0F7C470239DA}">
      <dsp:nvSpPr>
        <dsp:cNvPr id="0" name=""/>
        <dsp:cNvSpPr/>
      </dsp:nvSpPr>
      <dsp:spPr>
        <a:xfrm>
          <a:off x="2891465" y="1543503"/>
          <a:ext cx="140721" cy="1310906"/>
        </a:xfrm>
        <a:custGeom>
          <a:avLst/>
          <a:gdLst/>
          <a:ahLst/>
          <a:cxnLst/>
          <a:rect l="0" t="0" r="0" b="0"/>
          <a:pathLst>
            <a:path>
              <a:moveTo>
                <a:pt x="0" y="0"/>
              </a:moveTo>
              <a:lnTo>
                <a:pt x="0" y="1310906"/>
              </a:lnTo>
              <a:lnTo>
                <a:pt x="140721" y="1310906"/>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1922A70-ECC5-4E09-A23A-15FF04A749A5}">
      <dsp:nvSpPr>
        <dsp:cNvPr id="0" name=""/>
        <dsp:cNvSpPr/>
      </dsp:nvSpPr>
      <dsp:spPr>
        <a:xfrm>
          <a:off x="2891465"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F7A6612-F740-40DA-8999-C295D731C938}">
      <dsp:nvSpPr>
        <dsp:cNvPr id="0" name=""/>
        <dsp:cNvSpPr/>
      </dsp:nvSpPr>
      <dsp:spPr>
        <a:xfrm>
          <a:off x="3304644" y="728958"/>
          <a:ext cx="91440" cy="240921"/>
        </a:xfrm>
        <a:custGeom>
          <a:avLst/>
          <a:gdLst/>
          <a:ahLst/>
          <a:cxnLst/>
          <a:rect l="0" t="0" r="0" b="0"/>
          <a:pathLst>
            <a:path>
              <a:moveTo>
                <a:pt x="45720" y="0"/>
              </a:moveTo>
              <a:lnTo>
                <a:pt x="4572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F5F2726-C502-490E-BA65-4D4A28A8CDAF}">
      <dsp:nvSpPr>
        <dsp:cNvPr id="0" name=""/>
        <dsp:cNvSpPr/>
      </dsp:nvSpPr>
      <dsp:spPr>
        <a:xfrm>
          <a:off x="1503297"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81A16E0-58B6-492E-8174-CC9AF076603D}">
      <dsp:nvSpPr>
        <dsp:cNvPr id="0" name=""/>
        <dsp:cNvSpPr/>
      </dsp:nvSpPr>
      <dsp:spPr>
        <a:xfrm>
          <a:off x="1503297"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29CBD1F-E280-4305-98DF-44A79842B7E9}">
      <dsp:nvSpPr>
        <dsp:cNvPr id="0" name=""/>
        <dsp:cNvSpPr/>
      </dsp:nvSpPr>
      <dsp:spPr>
        <a:xfrm>
          <a:off x="1962196" y="728958"/>
          <a:ext cx="1388167" cy="240921"/>
        </a:xfrm>
        <a:custGeom>
          <a:avLst/>
          <a:gdLst/>
          <a:ahLst/>
          <a:cxnLst/>
          <a:rect l="0" t="0" r="0" b="0"/>
          <a:pathLst>
            <a:path>
              <a:moveTo>
                <a:pt x="1388167" y="0"/>
              </a:moveTo>
              <a:lnTo>
                <a:pt x="1388167"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652A5461-3455-422F-94C7-CEAD5413BFA6}">
      <dsp:nvSpPr>
        <dsp:cNvPr id="0" name=""/>
        <dsp:cNvSpPr/>
      </dsp:nvSpPr>
      <dsp:spPr>
        <a:xfrm>
          <a:off x="115129" y="1543503"/>
          <a:ext cx="172086" cy="1342278"/>
        </a:xfrm>
        <a:custGeom>
          <a:avLst/>
          <a:gdLst/>
          <a:ahLst/>
          <a:cxnLst/>
          <a:rect l="0" t="0" r="0" b="0"/>
          <a:pathLst>
            <a:path>
              <a:moveTo>
                <a:pt x="0" y="0"/>
              </a:moveTo>
              <a:lnTo>
                <a:pt x="0" y="1342278"/>
              </a:lnTo>
              <a:lnTo>
                <a:pt x="172086" y="1342278"/>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4BD58F0-3ECD-4050-B970-AD977904DF3D}">
      <dsp:nvSpPr>
        <dsp:cNvPr id="0" name=""/>
        <dsp:cNvSpPr/>
      </dsp:nvSpPr>
      <dsp:spPr>
        <a:xfrm>
          <a:off x="115129" y="1543503"/>
          <a:ext cx="172086" cy="527733"/>
        </a:xfrm>
        <a:custGeom>
          <a:avLst/>
          <a:gdLst/>
          <a:ahLst/>
          <a:cxnLst/>
          <a:rect l="0" t="0" r="0" b="0"/>
          <a:pathLst>
            <a:path>
              <a:moveTo>
                <a:pt x="0" y="0"/>
              </a:moveTo>
              <a:lnTo>
                <a:pt x="0" y="527733"/>
              </a:lnTo>
              <a:lnTo>
                <a:pt x="172086" y="527733"/>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F8BC99B-A584-4ED9-B7BC-AAC30B515CDD}">
      <dsp:nvSpPr>
        <dsp:cNvPr id="0" name=""/>
        <dsp:cNvSpPr/>
      </dsp:nvSpPr>
      <dsp:spPr>
        <a:xfrm>
          <a:off x="574028" y="728958"/>
          <a:ext cx="2776335" cy="240921"/>
        </a:xfrm>
        <a:custGeom>
          <a:avLst/>
          <a:gdLst/>
          <a:ahLst/>
          <a:cxnLst/>
          <a:rect l="0" t="0" r="0" b="0"/>
          <a:pathLst>
            <a:path>
              <a:moveTo>
                <a:pt x="2776335" y="0"/>
              </a:moveTo>
              <a:lnTo>
                <a:pt x="2776335" y="120460"/>
              </a:lnTo>
              <a:lnTo>
                <a:pt x="0" y="120460"/>
              </a:lnTo>
              <a:lnTo>
                <a:pt x="0" y="240921"/>
              </a:lnTo>
            </a:path>
          </a:pathLst>
        </a:custGeom>
        <a:noFill/>
        <a:ln w="12700" cap="flat" cmpd="sng" algn="ctr">
          <a:solidFill>
            <a:srgbClr val="5B9BD5">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1767F60-17E4-41A2-9CCB-35EB9A3F6BFD}">
      <dsp:nvSpPr>
        <dsp:cNvPr id="0" name=""/>
        <dsp:cNvSpPr/>
      </dsp:nvSpPr>
      <dsp:spPr>
        <a:xfrm>
          <a:off x="2646230" y="27807"/>
          <a:ext cx="1408267" cy="701151"/>
        </a:xfrm>
        <a:prstGeom prst="rect">
          <a:avLst/>
        </a:prstGeom>
        <a:solidFill>
          <a:srgbClr val="A5A5A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Falta de Repuestos o Repuestos descontinuados </a:t>
          </a:r>
        </a:p>
      </dsp:txBody>
      <dsp:txXfrm>
        <a:off x="2646230" y="27807"/>
        <a:ext cx="1408267" cy="701151"/>
      </dsp:txXfrm>
    </dsp:sp>
    <dsp:sp modelId="{6155CE3C-4F83-49B6-963B-B304060369A8}">
      <dsp:nvSpPr>
        <dsp:cNvPr id="0" name=""/>
        <dsp:cNvSpPr/>
      </dsp:nvSpPr>
      <dsp:spPr>
        <a:xfrm>
          <a:off x="405"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Dificultad en la localización de piezas </a:t>
          </a:r>
        </a:p>
      </dsp:txBody>
      <dsp:txXfrm>
        <a:off x="405" y="969879"/>
        <a:ext cx="1147246" cy="573623"/>
      </dsp:txXfrm>
    </dsp:sp>
    <dsp:sp modelId="{18A56462-23C9-434F-99AE-FE59FBE93040}">
      <dsp:nvSpPr>
        <dsp:cNvPr id="0" name=""/>
        <dsp:cNvSpPr/>
      </dsp:nvSpPr>
      <dsp:spPr>
        <a:xfrm>
          <a:off x="287216"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Frustración del propietario </a:t>
          </a:r>
        </a:p>
      </dsp:txBody>
      <dsp:txXfrm>
        <a:off x="287216" y="1784424"/>
        <a:ext cx="1147246" cy="573623"/>
      </dsp:txXfrm>
    </dsp:sp>
    <dsp:sp modelId="{566F0EBF-16B8-4480-A734-0EA9B9923A09}">
      <dsp:nvSpPr>
        <dsp:cNvPr id="0" name=""/>
        <dsp:cNvSpPr/>
      </dsp:nvSpPr>
      <dsp:spPr>
        <a:xfrm>
          <a:off x="287216"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Desgaste </a:t>
          </a:r>
        </a:p>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adicional </a:t>
          </a:r>
        </a:p>
      </dsp:txBody>
      <dsp:txXfrm>
        <a:off x="287216" y="2598969"/>
        <a:ext cx="1147246" cy="573623"/>
      </dsp:txXfrm>
    </dsp:sp>
    <dsp:sp modelId="{E95F848B-786F-4A66-89AC-66B8ECEDB889}">
      <dsp:nvSpPr>
        <dsp:cNvPr id="0" name=""/>
        <dsp:cNvSpPr/>
      </dsp:nvSpPr>
      <dsp:spPr>
        <a:xfrm>
          <a:off x="1388573"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Desvalorización del vehículo</a:t>
          </a:r>
        </a:p>
      </dsp:txBody>
      <dsp:txXfrm>
        <a:off x="1388573" y="969879"/>
        <a:ext cx="1147246" cy="573623"/>
      </dsp:txXfrm>
    </dsp:sp>
    <dsp:sp modelId="{9CEC2203-12C4-4475-9DD4-4658C7745518}">
      <dsp:nvSpPr>
        <dsp:cNvPr id="0" name=""/>
        <dsp:cNvSpPr/>
      </dsp:nvSpPr>
      <dsp:spPr>
        <a:xfrm>
          <a:off x="1675384"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Perdida financiera</a:t>
          </a:r>
        </a:p>
      </dsp:txBody>
      <dsp:txXfrm>
        <a:off x="1675384" y="1784424"/>
        <a:ext cx="1147246" cy="573623"/>
      </dsp:txXfrm>
    </dsp:sp>
    <dsp:sp modelId="{7B847B6A-B322-4B95-BCF8-9A87B3F01B52}">
      <dsp:nvSpPr>
        <dsp:cNvPr id="0" name=""/>
        <dsp:cNvSpPr/>
      </dsp:nvSpPr>
      <dsp:spPr>
        <a:xfrm>
          <a:off x="1675384"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Dificultad en la </a:t>
          </a:r>
        </a:p>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reventa </a:t>
          </a:r>
        </a:p>
      </dsp:txBody>
      <dsp:txXfrm>
        <a:off x="1675384" y="2598969"/>
        <a:ext cx="1147246" cy="573623"/>
      </dsp:txXfrm>
    </dsp:sp>
    <dsp:sp modelId="{483B6499-227D-4DE7-8511-E8776DB10672}">
      <dsp:nvSpPr>
        <dsp:cNvPr id="0" name=""/>
        <dsp:cNvSpPr/>
      </dsp:nvSpPr>
      <dsp:spPr>
        <a:xfrm>
          <a:off x="2776741"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Tiempo de inactividad prolongado </a:t>
          </a:r>
        </a:p>
      </dsp:txBody>
      <dsp:txXfrm>
        <a:off x="2776741" y="969879"/>
        <a:ext cx="1147246" cy="573623"/>
      </dsp:txXfrm>
    </dsp:sp>
    <dsp:sp modelId="{D5FF3624-C77C-4532-9720-B7D28AF8B1C9}">
      <dsp:nvSpPr>
        <dsp:cNvPr id="0" name=""/>
        <dsp:cNvSpPr/>
      </dsp:nvSpPr>
      <dsp:spPr>
        <a:xfrm>
          <a:off x="3063552"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Pérdida de productividad</a:t>
          </a:r>
        </a:p>
      </dsp:txBody>
      <dsp:txXfrm>
        <a:off x="3063552" y="1784424"/>
        <a:ext cx="1147246" cy="573623"/>
      </dsp:txXfrm>
    </dsp:sp>
    <dsp:sp modelId="{BC72EED6-39FA-464D-8AE3-3049AC60D3F6}">
      <dsp:nvSpPr>
        <dsp:cNvPr id="0" name=""/>
        <dsp:cNvSpPr/>
      </dsp:nvSpPr>
      <dsp:spPr>
        <a:xfrm>
          <a:off x="3032186" y="2567598"/>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Utilizar otro medio de transporte</a:t>
          </a:r>
        </a:p>
      </dsp:txBody>
      <dsp:txXfrm>
        <a:off x="3032186" y="2567598"/>
        <a:ext cx="1147246" cy="573623"/>
      </dsp:txXfrm>
    </dsp:sp>
    <dsp:sp modelId="{030057AE-C686-4ACC-BD5A-8A8FDC2AFC7B}">
      <dsp:nvSpPr>
        <dsp:cNvPr id="0" name=""/>
        <dsp:cNvSpPr/>
      </dsp:nvSpPr>
      <dsp:spPr>
        <a:xfrm>
          <a:off x="4164909"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Aumento del costo de reparación </a:t>
          </a:r>
        </a:p>
      </dsp:txBody>
      <dsp:txXfrm>
        <a:off x="4164909" y="969879"/>
        <a:ext cx="1147246" cy="573623"/>
      </dsp:txXfrm>
    </dsp:sp>
    <dsp:sp modelId="{99E02CC4-8BB4-4819-8E7A-AF52DB541162}">
      <dsp:nvSpPr>
        <dsp:cNvPr id="0" name=""/>
        <dsp:cNvSpPr/>
      </dsp:nvSpPr>
      <dsp:spPr>
        <a:xfrm>
          <a:off x="4451720"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Costos adicionales</a:t>
          </a:r>
        </a:p>
      </dsp:txBody>
      <dsp:txXfrm>
        <a:off x="4451720" y="1784424"/>
        <a:ext cx="1147246" cy="573623"/>
      </dsp:txXfrm>
    </dsp:sp>
    <dsp:sp modelId="{157E9B2A-604E-47E5-849F-17DAA0F799F7}">
      <dsp:nvSpPr>
        <dsp:cNvPr id="0" name=""/>
        <dsp:cNvSpPr/>
      </dsp:nvSpPr>
      <dsp:spPr>
        <a:xfrm>
          <a:off x="4451720"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Percepción negativa del servicio </a:t>
          </a:r>
        </a:p>
      </dsp:txBody>
      <dsp:txXfrm>
        <a:off x="4451720" y="2598969"/>
        <a:ext cx="1147246" cy="573623"/>
      </dsp:txXfrm>
    </dsp:sp>
    <dsp:sp modelId="{299AE74B-CC81-48ED-9BFF-0ED68D1C6DFB}">
      <dsp:nvSpPr>
        <dsp:cNvPr id="0" name=""/>
        <dsp:cNvSpPr/>
      </dsp:nvSpPr>
      <dsp:spPr>
        <a:xfrm>
          <a:off x="5553077" y="969879"/>
          <a:ext cx="1147246" cy="573623"/>
        </a:xfrm>
        <a:prstGeom prst="rect">
          <a:avLst/>
        </a:prstGeom>
        <a:solidFill>
          <a:srgbClr val="5B9BD5">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Riesgo de daños adicional </a:t>
          </a:r>
        </a:p>
      </dsp:txBody>
      <dsp:txXfrm>
        <a:off x="5553077" y="969879"/>
        <a:ext cx="1147246" cy="573623"/>
      </dsp:txXfrm>
    </dsp:sp>
    <dsp:sp modelId="{B229FD13-C5EF-4EBD-B8C4-3B76370C0695}">
      <dsp:nvSpPr>
        <dsp:cNvPr id="0" name=""/>
        <dsp:cNvSpPr/>
      </dsp:nvSpPr>
      <dsp:spPr>
        <a:xfrm>
          <a:off x="5839888" y="1784424"/>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Perdida del vehículo</a:t>
          </a:r>
        </a:p>
      </dsp:txBody>
      <dsp:txXfrm>
        <a:off x="5839888" y="1784424"/>
        <a:ext cx="1147246" cy="573623"/>
      </dsp:txXfrm>
    </dsp:sp>
    <dsp:sp modelId="{9530C6C4-5D90-48EC-A8E8-A2627C47FFE7}">
      <dsp:nvSpPr>
        <dsp:cNvPr id="0" name=""/>
        <dsp:cNvSpPr/>
      </dsp:nvSpPr>
      <dsp:spPr>
        <a:xfrm>
          <a:off x="5839888" y="2598969"/>
          <a:ext cx="1147246" cy="573623"/>
        </a:xfrm>
        <a:prstGeom prst="rect">
          <a:avLst/>
        </a:prstGeom>
        <a:solidFill>
          <a:srgbClr val="70AD47">
            <a:hueOff val="0"/>
            <a:satOff val="0"/>
            <a:lumOff val="0"/>
            <a:alphaOff val="0"/>
          </a:srgbClr>
        </a:solidFill>
        <a:ln w="19050" cap="flat" cmpd="sng" algn="ctr">
          <a:solidFill>
            <a:sysClr val="window" lastClr="FFFFFF">
              <a:hueOff val="0"/>
              <a:satOff val="0"/>
              <a:lumOff val="0"/>
              <a:alphaOff val="0"/>
            </a:sys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Reparaciones </a:t>
          </a:r>
        </a:p>
        <a:p>
          <a:pPr marL="0" lvl="0" indent="0" algn="ctr" defTabSz="533400">
            <a:lnSpc>
              <a:spcPct val="90000"/>
            </a:lnSpc>
            <a:spcBef>
              <a:spcPct val="0"/>
            </a:spcBef>
            <a:spcAft>
              <a:spcPct val="35000"/>
            </a:spcAft>
            <a:buNone/>
          </a:pPr>
          <a:r>
            <a:rPr lang="es-ES" sz="1200" kern="1200" dirty="0">
              <a:solidFill>
                <a:sysClr val="window" lastClr="FFFFFF"/>
              </a:solidFill>
              <a:latin typeface="Arial" panose="020B0604020202020204" pitchFamily="34" charset="0"/>
              <a:ea typeface="+mn-ea"/>
              <a:cs typeface="Arial" panose="020B0604020202020204" pitchFamily="34" charset="0"/>
            </a:rPr>
            <a:t>recurrentes </a:t>
          </a:r>
        </a:p>
      </dsp:txBody>
      <dsp:txXfrm>
        <a:off x="5839888" y="2598969"/>
        <a:ext cx="1147246" cy="573623"/>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8190098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6849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310554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3055683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4" name="Marcador de conteni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1737575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798476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7337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328048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es-ES_tradnl"/>
              <a:t>Clic para editar título</a:t>
            </a:r>
            <a:endParaRPr lang="es-ES"/>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067530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079421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457200" y="274638"/>
            <a:ext cx="6019800" cy="585152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342463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BFFDA3-703B-5A46-AEFC-E14C30159CAC}" type="datetimeFigureOut">
              <a:rPr lang="es-ES" smtClean="0"/>
              <a:t>19/12/23</a:t>
            </a:fld>
            <a:endParaRPr lang="es-ES" dirty="0"/>
          </a:p>
        </p:txBody>
      </p:sp>
      <p:sp>
        <p:nvSpPr>
          <p:cNvPr id="5" name="Marcador de pie de pá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E25F8-CB20-F449-B4F4-A964C31BB732}" type="slidenum">
              <a:rPr lang="es-ES" smtClean="0"/>
              <a:t>‹Nº›</a:t>
            </a:fld>
            <a:endParaRPr lang="es-ES" dirty="0"/>
          </a:p>
        </p:txBody>
      </p:sp>
    </p:spTree>
    <p:extLst>
      <p:ext uri="{BB962C8B-B14F-4D97-AF65-F5344CB8AC3E}">
        <p14:creationId xmlns:p14="http://schemas.microsoft.com/office/powerpoint/2010/main" val="2875313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comments" Target="../comments/comment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omments" Target="../comments/comment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5" Type="http://schemas.openxmlformats.org/officeDocument/2006/relationships/comments" Target="../comments/comment10.xml"/><Relationship Id="rId4" Type="http://schemas.openxmlformats.org/officeDocument/2006/relationships/image" Target="../media/image7.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comments" Target="../comments/comment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hyperlink" Target="http://www.3dprintingdesign.es/es/noticia/solize-y-hp-permiten-la-produccion-en-3d-de-piezas-de-repuesto-para-nissan" TargetMode="External"/><Relationship Id="rId13" Type="http://schemas.openxmlformats.org/officeDocument/2006/relationships/hyperlink" Target="https://youtube.com/watch?v=zIvBTmAdGjs&amp;feature=shared" TargetMode="External"/><Relationship Id="rId3" Type="http://schemas.openxmlformats.org/officeDocument/2006/relationships/hyperlink" Target="https://www.expressbike.cl/MLC-1055057307-pie-de-metro-de-6-150-mm-marca-mitutoyo-530-104-original-_JM" TargetMode="External"/><Relationship Id="rId7" Type="http://schemas.openxmlformats.org/officeDocument/2006/relationships/hyperlink" Target="https://www.veto.cl/micrometro-e5010109/p" TargetMode="External"/><Relationship Id="rId12" Type="http://schemas.openxmlformats.org/officeDocument/2006/relationships/hyperlink" Target="https://youtu.be/zIvBTmAdGjs?feature=shared" TargetMode="External"/><Relationship Id="rId2" Type="http://schemas.openxmlformats.org/officeDocument/2006/relationships/hyperlink" Target="https://www.arsam.es/las-herramientas-de-medicion-mas-comunes-en-la-industria/" TargetMode="External"/><Relationship Id="rId1" Type="http://schemas.openxmlformats.org/officeDocument/2006/relationships/slideLayout" Target="../slideLayouts/slideLayout2.xml"/><Relationship Id="rId6" Type="http://schemas.openxmlformats.org/officeDocument/2006/relationships/hyperlink" Target="https://es.3dsystems.com/automotive" TargetMode="External"/><Relationship Id="rId11" Type="http://schemas.openxmlformats.org/officeDocument/2006/relationships/hyperlink" Target="https://www.revistaautocrash.com/impacto-del-deficit-de-repuestos-en-el-sector-automotor-colombiano-en-2021/" TargetMode="External"/><Relationship Id="rId5" Type="http://schemas.openxmlformats.org/officeDocument/2006/relationships/hyperlink" Target="https://mpw.cl/producto/base-magnetica-y-reloj-comparador/" TargetMode="External"/><Relationship Id="rId10" Type="http://schemas.openxmlformats.org/officeDocument/2006/relationships/hyperlink" Target="https://www.bbva.ch/noticia/mas-ventajas-y-desventajas-de-la-impresion-3d/" TargetMode="External"/><Relationship Id="rId4" Type="http://schemas.openxmlformats.org/officeDocument/2006/relationships/hyperlink" Target="https://www.bbc.com/mundo/noticias-59151992" TargetMode="External"/><Relationship Id="rId9" Type="http://schemas.openxmlformats.org/officeDocument/2006/relationships/hyperlink" Target="https://www.google.com/aclk?sa=l&amp;ai=DChcSEwjiwqCPqo-" TargetMode="External"/><Relationship Id="rId14" Type="http://schemas.openxmlformats.org/officeDocument/2006/relationships/comments" Target="../comments/commen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ctrTitle"/>
          </p:nvPr>
        </p:nvSpPr>
        <p:spPr>
          <a:xfrm>
            <a:off x="611560" y="2947566"/>
            <a:ext cx="7772400" cy="685347"/>
          </a:xfrm>
        </p:spPr>
        <p:txBody>
          <a:bodyPr>
            <a:normAutofit/>
          </a:bodyPr>
          <a:lstStyle/>
          <a:p>
            <a:r>
              <a:rPr lang="es-CL" sz="3600" b="1" dirty="0">
                <a:latin typeface="Arial" panose="020B0604020202020204" pitchFamily="34" charset="0"/>
                <a:cs typeface="Arial" panose="020B0604020202020204" pitchFamily="34" charset="0"/>
              </a:rPr>
              <a:t>IMPRESIONES</a:t>
            </a:r>
            <a:r>
              <a:rPr lang="es-CL" sz="3200" b="1" dirty="0">
                <a:latin typeface="Arial" panose="020B0604020202020204" pitchFamily="34" charset="0"/>
                <a:cs typeface="Arial" panose="020B0604020202020204" pitchFamily="34" charset="0"/>
              </a:rPr>
              <a:t> </a:t>
            </a:r>
            <a:r>
              <a:rPr lang="es-CL" sz="3600" b="1" dirty="0">
                <a:latin typeface="Arial" panose="020B0604020202020204" pitchFamily="34" charset="0"/>
                <a:cs typeface="Arial" panose="020B0604020202020204" pitchFamily="34" charset="0"/>
              </a:rPr>
              <a:t>3D</a:t>
            </a:r>
            <a:endParaRPr lang="es-CL" sz="3200" b="1" dirty="0">
              <a:latin typeface="Arial" panose="020B0604020202020204" pitchFamily="34" charset="0"/>
              <a:cs typeface="Arial" panose="020B0604020202020204" pitchFamily="34" charset="0"/>
            </a:endParaRPr>
          </a:p>
        </p:txBody>
      </p:sp>
      <p:sp>
        <p:nvSpPr>
          <p:cNvPr id="10" name="Rectángulo 9"/>
          <p:cNvSpPr/>
          <p:nvPr/>
        </p:nvSpPr>
        <p:spPr>
          <a:xfrm>
            <a:off x="469608" y="1"/>
            <a:ext cx="1867756" cy="1867756"/>
          </a:xfrm>
          <a:prstGeom prst="rect">
            <a:avLst/>
          </a:prstGeom>
          <a:solidFill>
            <a:srgbClr val="D402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1" name="Título 1"/>
          <p:cNvSpPr txBox="1">
            <a:spLocks/>
          </p:cNvSpPr>
          <p:nvPr/>
        </p:nvSpPr>
        <p:spPr>
          <a:xfrm>
            <a:off x="469607" y="160081"/>
            <a:ext cx="1867757" cy="757701"/>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s-CL" sz="1400" kern="1400" dirty="0">
                <a:solidFill>
                  <a:schemeClr val="bg1"/>
                </a:solidFill>
                <a:latin typeface="Arial" panose="020B0604020202020204" pitchFamily="34" charset="0"/>
                <a:cs typeface="Arial" panose="020B0604020202020204" pitchFamily="34" charset="0"/>
              </a:rPr>
              <a:t>A</a:t>
            </a:r>
            <a:r>
              <a:rPr lang="es-US" sz="1400" kern="1400" dirty="0">
                <a:solidFill>
                  <a:schemeClr val="bg1"/>
                </a:solidFill>
                <a:latin typeface="Arial" panose="020B0604020202020204" pitchFamily="34" charset="0"/>
                <a:cs typeface="Arial" panose="020B0604020202020204" pitchFamily="34" charset="0"/>
              </a:rPr>
              <a:t>rea Mecánica</a:t>
            </a:r>
            <a:endParaRPr lang="es-CL" sz="1400" kern="1400" dirty="0">
              <a:solidFill>
                <a:schemeClr val="bg1"/>
              </a:solidFill>
              <a:latin typeface="Arial" panose="020B0604020202020204" pitchFamily="34" charset="0"/>
              <a:cs typeface="Arial" panose="020B0604020202020204" pitchFamily="34" charset="0"/>
            </a:endParaRPr>
          </a:p>
        </p:txBody>
      </p:sp>
      <p:pic>
        <p:nvPicPr>
          <p:cNvPr id="12" name="Imagen 11" desc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447" y="1332361"/>
            <a:ext cx="1270076" cy="342346"/>
          </a:xfrm>
          <a:prstGeom prst="rect">
            <a:avLst/>
          </a:prstGeom>
        </p:spPr>
      </p:pic>
      <p:cxnSp>
        <p:nvCxnSpPr>
          <p:cNvPr id="14" name="Conector recto 13"/>
          <p:cNvCxnSpPr/>
          <p:nvPr/>
        </p:nvCxnSpPr>
        <p:spPr>
          <a:xfrm>
            <a:off x="615294" y="1077855"/>
            <a:ext cx="1576383" cy="0"/>
          </a:xfrm>
          <a:prstGeom prst="line">
            <a:avLst/>
          </a:prstGeom>
          <a:ln w="9525" cmpd="sng">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5" name="Subtítulo 2"/>
          <p:cNvSpPr>
            <a:spLocks noGrp="1"/>
          </p:cNvSpPr>
          <p:nvPr>
            <p:ph type="subTitle" idx="1"/>
          </p:nvPr>
        </p:nvSpPr>
        <p:spPr>
          <a:xfrm>
            <a:off x="1297360" y="3712724"/>
            <a:ext cx="6400800" cy="362194"/>
          </a:xfrm>
        </p:spPr>
        <p:txBody>
          <a:bodyPr>
            <a:noAutofit/>
          </a:bodyPr>
          <a:lstStyle/>
          <a:p>
            <a:pPr marL="0" indent="0">
              <a:buNone/>
            </a:pPr>
            <a:r>
              <a:rPr lang="es-CL" sz="2000" dirty="0">
                <a:solidFill>
                  <a:schemeClr val="tx1"/>
                </a:solidFill>
                <a:latin typeface="Arial" panose="020B0604020202020204" pitchFamily="34" charset="0"/>
                <a:cs typeface="Arial" panose="020B0604020202020204" pitchFamily="34" charset="0"/>
              </a:rPr>
              <a:t>Prototipo  De Repuestos </a:t>
            </a:r>
          </a:p>
        </p:txBody>
      </p:sp>
      <p:sp>
        <p:nvSpPr>
          <p:cNvPr id="16" name="CuadroTexto 15"/>
          <p:cNvSpPr txBox="1"/>
          <p:nvPr/>
        </p:nvSpPr>
        <p:spPr>
          <a:xfrm>
            <a:off x="213399" y="4852924"/>
            <a:ext cx="4358601" cy="1619546"/>
          </a:xfrm>
          <a:prstGeom prst="rect">
            <a:avLst/>
          </a:prstGeom>
          <a:noFill/>
        </p:spPr>
        <p:txBody>
          <a:bodyPr wrap="square" rtlCol="0">
            <a:spAutoFit/>
          </a:bodyPr>
          <a:lstStyle/>
          <a:p>
            <a:pPr>
              <a:lnSpc>
                <a:spcPct val="120000"/>
              </a:lnSpc>
            </a:pPr>
            <a:r>
              <a:rPr lang="es-CL" sz="1400" dirty="0">
                <a:latin typeface="Arial" panose="020B0604020202020204" pitchFamily="34" charset="0"/>
                <a:cs typeface="Arial" panose="020B0604020202020204" pitchFamily="34" charset="0"/>
              </a:rPr>
              <a:t>Nombre: </a:t>
            </a:r>
            <a:r>
              <a:rPr lang="es-US" sz="1400" dirty="0">
                <a:latin typeface="Arial" panose="020B0604020202020204" pitchFamily="34" charset="0"/>
                <a:cs typeface="Arial" panose="020B0604020202020204" pitchFamily="34" charset="0"/>
              </a:rPr>
              <a:t>Francisco Gatica, Jaime  Jara, Juan San Martin, Jeison Escobar</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Carrera:</a:t>
            </a:r>
            <a:r>
              <a:rPr lang="es-US" sz="1400" dirty="0">
                <a:latin typeface="Arial" panose="020B0604020202020204" pitchFamily="34" charset="0"/>
                <a:cs typeface="Arial" panose="020B0604020202020204" pitchFamily="34" charset="0"/>
              </a:rPr>
              <a:t> Mecánica y electromovilidad automotriz</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Asignatura:</a:t>
            </a:r>
            <a:r>
              <a:rPr lang="es-US" sz="1400" dirty="0">
                <a:latin typeface="Arial" panose="020B0604020202020204" pitchFamily="34" charset="0"/>
                <a:cs typeface="Arial" panose="020B0604020202020204" pitchFamily="34" charset="0"/>
              </a:rPr>
              <a:t> Funciones y Geometría </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Profesora:</a:t>
            </a:r>
            <a:r>
              <a:rPr lang="es-US" sz="1400" dirty="0">
                <a:latin typeface="Arial" panose="020B0604020202020204" pitchFamily="34" charset="0"/>
                <a:cs typeface="Arial" panose="020B0604020202020204" pitchFamily="34" charset="0"/>
              </a:rPr>
              <a:t> Lissette Salamanca</a:t>
            </a:r>
            <a:endParaRPr lang="es-CL" sz="1400" dirty="0">
              <a:latin typeface="Arial" panose="020B0604020202020204" pitchFamily="34" charset="0"/>
              <a:cs typeface="Arial" panose="020B0604020202020204" pitchFamily="34" charset="0"/>
            </a:endParaRPr>
          </a:p>
          <a:p>
            <a:pPr>
              <a:lnSpc>
                <a:spcPct val="120000"/>
              </a:lnSpc>
            </a:pPr>
            <a:r>
              <a:rPr lang="es-CL" sz="1400" dirty="0">
                <a:latin typeface="Arial" panose="020B0604020202020204" pitchFamily="34" charset="0"/>
                <a:cs typeface="Arial" panose="020B0604020202020204" pitchFamily="34" charset="0"/>
              </a:rPr>
              <a:t>Fecha:</a:t>
            </a:r>
            <a:r>
              <a:rPr lang="es-US" sz="1400" dirty="0">
                <a:latin typeface="Arial" panose="020B0604020202020204" pitchFamily="34" charset="0"/>
                <a:cs typeface="Arial" panose="020B0604020202020204" pitchFamily="34" charset="0"/>
              </a:rPr>
              <a:t> 07/12/2023</a:t>
            </a:r>
            <a:endParaRPr lang="es-CL" sz="1400" dirty="0">
              <a:latin typeface="Arial" panose="020B0604020202020204" pitchFamily="34" charset="0"/>
              <a:cs typeface="Arial" panose="020B0604020202020204" pitchFamily="34" charset="0"/>
            </a:endParaRPr>
          </a:p>
        </p:txBody>
      </p:sp>
      <p:pic>
        <p:nvPicPr>
          <p:cNvPr id="18" name="Imagen 17" descr="Logo.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0221" y="6499599"/>
            <a:ext cx="924848" cy="249644"/>
          </a:xfrm>
          <a:prstGeom prst="rect">
            <a:avLst/>
          </a:prstGeom>
        </p:spPr>
      </p:pic>
    </p:spTree>
    <p:extLst>
      <p:ext uri="{BB962C8B-B14F-4D97-AF65-F5344CB8AC3E}">
        <p14:creationId xmlns:p14="http://schemas.microsoft.com/office/powerpoint/2010/main" val="80889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77DF80-21C4-EA3A-FD0F-8EF2DF6FC7DA}"/>
              </a:ext>
            </a:extLst>
          </p:cNvPr>
          <p:cNvSpPr>
            <a:spLocks noGrp="1"/>
          </p:cNvSpPr>
          <p:nvPr>
            <p:ph type="title"/>
          </p:nvPr>
        </p:nvSpPr>
        <p:spPr>
          <a:xfrm>
            <a:off x="457200" y="160337"/>
            <a:ext cx="8229600" cy="1143000"/>
          </a:xfrm>
        </p:spPr>
        <p:txBody>
          <a:bodyPr>
            <a:normAutofit/>
          </a:bodyPr>
          <a:lstStyle/>
          <a:p>
            <a:r>
              <a:rPr lang="es-CL" sz="2400" b="1" dirty="0">
                <a:latin typeface="Arial" panose="020B0604020202020204" pitchFamily="34" charset="0"/>
                <a:cs typeface="Arial" panose="020B0604020202020204" pitchFamily="34" charset="0"/>
              </a:rPr>
              <a:t>Definición del Proyecto: </a:t>
            </a:r>
            <a:endParaRPr lang="es-ES" sz="24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20406765-36F6-1D83-9982-63932940E2D8}"/>
              </a:ext>
            </a:extLst>
          </p:cNvPr>
          <p:cNvSpPr>
            <a:spLocks noGrp="1"/>
          </p:cNvSpPr>
          <p:nvPr>
            <p:ph idx="1"/>
          </p:nvPr>
        </p:nvSpPr>
        <p:spPr/>
        <p:txBody>
          <a:bodyPr>
            <a:normAutofit/>
          </a:bodyPr>
          <a:lstStyle/>
          <a:p>
            <a:pPr marL="0" indent="0" algn="just">
              <a:buNone/>
            </a:pPr>
            <a:r>
              <a:rPr lang="es-ES" sz="2000" dirty="0">
                <a:latin typeface="Arial" panose="020B0604020202020204" pitchFamily="34" charset="0"/>
                <a:cs typeface="Arial" panose="020B0604020202020204" pitchFamily="34" charset="0"/>
              </a:rPr>
              <a:t>Desarrollamos </a:t>
            </a:r>
            <a:r>
              <a:rPr lang="es-US" sz="2000" dirty="0">
                <a:latin typeface="Arial" panose="020B0604020202020204" pitchFamily="34" charset="0"/>
                <a:cs typeface="Arial" panose="020B0604020202020204" pitchFamily="34" charset="0"/>
              </a:rPr>
              <a:t>detalladamente</a:t>
            </a:r>
            <a:r>
              <a:rPr lang="es-ES" sz="2000" dirty="0">
                <a:latin typeface="Arial" panose="020B0604020202020204" pitchFamily="34" charset="0"/>
                <a:cs typeface="Arial" panose="020B0604020202020204" pitchFamily="34" charset="0"/>
              </a:rPr>
              <a:t> modelos tridimensionales utilizando </a:t>
            </a:r>
            <a:r>
              <a:rPr lang="es-US" sz="2000" dirty="0">
                <a:latin typeface="Arial" panose="020B0604020202020204" pitchFamily="34" charset="0"/>
                <a:cs typeface="Arial" panose="020B0604020202020204" pitchFamily="34" charset="0"/>
              </a:rPr>
              <a:t>modernas</a:t>
            </a:r>
            <a:r>
              <a:rPr lang="es-ES" sz="2000" dirty="0">
                <a:latin typeface="Arial" panose="020B0604020202020204" pitchFamily="34" charset="0"/>
                <a:cs typeface="Arial" panose="020B0604020202020204" pitchFamily="34" charset="0"/>
              </a:rPr>
              <a:t> técnicas matemáticas para asegurar una captura precisa de la geometría de la pieza original. Nuestra pericia abarca el empleo experto de diversos softwares 3D de vanguardia, entre ellos </a:t>
            </a:r>
            <a:r>
              <a:rPr lang="es-ES" sz="2000" dirty="0" err="1">
                <a:latin typeface="Arial" panose="020B0604020202020204" pitchFamily="34" charset="0"/>
                <a:cs typeface="Arial" panose="020B0604020202020204" pitchFamily="34" charset="0"/>
              </a:rPr>
              <a:t>SolidWorks</a:t>
            </a:r>
            <a:r>
              <a:rPr lang="es-ES" sz="2000" dirty="0">
                <a:latin typeface="Arial" panose="020B0604020202020204" pitchFamily="34" charset="0"/>
                <a:cs typeface="Arial" panose="020B0604020202020204" pitchFamily="34" charset="0"/>
              </a:rPr>
              <a:t>, </a:t>
            </a:r>
            <a:r>
              <a:rPr lang="es-ES" sz="2000" dirty="0" err="1">
                <a:latin typeface="Arial" panose="020B0604020202020204" pitchFamily="34" charset="0"/>
                <a:cs typeface="Arial" panose="020B0604020202020204" pitchFamily="34" charset="0"/>
              </a:rPr>
              <a:t>Prusaslicer</a:t>
            </a:r>
            <a:r>
              <a:rPr lang="es-ES" sz="2000" dirty="0">
                <a:latin typeface="Arial" panose="020B0604020202020204" pitchFamily="34" charset="0"/>
                <a:cs typeface="Arial" panose="020B0604020202020204" pitchFamily="34" charset="0"/>
              </a:rPr>
              <a:t>, AutoCAD y </a:t>
            </a:r>
            <a:r>
              <a:rPr lang="es-ES" sz="2000" dirty="0" err="1">
                <a:latin typeface="Arial" panose="020B0604020202020204" pitchFamily="34" charset="0"/>
                <a:cs typeface="Arial" panose="020B0604020202020204" pitchFamily="34" charset="0"/>
              </a:rPr>
              <a:t>Tinkercad</a:t>
            </a:r>
            <a:r>
              <a:rPr lang="es-ES" sz="2000" dirty="0">
                <a:latin typeface="Arial" panose="020B0604020202020204" pitchFamily="34" charset="0"/>
                <a:cs typeface="Arial" panose="020B0604020202020204" pitchFamily="34" charset="0"/>
              </a:rPr>
              <a:t>. Además, utilizamos escaneo de piezas para garantizar una base de medidas exactas, lo que nos permite crear repuestos con una calidad inigualable.</a:t>
            </a:r>
          </a:p>
        </p:txBody>
      </p:sp>
    </p:spTree>
    <p:extLst>
      <p:ext uri="{BB962C8B-B14F-4D97-AF65-F5344CB8AC3E}">
        <p14:creationId xmlns:p14="http://schemas.microsoft.com/office/powerpoint/2010/main" val="2447766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A59FD-064D-74C8-4F24-A3999F3EBD85}"/>
              </a:ext>
            </a:extLst>
          </p:cNvPr>
          <p:cNvSpPr>
            <a:spLocks noGrp="1"/>
          </p:cNvSpPr>
          <p:nvPr>
            <p:ph type="title"/>
          </p:nvPr>
        </p:nvSpPr>
        <p:spPr>
          <a:xfrm>
            <a:off x="457200" y="97484"/>
            <a:ext cx="8229600" cy="763687"/>
          </a:xfrm>
        </p:spPr>
        <p:txBody>
          <a:bodyPr>
            <a:normAutofit/>
          </a:bodyPr>
          <a:lstStyle/>
          <a:p>
            <a:r>
              <a:rPr lang="es-CL" sz="2400" b="1" dirty="0">
                <a:latin typeface="Arial" panose="020B0604020202020204" pitchFamily="34" charset="0"/>
                <a:cs typeface="Arial" panose="020B0604020202020204" pitchFamily="34" charset="0"/>
              </a:rPr>
              <a:t>Impresión De Repuestos En 3D </a:t>
            </a:r>
            <a:endParaRPr lang="es-ES" sz="24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B933003D-C5C1-9E70-0E5F-980B7448BB3C}"/>
              </a:ext>
            </a:extLst>
          </p:cNvPr>
          <p:cNvSpPr>
            <a:spLocks noGrp="1"/>
          </p:cNvSpPr>
          <p:nvPr>
            <p:ph idx="1"/>
          </p:nvPr>
        </p:nvSpPr>
        <p:spPr>
          <a:xfrm>
            <a:off x="457200" y="958656"/>
            <a:ext cx="8229600" cy="1667467"/>
          </a:xfrm>
        </p:spPr>
        <p:txBody>
          <a:bodyPr>
            <a:noAutofit/>
          </a:bodyPr>
          <a:lstStyle/>
          <a:p>
            <a:pPr algn="just"/>
            <a:r>
              <a:rPr lang="es-CL" sz="2200" b="1" dirty="0">
                <a:latin typeface="Arial" panose="020B0604020202020204" pitchFamily="34" charset="0"/>
                <a:cs typeface="Arial" panose="020B0604020202020204" pitchFamily="34" charset="0"/>
              </a:rPr>
              <a:t>Problemática:  </a:t>
            </a:r>
            <a:r>
              <a:rPr lang="es-CL" sz="2000" dirty="0">
                <a:latin typeface="Arial" panose="020B0604020202020204" pitchFamily="34" charset="0"/>
                <a:cs typeface="Arial" panose="020B0604020202020204" pitchFamily="34" charset="0"/>
              </a:rPr>
              <a:t>cuando un vehículo requiere una pieza que ya no está disponible, se ha quebrado, está descontinuada o es una pequeña pieza que solo está disponible en un kit y solo necesitó esa pieza individual para restaurar o reparar el vehículo afectado.</a:t>
            </a:r>
          </a:p>
        </p:txBody>
      </p:sp>
      <p:graphicFrame>
        <p:nvGraphicFramePr>
          <p:cNvPr id="6" name="Diagrama 5">
            <a:extLst>
              <a:ext uri="{FF2B5EF4-FFF2-40B4-BE49-F238E27FC236}">
                <a16:creationId xmlns:a16="http://schemas.microsoft.com/office/drawing/2014/main" id="{7E4501F7-7740-C6DB-5985-DFD4771CA9A6}"/>
              </a:ext>
            </a:extLst>
          </p:cNvPr>
          <p:cNvGraphicFramePr/>
          <p:nvPr>
            <p:extLst>
              <p:ext uri="{D42A27DB-BD31-4B8C-83A1-F6EECF244321}">
                <p14:modId xmlns:p14="http://schemas.microsoft.com/office/powerpoint/2010/main" val="1052559649"/>
              </p:ext>
            </p:extLst>
          </p:nvPr>
        </p:nvGraphicFramePr>
        <p:xfrm>
          <a:off x="1155994" y="2821093"/>
          <a:ext cx="6987540" cy="320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085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p:cNvSpPr>
                <a:spLocks noGrp="1"/>
              </p:cNvSpPr>
              <p:nvPr>
                <p:ph idx="1"/>
              </p:nvPr>
            </p:nvSpPr>
            <p:spPr>
              <a:xfrm>
                <a:off x="515389" y="852054"/>
                <a:ext cx="8229600" cy="5847326"/>
              </a:xfrm>
            </p:spPr>
            <p:txBody>
              <a:bodyPr>
                <a:normAutofit/>
              </a:bodyPr>
              <a:lstStyle/>
              <a:p>
                <a:pPr lvl="0" algn="just"/>
                <a:r>
                  <a:rPr lang="es-CL" sz="2000" b="1" dirty="0">
                    <a:solidFill>
                      <a:prstClr val="black"/>
                    </a:solidFill>
                    <a:latin typeface="Arial" panose="020B0604020202020204" pitchFamily="34" charset="0"/>
                    <a:cs typeface="Arial" panose="020B0604020202020204" pitchFamily="34" charset="0"/>
                  </a:rPr>
                  <a:t>Noción matemática: </a:t>
                </a:r>
                <a:r>
                  <a:rPr lang="es-CL" sz="2000" dirty="0">
                    <a:solidFill>
                      <a:prstClr val="black"/>
                    </a:solidFill>
                    <a:latin typeface="Arial" panose="020B0604020202020204" pitchFamily="34" charset="0"/>
                    <a:cs typeface="Arial" panose="020B0604020202020204" pitchFamily="34" charset="0"/>
                  </a:rPr>
                  <a:t>en la impresión  3D de repuestos automotriz ocuparemos	 distintas operaciones matemáticas con la geometría en 3D: calculo,trigomonetria estas operaciones son fundamentales para el diseño y creación de piezas automotriz mediante la impresión 3D.</a:t>
                </a:r>
              </a:p>
              <a:p>
                <a:pPr marL="0" lvl="0" indent="0" algn="just">
                  <a:buNone/>
                </a:pPr>
                <a:endParaRPr lang="es-ES" sz="2000" dirty="0">
                  <a:solidFill>
                    <a:prstClr val="black"/>
                  </a:solidFill>
                  <a:latin typeface="Arial" panose="020B0604020202020204" pitchFamily="34" charset="0"/>
                  <a:cs typeface="Arial" panose="020B0604020202020204" pitchFamily="34" charset="0"/>
                </a:endParaRPr>
              </a:p>
              <a:p>
                <a:pPr lvl="0" algn="just"/>
                <a:r>
                  <a:rPr lang="es-CL" sz="2000" b="1" dirty="0">
                    <a:latin typeface="Arial" panose="020B0604020202020204" pitchFamily="34" charset="0"/>
                    <a:cs typeface="Arial" panose="020B0604020202020204" pitchFamily="34" charset="0"/>
                  </a:rPr>
                  <a:t>FORMULAS A UTILIZAR  </a:t>
                </a:r>
              </a:p>
              <a:p>
                <a:pPr marL="0" lvl="0" indent="0" algn="just">
                  <a:buNone/>
                </a:pPr>
                <a:r>
                  <a:rPr lang="es-CL" sz="1600" b="1" dirty="0">
                    <a:highlight>
                      <a:srgbClr val="FFFF00"/>
                    </a:highlight>
                    <a:latin typeface="Arial" panose="020B0604020202020204" pitchFamily="34" charset="0"/>
                    <a:cs typeface="Arial" panose="020B0604020202020204" pitchFamily="34" charset="0"/>
                  </a:rPr>
                  <a:t>CILINDRA UNTARIA:           </a:t>
                </a:r>
              </a:p>
              <a:p>
                <a:pPr marL="0" lvl="0" indent="0" algn="just">
                  <a:buNone/>
                </a:pPr>
                <a:r>
                  <a:rPr lang="es-CL" sz="2000" b="1" dirty="0">
                    <a:latin typeface="Arial" panose="020B0604020202020204" pitchFamily="34" charset="0"/>
                    <a:cs typeface="Arial" panose="020B0604020202020204" pitchFamily="34" charset="0"/>
                  </a:rPr>
                  <a:t>V</a:t>
                </a:r>
                <a:r>
                  <a:rPr lang="es-CL" sz="2000" b="1" baseline="-25000" dirty="0">
                    <a:latin typeface="Arial" panose="020B0604020202020204" pitchFamily="34" charset="0"/>
                    <a:cs typeface="Arial" panose="020B0604020202020204" pitchFamily="34" charset="0"/>
                  </a:rPr>
                  <a:t>h</a:t>
                </a:r>
                <a:r>
                  <a:rPr lang="es-CL" sz="2000" b="1" dirty="0">
                    <a:latin typeface="Arial" panose="020B0604020202020204" pitchFamily="34" charset="0"/>
                    <a:cs typeface="Arial" panose="020B0604020202020204" pitchFamily="34" charset="0"/>
                  </a:rPr>
                  <a:t>: A*S </a:t>
                </a:r>
              </a:p>
              <a:p>
                <a:pPr marL="0" lvl="0" indent="0" algn="just">
                  <a:buNone/>
                </a:pPr>
                <a:r>
                  <a:rPr lang="es-CL" sz="2000" b="1" dirty="0">
                    <a:latin typeface="Arial" panose="020B0604020202020204" pitchFamily="34" charset="0"/>
                    <a:cs typeface="Arial" panose="020B0604020202020204" pitchFamily="34" charset="0"/>
                  </a:rPr>
                  <a:t>V</a:t>
                </a:r>
                <a:r>
                  <a:rPr lang="es-CL" sz="2000" b="1" baseline="30000" dirty="0">
                    <a:latin typeface="Arial" panose="020B0604020202020204" pitchFamily="34" charset="0"/>
                    <a:cs typeface="Arial" panose="020B0604020202020204" pitchFamily="34" charset="0"/>
                  </a:rPr>
                  <a:t>h</a:t>
                </a:r>
                <a:r>
                  <a:rPr lang="es-CL" sz="2000" b="1" dirty="0">
                    <a:latin typeface="Arial" panose="020B0604020202020204" pitchFamily="34" charset="0"/>
                    <a:cs typeface="Arial" panose="020B0604020202020204" pitchFamily="34" charset="0"/>
                  </a:rPr>
                  <a:t>: D</a:t>
                </a:r>
                <a:r>
                  <a:rPr lang="es-CL" sz="2000" b="1" baseline="30000" dirty="0">
                    <a:latin typeface="Arial" panose="020B0604020202020204" pitchFamily="34" charset="0"/>
                    <a:cs typeface="Arial" panose="020B0604020202020204" pitchFamily="34" charset="0"/>
                  </a:rPr>
                  <a:t>2*</a:t>
                </a:r>
                <a14:m>
                  <m:oMath xmlns:m="http://schemas.openxmlformats.org/officeDocument/2006/math">
                    <m:r>
                      <a:rPr lang="es-CL" b="1" i="1" baseline="30000" smtClean="0">
                        <a:latin typeface="Cambria Math" panose="02040503050406030204" pitchFamily="18" charset="0"/>
                        <a:ea typeface="Cambria Math" panose="02040503050406030204" pitchFamily="18" charset="0"/>
                        <a:cs typeface="Arial" panose="020B0604020202020204" pitchFamily="34" charset="0"/>
                      </a:rPr>
                      <m:t>𝝅</m:t>
                    </m:r>
                  </m:oMath>
                </a14:m>
                <a:r>
                  <a:rPr lang="es-CL" sz="2000" b="1" baseline="30000" dirty="0">
                    <a:latin typeface="Arial" panose="020B0604020202020204" pitchFamily="34" charset="0"/>
                    <a:cs typeface="Arial" panose="020B0604020202020204" pitchFamily="34" charset="0"/>
                  </a:rPr>
                  <a:t>*S     </a:t>
                </a:r>
              </a:p>
              <a:p>
                <a:pPr marL="0" lvl="0" indent="0" algn="just">
                  <a:buNone/>
                </a:pPr>
                <a:r>
                  <a:rPr lang="es-CL" sz="2000" b="1" baseline="30000" dirty="0">
                    <a:latin typeface="Arial" panose="020B0604020202020204" pitchFamily="34" charset="0"/>
                    <a:cs typeface="Arial" panose="020B0604020202020204" pitchFamily="34" charset="0"/>
                  </a:rPr>
                  <a:t>              </a:t>
                </a:r>
                <a:r>
                  <a:rPr lang="es-CL" sz="2800" b="1" baseline="30000" dirty="0">
                    <a:latin typeface="Arial" panose="020B0604020202020204" pitchFamily="34" charset="0"/>
                    <a:cs typeface="Arial" panose="020B0604020202020204" pitchFamily="34" charset="0"/>
                  </a:rPr>
                  <a:t>  4  </a:t>
                </a:r>
              </a:p>
              <a:p>
                <a:pPr marL="0" lvl="0" indent="0" algn="just">
                  <a:buNone/>
                </a:pPr>
                <a:endParaRPr lang="es-CL" b="1" baseline="30000" dirty="0">
                  <a:latin typeface="Arial" panose="020B0604020202020204" pitchFamily="34" charset="0"/>
                  <a:cs typeface="Arial" panose="020B0604020202020204" pitchFamily="34" charset="0"/>
                </a:endParaRPr>
              </a:p>
              <a:p>
                <a:pPr marL="0" lvl="0" indent="0" algn="just">
                  <a:buNone/>
                </a:pPr>
                <a:r>
                  <a:rPr lang="es-CL" sz="2400" b="1" baseline="30000" dirty="0">
                    <a:highlight>
                      <a:srgbClr val="FFFF00"/>
                    </a:highlight>
                    <a:latin typeface="Arial" panose="020B0604020202020204" pitchFamily="34" charset="0"/>
                    <a:cs typeface="Arial" panose="020B0604020202020204" pitchFamily="34" charset="0"/>
                  </a:rPr>
                  <a:t>CILIDRADA TOTAL</a:t>
                </a:r>
                <a:r>
                  <a:rPr lang="es-CL" sz="2000" b="1" baseline="30000" dirty="0">
                    <a:highlight>
                      <a:srgbClr val="FFFF00"/>
                    </a:highlight>
                    <a:latin typeface="Arial" panose="020B0604020202020204" pitchFamily="34" charset="0"/>
                    <a:cs typeface="Arial" panose="020B0604020202020204" pitchFamily="34" charset="0"/>
                  </a:rPr>
                  <a:t>:</a:t>
                </a:r>
              </a:p>
              <a:p>
                <a:pPr marL="0" indent="0" algn="just">
                  <a:buNone/>
                </a:pPr>
                <a:r>
                  <a:rPr lang="es-CL" b="1" baseline="30000" dirty="0">
                    <a:latin typeface="Arial" panose="020B0604020202020204" pitchFamily="34" charset="0"/>
                    <a:cs typeface="Arial" panose="020B0604020202020204" pitchFamily="34" charset="0"/>
                  </a:rPr>
                  <a:t>V</a:t>
                </a:r>
                <a:r>
                  <a:rPr lang="es-CL" sz="2400" b="1" baseline="24000" dirty="0">
                    <a:latin typeface="Arial" panose="020B0604020202020204" pitchFamily="34" charset="0"/>
                    <a:cs typeface="Arial" panose="020B0604020202020204" pitchFamily="34" charset="0"/>
                  </a:rPr>
                  <a:t>H: </a:t>
                </a:r>
                <a:r>
                  <a:rPr lang="es-CL" sz="1800" b="1" dirty="0">
                    <a:latin typeface="Arial" panose="020B0604020202020204" pitchFamily="34" charset="0"/>
                    <a:cs typeface="Arial" panose="020B0604020202020204" pitchFamily="34" charset="0"/>
                  </a:rPr>
                  <a:t>V</a:t>
                </a:r>
                <a:r>
                  <a:rPr lang="es-CL" sz="2400" b="1" baseline="-25000" dirty="0">
                    <a:latin typeface="Arial" panose="020B0604020202020204" pitchFamily="34" charset="0"/>
                    <a:cs typeface="Arial" panose="020B0604020202020204" pitchFamily="34" charset="0"/>
                  </a:rPr>
                  <a:t>h*i        </a:t>
                </a:r>
                <a:r>
                  <a:rPr lang="es-CL" b="1" baseline="30000" dirty="0">
                    <a:latin typeface="Arial" panose="020B0604020202020204" pitchFamily="34" charset="0"/>
                    <a:cs typeface="Arial" panose="020B0604020202020204" pitchFamily="34" charset="0"/>
                  </a:rPr>
                  <a:t>V</a:t>
                </a:r>
                <a:r>
                  <a:rPr lang="es-CL" sz="2400" b="1" baseline="24000" dirty="0">
                    <a:latin typeface="Arial" panose="020B0604020202020204" pitchFamily="34" charset="0"/>
                    <a:cs typeface="Arial" panose="020B0604020202020204" pitchFamily="34" charset="0"/>
                  </a:rPr>
                  <a:t>H: D</a:t>
                </a:r>
                <a:r>
                  <a:rPr lang="es-CL" sz="2400" b="1" baseline="-25000" dirty="0">
                    <a:latin typeface="Arial" panose="020B0604020202020204" pitchFamily="34" charset="0"/>
                    <a:cs typeface="Arial" panose="020B0604020202020204" pitchFamily="34" charset="0"/>
                  </a:rPr>
                  <a:t>2*S*i</a:t>
                </a:r>
                <a:endParaRPr lang="es-CL" b="1" baseline="-25000" dirty="0">
                  <a:latin typeface="Arial" panose="020B0604020202020204" pitchFamily="34" charset="0"/>
                  <a:cs typeface="Arial" panose="020B0604020202020204" pitchFamily="34" charset="0"/>
                </a:endParaRPr>
              </a:p>
              <a:p>
                <a:pPr marL="0" lvl="0" indent="0" algn="just">
                  <a:buNone/>
                </a:pPr>
                <a:endParaRPr lang="es-CL" sz="2400" b="1" baseline="-25000" dirty="0">
                  <a:latin typeface="Arial" panose="020B0604020202020204" pitchFamily="34" charset="0"/>
                  <a:cs typeface="Arial" panose="020B0604020202020204" pitchFamily="34" charset="0"/>
                </a:endParaRPr>
              </a:p>
              <a:p>
                <a:pPr marL="0" lvl="0" indent="0" algn="just">
                  <a:buNone/>
                </a:pPr>
                <a:r>
                  <a:rPr lang="es-CL" sz="3600" b="1" baseline="24000" dirty="0">
                    <a:latin typeface="Arial" panose="020B0604020202020204" pitchFamily="34" charset="0"/>
                    <a:cs typeface="Arial" panose="020B0604020202020204" pitchFamily="34" charset="0"/>
                  </a:rPr>
                  <a:t>                   4</a:t>
                </a:r>
              </a:p>
            </p:txBody>
          </p:sp>
        </mc:Choice>
        <mc:Fallback>
          <p:sp>
            <p:nvSpPr>
              <p:cNvPr id="3" name="Marcador de contenido 2"/>
              <p:cNvSpPr>
                <a:spLocks noGrp="1" noRot="1" noChangeAspect="1" noMove="1" noResize="1" noEditPoints="1" noAdjustHandles="1" noChangeArrowheads="1" noChangeShapeType="1" noTextEdit="1"/>
              </p:cNvSpPr>
              <p:nvPr>
                <p:ph idx="1"/>
              </p:nvPr>
            </p:nvSpPr>
            <p:spPr>
              <a:xfrm>
                <a:off x="515389" y="852054"/>
                <a:ext cx="8229600" cy="5847326"/>
              </a:xfrm>
              <a:blipFill>
                <a:blip r:embed="rId2"/>
                <a:stretch>
                  <a:fillRect l="-924" t="-433" r="-616"/>
                </a:stretch>
              </a:blipFill>
            </p:spPr>
            <p:txBody>
              <a:bodyPr/>
              <a:lstStyle/>
              <a:p>
                <a:r>
                  <a:rPr lang="es-CL">
                    <a:noFill/>
                  </a:rPr>
                  <a:t> </a:t>
                </a:r>
              </a:p>
            </p:txBody>
          </p:sp>
        </mc:Fallback>
      </mc:AlternateContent>
      <p:cxnSp>
        <p:nvCxnSpPr>
          <p:cNvPr id="4" name="Conector recto 3">
            <a:extLst>
              <a:ext uri="{FF2B5EF4-FFF2-40B4-BE49-F238E27FC236}">
                <a16:creationId xmlns:a16="http://schemas.microsoft.com/office/drawing/2014/main" id="{EFCCDAE7-B250-0F93-A77B-34B47DAF8289}"/>
              </a:ext>
            </a:extLst>
          </p:cNvPr>
          <p:cNvCxnSpPr/>
          <p:nvPr/>
        </p:nvCxnSpPr>
        <p:spPr>
          <a:xfrm>
            <a:off x="923730" y="4366726"/>
            <a:ext cx="102636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Conector recto 4">
            <a:extLst>
              <a:ext uri="{FF2B5EF4-FFF2-40B4-BE49-F238E27FC236}">
                <a16:creationId xmlns:a16="http://schemas.microsoft.com/office/drawing/2014/main" id="{70812B50-D378-9027-5E6D-1F422D10265C}"/>
              </a:ext>
            </a:extLst>
          </p:cNvPr>
          <p:cNvCxnSpPr>
            <a:cxnSpLocks/>
          </p:cNvCxnSpPr>
          <p:nvPr/>
        </p:nvCxnSpPr>
        <p:spPr>
          <a:xfrm>
            <a:off x="1791478" y="5862734"/>
            <a:ext cx="1492898" cy="0"/>
          </a:xfrm>
          <a:prstGeom prst="line">
            <a:avLst/>
          </a:prstGeom>
        </p:spPr>
        <p:style>
          <a:lnRef idx="2">
            <a:schemeClr val="accent1"/>
          </a:lnRef>
          <a:fillRef idx="0">
            <a:schemeClr val="accent1"/>
          </a:fillRef>
          <a:effectRef idx="1">
            <a:schemeClr val="accent1"/>
          </a:effectRef>
          <a:fontRef idx="minor">
            <a:schemeClr val="tx1"/>
          </a:fontRef>
        </p:style>
      </p:cxnSp>
      <p:sp>
        <p:nvSpPr>
          <p:cNvPr id="8" name="Rectángulo 7">
            <a:extLst>
              <a:ext uri="{FF2B5EF4-FFF2-40B4-BE49-F238E27FC236}">
                <a16:creationId xmlns:a16="http://schemas.microsoft.com/office/drawing/2014/main" id="{33FF4526-97A4-E05C-4D59-E0F1B706044C}"/>
              </a:ext>
            </a:extLst>
          </p:cNvPr>
          <p:cNvSpPr/>
          <p:nvPr/>
        </p:nvSpPr>
        <p:spPr>
          <a:xfrm>
            <a:off x="534050" y="3191069"/>
            <a:ext cx="2377101" cy="1408922"/>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9" name="Rectángulo 8">
            <a:extLst>
              <a:ext uri="{FF2B5EF4-FFF2-40B4-BE49-F238E27FC236}">
                <a16:creationId xmlns:a16="http://schemas.microsoft.com/office/drawing/2014/main" id="{96B2316D-9A73-9EAB-85C0-937C9BFC2B67}"/>
              </a:ext>
            </a:extLst>
          </p:cNvPr>
          <p:cNvSpPr/>
          <p:nvPr/>
        </p:nvSpPr>
        <p:spPr>
          <a:xfrm>
            <a:off x="534050" y="4935894"/>
            <a:ext cx="2834301" cy="1520890"/>
          </a:xfrm>
          <a:prstGeom prst="rect">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
        <p:nvSpPr>
          <p:cNvPr id="13" name="CuadroTexto 12">
            <a:extLst>
              <a:ext uri="{FF2B5EF4-FFF2-40B4-BE49-F238E27FC236}">
                <a16:creationId xmlns:a16="http://schemas.microsoft.com/office/drawing/2014/main" id="{CD6521A6-0386-206C-302B-6A3734D95248}"/>
              </a:ext>
            </a:extLst>
          </p:cNvPr>
          <p:cNvSpPr txBox="1"/>
          <p:nvPr/>
        </p:nvSpPr>
        <p:spPr>
          <a:xfrm>
            <a:off x="3862872" y="4683967"/>
            <a:ext cx="3153747" cy="2308324"/>
          </a:xfrm>
          <a:prstGeom prst="rect">
            <a:avLst/>
          </a:prstGeom>
          <a:noFill/>
        </p:spPr>
        <p:txBody>
          <a:bodyPr wrap="square" rtlCol="0">
            <a:spAutoFit/>
          </a:bodyPr>
          <a:lstStyle/>
          <a:p>
            <a:r>
              <a:rPr lang="es-ES" dirty="0">
                <a:highlight>
                  <a:srgbClr val="FFFF00"/>
                </a:highlight>
                <a:latin typeface="Arial" panose="020B0604020202020204" pitchFamily="34" charset="0"/>
                <a:cs typeface="Arial" panose="020B0604020202020204" pitchFamily="34" charset="0"/>
              </a:rPr>
              <a:t>Relación de carrera a diámetro</a:t>
            </a:r>
          </a:p>
          <a:p>
            <a:endParaRPr lang="es-ES" dirty="0"/>
          </a:p>
          <a:p>
            <a:endParaRPr lang="es-ES" dirty="0"/>
          </a:p>
          <a:p>
            <a:r>
              <a:rPr lang="es-ES" dirty="0"/>
              <a:t>a=     S</a:t>
            </a:r>
          </a:p>
          <a:p>
            <a:r>
              <a:rPr lang="es-ES" dirty="0"/>
              <a:t>         D</a:t>
            </a:r>
          </a:p>
          <a:p>
            <a:endParaRPr lang="es-ES" dirty="0"/>
          </a:p>
          <a:p>
            <a:r>
              <a:rPr lang="es-ES" dirty="0"/>
              <a:t> </a:t>
            </a:r>
          </a:p>
        </p:txBody>
      </p:sp>
      <p:cxnSp>
        <p:nvCxnSpPr>
          <p:cNvPr id="14" name="Conector recto 13">
            <a:extLst>
              <a:ext uri="{FF2B5EF4-FFF2-40B4-BE49-F238E27FC236}">
                <a16:creationId xmlns:a16="http://schemas.microsoft.com/office/drawing/2014/main" id="{9781086B-C904-1A13-6DAB-6470F6CB56EE}"/>
              </a:ext>
            </a:extLst>
          </p:cNvPr>
          <p:cNvCxnSpPr>
            <a:cxnSpLocks/>
          </p:cNvCxnSpPr>
          <p:nvPr/>
        </p:nvCxnSpPr>
        <p:spPr>
          <a:xfrm>
            <a:off x="4217436" y="6114660"/>
            <a:ext cx="550506"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Rectángulo 17">
            <a:extLst>
              <a:ext uri="{FF2B5EF4-FFF2-40B4-BE49-F238E27FC236}">
                <a16:creationId xmlns:a16="http://schemas.microsoft.com/office/drawing/2014/main" id="{F0EECA82-8E3E-4170-4CDC-46AF6446D18C}"/>
              </a:ext>
            </a:extLst>
          </p:cNvPr>
          <p:cNvSpPr/>
          <p:nvPr/>
        </p:nvSpPr>
        <p:spPr>
          <a:xfrm>
            <a:off x="3778898" y="4683967"/>
            <a:ext cx="2733869" cy="1772817"/>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3163111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E1D40-54A9-66E2-2643-2F05379155C2}"/>
              </a:ext>
            </a:extLst>
          </p:cNvPr>
          <p:cNvSpPr>
            <a:spLocks noGrp="1"/>
          </p:cNvSpPr>
          <p:nvPr>
            <p:ph type="title"/>
          </p:nvPr>
        </p:nvSpPr>
        <p:spPr>
          <a:xfrm>
            <a:off x="457200" y="137653"/>
            <a:ext cx="8229600" cy="1836172"/>
          </a:xfrm>
        </p:spPr>
        <p:txBody>
          <a:bodyPr>
            <a:normAutofit/>
          </a:bodyPr>
          <a:lstStyle/>
          <a:p>
            <a:pPr algn="just"/>
            <a:r>
              <a:rPr lang="es-CL" sz="2400" b="1" dirty="0">
                <a:latin typeface="Arial" panose="020B0604020202020204" pitchFamily="34" charset="0"/>
                <a:cs typeface="Arial" panose="020B0604020202020204" pitchFamily="34" charset="0"/>
              </a:rPr>
              <a:t>Objetivo: </a:t>
            </a:r>
            <a:r>
              <a:rPr lang="es-CL" sz="2000" dirty="0">
                <a:solidFill>
                  <a:srgbClr val="0070C0"/>
                </a:solidFill>
                <a:latin typeface="Arial" panose="020B0604020202020204" pitchFamily="34" charset="0"/>
                <a:cs typeface="Arial" panose="020B0604020202020204" pitchFamily="34" charset="0"/>
              </a:rPr>
              <a:t>Optimizar el tiempo y la accesibilidad en la reparación de vehículos, mediante la producción ágil y personalizada de repuestos </a:t>
            </a:r>
            <a:r>
              <a:rPr lang="es-CL" sz="2000" dirty="0">
                <a:latin typeface="Arial" panose="020B0604020202020204" pitchFamily="34" charset="0"/>
                <a:cs typeface="Arial" panose="020B0604020202020204" pitchFamily="34" charset="0"/>
              </a:rPr>
              <a:t>utilizando la tecnología de las impresiones en 3D.</a:t>
            </a:r>
            <a:endParaRPr lang="es-ES" sz="200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29A068F1-D7BD-6C7D-76DF-3C342869106D}"/>
              </a:ext>
            </a:extLst>
          </p:cNvPr>
          <p:cNvSpPr>
            <a:spLocks noGrp="1"/>
          </p:cNvSpPr>
          <p:nvPr>
            <p:ph idx="1"/>
          </p:nvPr>
        </p:nvSpPr>
        <p:spPr>
          <a:xfrm>
            <a:off x="457200" y="1973825"/>
            <a:ext cx="8229600" cy="4525963"/>
          </a:xfrm>
        </p:spPr>
        <p:txBody>
          <a:bodyPr>
            <a:normAutofit/>
          </a:bodyPr>
          <a:lstStyle/>
          <a:p>
            <a:pPr marL="0" indent="0" algn="just">
              <a:buNone/>
            </a:pPr>
            <a:r>
              <a:rPr lang="es-CL" sz="2400" b="1" dirty="0">
                <a:latin typeface="Arial" panose="020B0604020202020204" pitchFamily="34" charset="0"/>
                <a:cs typeface="Arial" panose="020B0604020202020204" pitchFamily="34" charset="0"/>
              </a:rPr>
              <a:t>Preguntas de investigación:</a:t>
            </a:r>
          </a:p>
          <a:p>
            <a:pPr algn="just"/>
            <a:r>
              <a:rPr lang="es-CL" sz="2000" dirty="0">
                <a:latin typeface="Arial" panose="020B0604020202020204" pitchFamily="34" charset="0"/>
                <a:cs typeface="Arial" panose="020B0604020202020204" pitchFamily="34" charset="0"/>
              </a:rPr>
              <a:t>¿Cómo obtener con mayor facilidad las medidas de una pieza para recrearla?</a:t>
            </a:r>
          </a:p>
          <a:p>
            <a:pPr algn="just"/>
            <a:r>
              <a:rPr lang="es-CL" sz="2000" dirty="0">
                <a:latin typeface="Arial" panose="020B0604020202020204" pitchFamily="34" charset="0"/>
                <a:cs typeface="Arial" panose="020B0604020202020204" pitchFamily="34" charset="0"/>
              </a:rPr>
              <a:t>¿Cómo ser precisos en la fabricación de un repuesto?</a:t>
            </a:r>
          </a:p>
          <a:p>
            <a:pPr algn="just"/>
            <a:r>
              <a:rPr lang="es-CL" sz="2000" dirty="0">
                <a:latin typeface="Arial" panose="020B0604020202020204" pitchFamily="34" charset="0"/>
                <a:cs typeface="Arial" panose="020B0604020202020204" pitchFamily="34" charset="0"/>
              </a:rPr>
              <a:t>¿Cómo mejorar la accesibilidad hacia los repuestos?</a:t>
            </a:r>
          </a:p>
          <a:p>
            <a:pPr algn="just"/>
            <a:r>
              <a:rPr lang="es-CL" sz="2000" dirty="0">
                <a:latin typeface="Arial" panose="020B0604020202020204" pitchFamily="34" charset="0"/>
                <a:cs typeface="Arial" panose="020B0604020202020204" pitchFamily="34" charset="0"/>
              </a:rPr>
              <a:t>¿Cómo facilitar la creación o reconstrucción de un repuesto descontinuado o desgastado?</a:t>
            </a:r>
            <a:endParaRPr lang="es-E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42024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99D687-F76C-E501-70A4-8DB13159F3C6}"/>
              </a:ext>
            </a:extLst>
          </p:cNvPr>
          <p:cNvSpPr>
            <a:spLocks noGrp="1"/>
          </p:cNvSpPr>
          <p:nvPr>
            <p:ph type="title"/>
          </p:nvPr>
        </p:nvSpPr>
        <p:spPr>
          <a:xfrm>
            <a:off x="1280160" y="258993"/>
            <a:ext cx="5397500" cy="579438"/>
          </a:xfrm>
        </p:spPr>
        <p:txBody>
          <a:bodyPr>
            <a:normAutofit/>
          </a:bodyPr>
          <a:lstStyle/>
          <a:p>
            <a:r>
              <a:rPr lang="es-CL" sz="2400" b="1" dirty="0">
                <a:latin typeface="Arial" panose="020B0604020202020204" pitchFamily="34" charset="0"/>
                <a:cs typeface="Arial" panose="020B0604020202020204" pitchFamily="34" charset="0"/>
              </a:rPr>
              <a:t>Temas</a:t>
            </a:r>
            <a:r>
              <a:rPr lang="es-CL" sz="2800" b="1" dirty="0">
                <a:latin typeface="Arial" panose="020B0604020202020204" pitchFamily="34" charset="0"/>
                <a:cs typeface="Arial" panose="020B0604020202020204" pitchFamily="34" charset="0"/>
              </a:rPr>
              <a:t> </a:t>
            </a:r>
            <a:r>
              <a:rPr lang="es-CL" sz="2400" b="1" dirty="0">
                <a:latin typeface="Arial" panose="020B0604020202020204" pitchFamily="34" charset="0"/>
                <a:cs typeface="Arial" panose="020B0604020202020204" pitchFamily="34" charset="0"/>
              </a:rPr>
              <a:t>iniciales involucrados</a:t>
            </a:r>
            <a:endParaRPr lang="es-ES" sz="24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145C91E5-3D3C-C24E-445A-EFD72DDF6BD2}"/>
              </a:ext>
            </a:extLst>
          </p:cNvPr>
          <p:cNvSpPr>
            <a:spLocks noGrp="1"/>
          </p:cNvSpPr>
          <p:nvPr>
            <p:ph idx="1"/>
          </p:nvPr>
        </p:nvSpPr>
        <p:spPr>
          <a:xfrm>
            <a:off x="356645" y="1143160"/>
            <a:ext cx="8229600" cy="4525963"/>
          </a:xfrm>
        </p:spPr>
        <p:txBody>
          <a:bodyPr>
            <a:normAutofit fontScale="77500" lnSpcReduction="20000"/>
          </a:bodyPr>
          <a:lstStyle/>
          <a:p>
            <a:pPr algn="just"/>
            <a:r>
              <a:rPr lang="es-CL" sz="2000" b="1" dirty="0">
                <a:latin typeface="Arial" panose="020B0604020202020204" pitchFamily="34" charset="0"/>
                <a:cs typeface="Arial" panose="020B0604020202020204" pitchFamily="34" charset="0"/>
              </a:rPr>
              <a:t>Repuestos descontinuados: </a:t>
            </a:r>
            <a:r>
              <a:rPr lang="es-CL" sz="2000" dirty="0">
                <a:solidFill>
                  <a:srgbClr val="000000"/>
                </a:solidFill>
                <a:latin typeface="Arial" panose="020B0604020202020204" pitchFamily="34" charset="0"/>
                <a:ea typeface="Calibri" panose="020F0502020204030204" pitchFamily="34" charset="0"/>
              </a:rPr>
              <a:t>Escasez de Vehículos, Repuestos y Autopartes, La crisis de la logística internacional continúa afectando el suministro de artículos importados en el mundo, generando escasez de vehículos, repuestos y autopartes, lo que afecta las reparaciones en cuanto a tiempos y costos. </a:t>
            </a:r>
          </a:p>
          <a:p>
            <a:pPr algn="just"/>
            <a:endParaRPr lang="es-CL" sz="2000" dirty="0">
              <a:solidFill>
                <a:srgbClr val="000000"/>
              </a:solidFill>
              <a:latin typeface="Arial" panose="020B0604020202020204" pitchFamily="34" charset="0"/>
              <a:cs typeface="Arial" panose="020B0604020202020204" pitchFamily="34" charset="0"/>
            </a:endParaRPr>
          </a:p>
          <a:p>
            <a:pPr algn="just"/>
            <a:r>
              <a:rPr lang="es-CL" sz="2000" b="1" dirty="0">
                <a:solidFill>
                  <a:srgbClr val="000000"/>
                </a:solidFill>
                <a:latin typeface="Arial" panose="020B0604020202020204" pitchFamily="34" charset="0"/>
                <a:cs typeface="Arial" panose="020B0604020202020204" pitchFamily="34" charset="0"/>
              </a:rPr>
              <a:t>Poca accesibilidad: </a:t>
            </a:r>
            <a:r>
              <a:rPr lang="es-CL" sz="2000" dirty="0">
                <a:solidFill>
                  <a:srgbClr val="000000"/>
                </a:solidFill>
                <a:latin typeface="Arial" panose="020B0604020202020204" pitchFamily="34" charset="0"/>
                <a:cs typeface="Arial" panose="020B0604020202020204" pitchFamily="34" charset="0"/>
              </a:rPr>
              <a:t>Muchos locales de repuestos solo trabajan marcas especificas o los repuestos varían dependiendo el modelo del vehiculó lo cual demora el trabajo y puede generar gastos extras.</a:t>
            </a:r>
          </a:p>
          <a:p>
            <a:pPr algn="just"/>
            <a:endParaRPr lang="es-CL" sz="2000" dirty="0">
              <a:solidFill>
                <a:srgbClr val="000000"/>
              </a:solidFill>
              <a:latin typeface="Arial" panose="020B0604020202020204" pitchFamily="34" charset="0"/>
              <a:cs typeface="Arial" panose="020B0604020202020204" pitchFamily="34" charset="0"/>
            </a:endParaRPr>
          </a:p>
          <a:p>
            <a:pPr algn="just"/>
            <a:r>
              <a:rPr lang="es-CL" sz="2000" b="1" dirty="0">
                <a:solidFill>
                  <a:srgbClr val="000000"/>
                </a:solidFill>
                <a:latin typeface="Arial" panose="020B0604020202020204" pitchFamily="34" charset="0"/>
                <a:cs typeface="Arial" panose="020B0604020202020204" pitchFamily="34" charset="0"/>
              </a:rPr>
              <a:t>Precios muy altos: </a:t>
            </a:r>
            <a:r>
              <a:rPr lang="es-CL" sz="2000" dirty="0">
                <a:solidFill>
                  <a:srgbClr val="000000"/>
                </a:solidFill>
                <a:latin typeface="Arial" panose="020B0604020202020204" pitchFamily="34" charset="0"/>
                <a:cs typeface="Arial" panose="020B0604020202020204" pitchFamily="34" charset="0"/>
              </a:rPr>
              <a:t>Los altos costos de los repuestos pueden representar una carga financiera significativa para los propietarios de vehículos, lo que puede afectar su capacidad para mantener y utilizar sus vehículos de manera efectiva.</a:t>
            </a:r>
          </a:p>
          <a:p>
            <a:pPr marL="0" indent="0" algn="just">
              <a:buNone/>
            </a:pPr>
            <a:endParaRPr lang="es-CL" sz="2000" dirty="0">
              <a:latin typeface="Arial" panose="020B0604020202020204" pitchFamily="34" charset="0"/>
              <a:cs typeface="Arial" panose="020B0604020202020204" pitchFamily="34" charset="0"/>
            </a:endParaRPr>
          </a:p>
          <a:p>
            <a:pPr>
              <a:lnSpc>
                <a:spcPct val="107000"/>
              </a:lnSpc>
              <a:spcAft>
                <a:spcPts val="800"/>
              </a:spcAft>
            </a:pPr>
            <a:r>
              <a:rPr lang="es-CL" sz="2000" b="1" dirty="0">
                <a:latin typeface="Arial" panose="020B0604020202020204" pitchFamily="34" charset="0"/>
                <a:cs typeface="Arial" panose="020B0604020202020204" pitchFamily="34" charset="0"/>
              </a:rPr>
              <a:t>Repuestos en específicos: </a:t>
            </a:r>
            <a:r>
              <a:rPr lang="es-CL" sz="2000" dirty="0">
                <a:latin typeface="Arial" panose="020B0604020202020204" pitchFamily="34" charset="0"/>
                <a:cs typeface="Arial" panose="020B0604020202020204" pitchFamily="34" charset="0"/>
              </a:rPr>
              <a:t>Muchos</a:t>
            </a:r>
            <a:r>
              <a:rPr lang="es-CL" sz="2000" kern="100" dirty="0">
                <a:latin typeface="Arial" panose="020B0604020202020204" pitchFamily="34" charset="0"/>
                <a:ea typeface="Calibri" panose="020F0502020204030204" pitchFamily="34" charset="0"/>
                <a:cs typeface="Arial" panose="020B0604020202020204" pitchFamily="34" charset="0"/>
              </a:rPr>
              <a:t> repuesto solo se venden el kit no por unidad lo que genera un gasto extra en piezas que no se necesitan.</a:t>
            </a:r>
          </a:p>
          <a:p>
            <a:endParaRPr lang="es-CL" sz="2000" dirty="0">
              <a:latin typeface="Arial" panose="020B0604020202020204" pitchFamily="34" charset="0"/>
              <a:cs typeface="Arial" panose="020B0604020202020204" pitchFamily="34" charset="0"/>
            </a:endParaRPr>
          </a:p>
          <a:p>
            <a:pPr marL="0" indent="0" algn="just">
              <a:buNone/>
            </a:pPr>
            <a:r>
              <a:rPr lang="es-CL" sz="2400" b="1" dirty="0">
                <a:latin typeface="Arial" panose="020B0604020202020204" pitchFamily="34" charset="0"/>
                <a:cs typeface="Arial" panose="020B0604020202020204" pitchFamily="34" charset="0"/>
              </a:rPr>
              <a:t>  </a:t>
            </a:r>
            <a:r>
              <a:rPr lang="es-CL" sz="2100" b="1" dirty="0">
                <a:latin typeface="Arial" panose="020B0604020202020204" pitchFamily="34" charset="0"/>
                <a:cs typeface="Arial" panose="020B0604020202020204" pitchFamily="34" charset="0"/>
              </a:rPr>
              <a:t>Matemáticas: </a:t>
            </a:r>
          </a:p>
          <a:p>
            <a:pPr algn="just"/>
            <a:r>
              <a:rPr lang="es-CL" sz="2000" dirty="0">
                <a:latin typeface="Arial" panose="020B0604020202020204" pitchFamily="34" charset="0"/>
                <a:cs typeface="Arial" panose="020B0604020202020204" pitchFamily="34" charset="0"/>
              </a:rPr>
              <a:t>Geometría 3D</a:t>
            </a:r>
          </a:p>
          <a:p>
            <a:pPr algn="just"/>
            <a:r>
              <a:rPr lang="es-CL" sz="2000" dirty="0">
                <a:latin typeface="Arial" panose="020B0604020202020204" pitchFamily="34" charset="0"/>
                <a:cs typeface="Arial" panose="020B0604020202020204" pitchFamily="34" charset="0"/>
              </a:rPr>
              <a:t>Análisis de tolerancias.</a:t>
            </a:r>
          </a:p>
        </p:txBody>
      </p:sp>
    </p:spTree>
    <p:extLst>
      <p:ext uri="{BB962C8B-B14F-4D97-AF65-F5344CB8AC3E}">
        <p14:creationId xmlns:p14="http://schemas.microsoft.com/office/powerpoint/2010/main" val="1309929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E29BAAAB-EB7F-4F08-9003-3DD8A585DEFB}"/>
              </a:ext>
            </a:extLst>
          </p:cNvPr>
          <p:cNvGraphicFramePr>
            <a:graphicFrameLocks noGrp="1"/>
          </p:cNvGraphicFramePr>
          <p:nvPr>
            <p:extLst>
              <p:ext uri="{D42A27DB-BD31-4B8C-83A1-F6EECF244321}">
                <p14:modId xmlns:p14="http://schemas.microsoft.com/office/powerpoint/2010/main" val="50416744"/>
              </p:ext>
            </p:extLst>
          </p:nvPr>
        </p:nvGraphicFramePr>
        <p:xfrm>
          <a:off x="662473" y="186962"/>
          <a:ext cx="7977675" cy="5938520"/>
        </p:xfrm>
        <a:graphic>
          <a:graphicData uri="http://schemas.openxmlformats.org/drawingml/2006/table">
            <a:tbl>
              <a:tblPr firstRow="1" firstCol="1" bandRow="1"/>
              <a:tblGrid>
                <a:gridCol w="2030921">
                  <a:extLst>
                    <a:ext uri="{9D8B030D-6E8A-4147-A177-3AD203B41FA5}">
                      <a16:colId xmlns:a16="http://schemas.microsoft.com/office/drawing/2014/main" val="721409046"/>
                    </a:ext>
                  </a:extLst>
                </a:gridCol>
                <a:gridCol w="721610">
                  <a:extLst>
                    <a:ext uri="{9D8B030D-6E8A-4147-A177-3AD203B41FA5}">
                      <a16:colId xmlns:a16="http://schemas.microsoft.com/office/drawing/2014/main" val="3740462745"/>
                    </a:ext>
                  </a:extLst>
                </a:gridCol>
                <a:gridCol w="629325">
                  <a:extLst>
                    <a:ext uri="{9D8B030D-6E8A-4147-A177-3AD203B41FA5}">
                      <a16:colId xmlns:a16="http://schemas.microsoft.com/office/drawing/2014/main" val="1787041024"/>
                    </a:ext>
                  </a:extLst>
                </a:gridCol>
                <a:gridCol w="677206">
                  <a:extLst>
                    <a:ext uri="{9D8B030D-6E8A-4147-A177-3AD203B41FA5}">
                      <a16:colId xmlns:a16="http://schemas.microsoft.com/office/drawing/2014/main" val="2087518329"/>
                    </a:ext>
                  </a:extLst>
                </a:gridCol>
                <a:gridCol w="674423">
                  <a:extLst>
                    <a:ext uri="{9D8B030D-6E8A-4147-A177-3AD203B41FA5}">
                      <a16:colId xmlns:a16="http://schemas.microsoft.com/office/drawing/2014/main" val="346086558"/>
                    </a:ext>
                  </a:extLst>
                </a:gridCol>
                <a:gridCol w="677206">
                  <a:extLst>
                    <a:ext uri="{9D8B030D-6E8A-4147-A177-3AD203B41FA5}">
                      <a16:colId xmlns:a16="http://schemas.microsoft.com/office/drawing/2014/main" val="3791925763"/>
                    </a:ext>
                  </a:extLst>
                </a:gridCol>
                <a:gridCol w="606286">
                  <a:extLst>
                    <a:ext uri="{9D8B030D-6E8A-4147-A177-3AD203B41FA5}">
                      <a16:colId xmlns:a16="http://schemas.microsoft.com/office/drawing/2014/main" val="427187117"/>
                    </a:ext>
                  </a:extLst>
                </a:gridCol>
                <a:gridCol w="606286">
                  <a:extLst>
                    <a:ext uri="{9D8B030D-6E8A-4147-A177-3AD203B41FA5}">
                      <a16:colId xmlns:a16="http://schemas.microsoft.com/office/drawing/2014/main" val="995488266"/>
                    </a:ext>
                  </a:extLst>
                </a:gridCol>
                <a:gridCol w="677206">
                  <a:extLst>
                    <a:ext uri="{9D8B030D-6E8A-4147-A177-3AD203B41FA5}">
                      <a16:colId xmlns:a16="http://schemas.microsoft.com/office/drawing/2014/main" val="2352140925"/>
                    </a:ext>
                  </a:extLst>
                </a:gridCol>
                <a:gridCol w="677206">
                  <a:extLst>
                    <a:ext uri="{9D8B030D-6E8A-4147-A177-3AD203B41FA5}">
                      <a16:colId xmlns:a16="http://schemas.microsoft.com/office/drawing/2014/main" val="818633555"/>
                    </a:ext>
                  </a:extLst>
                </a:gridCol>
              </a:tblGrid>
              <a:tr h="381112">
                <a:tc>
                  <a:txBody>
                    <a:bodyPr/>
                    <a:lstStyle/>
                    <a:p>
                      <a:pPr algn="just">
                        <a:lnSpc>
                          <a:spcPct val="107000"/>
                        </a:lnSpc>
                        <a:spcAft>
                          <a:spcPts val="800"/>
                        </a:spcAft>
                      </a:pPr>
                      <a:r>
                        <a:rPr lang="es-CL" sz="1200" b="1" kern="0" noProof="0" dirty="0">
                          <a:solidFill>
                            <a:srgbClr val="FFFFFF"/>
                          </a:solidFill>
                          <a:effectLst/>
                          <a:latin typeface="Arial" panose="020B0604020202020204" pitchFamily="34" charset="0"/>
                          <a:ea typeface="Calibri" panose="020F0502020204030204" pitchFamily="34" charset="0"/>
                          <a:cs typeface="Arial" panose="020B0604020202020204" pitchFamily="34" charset="0"/>
                        </a:rPr>
                        <a:t>Actividad</a:t>
                      </a:r>
                      <a:endParaRPr lang="es-CL" sz="1200" kern="100" noProof="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s-ES" sz="1200" kern="100" dirty="0">
                          <a:solidFill>
                            <a:srgbClr val="FFFFFF"/>
                          </a:solidFill>
                          <a:effectLst/>
                          <a:latin typeface="Calibri" panose="020F0502020204030204" pitchFamily="34" charset="0"/>
                          <a:ea typeface="Calibri" panose="020F0502020204030204" pitchFamily="34" charset="0"/>
                          <a:cs typeface="Arial" panose="020B0604020202020204" pitchFamily="34" charset="0"/>
                        </a:rPr>
                        <a:t>15/11</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21/11</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22/11</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s-ES" sz="1200" kern="100" dirty="0">
                          <a:solidFill>
                            <a:srgbClr val="FFFFFF"/>
                          </a:solidFill>
                          <a:effectLst/>
                          <a:latin typeface="Calibri" panose="020F0502020204030204" pitchFamily="34" charset="0"/>
                          <a:ea typeface="Calibri" panose="020F0502020204030204" pitchFamily="34" charset="0"/>
                          <a:cs typeface="Arial" panose="020B0604020202020204" pitchFamily="34" charset="0"/>
                        </a:rPr>
                        <a:t>28/11</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29/11</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5/12</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6/12</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12/12</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tc>
                  <a:txBody>
                    <a:bodyPr/>
                    <a:lstStyle/>
                    <a:p>
                      <a:pPr algn="just">
                        <a:lnSpc>
                          <a:spcPct val="107000"/>
                        </a:lnSpc>
                        <a:spcAft>
                          <a:spcPts val="800"/>
                        </a:spcAft>
                      </a:pPr>
                      <a:r>
                        <a:rPr lang="en-US" sz="1200" b="1" kern="0" dirty="0">
                          <a:solidFill>
                            <a:srgbClr val="FFFFFF"/>
                          </a:solidFill>
                          <a:effectLst/>
                          <a:latin typeface="Calibri" panose="020F0502020204030204" pitchFamily="34" charset="0"/>
                          <a:ea typeface="Calibri" panose="020F0502020204030204" pitchFamily="34" charset="0"/>
                          <a:cs typeface="Arial" panose="020B0604020202020204" pitchFamily="34" charset="0"/>
                        </a:rPr>
                        <a:t>13/12</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70AD47"/>
                    </a:solidFill>
                  </a:tcPr>
                </a:tc>
                <a:extLst>
                  <a:ext uri="{0D108BD9-81ED-4DB2-BD59-A6C34878D82A}">
                    <a16:rowId xmlns:a16="http://schemas.microsoft.com/office/drawing/2014/main" val="216119705"/>
                  </a:ext>
                </a:extLst>
              </a:tr>
              <a:tr h="398547">
                <a:tc>
                  <a:txBody>
                    <a:bodyPr/>
                    <a:lstStyle/>
                    <a:p>
                      <a:pPr algn="l">
                        <a:lnSpc>
                          <a:spcPct val="107000"/>
                        </a:lnSpc>
                        <a:spcAft>
                          <a:spcPts val="800"/>
                        </a:spcAft>
                      </a:pP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Creación del Grupo</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2218219780"/>
                  </a:ext>
                </a:extLst>
              </a:tr>
              <a:tr h="233090">
                <a:tc>
                  <a:txBody>
                    <a:bodyPr/>
                    <a:lstStyle/>
                    <a:p>
                      <a:pPr algn="l">
                        <a:lnSpc>
                          <a:spcPct val="107000"/>
                        </a:lnSpc>
                        <a:spcAft>
                          <a:spcPts val="800"/>
                        </a:spcAft>
                      </a:pPr>
                      <a:r>
                        <a:rPr lang="es-CL" sz="1200" b="1" kern="0" noProof="0" dirty="0">
                          <a:solidFill>
                            <a:srgbClr val="000000"/>
                          </a:solidFill>
                          <a:effectLst/>
                          <a:latin typeface="Arial" panose="020B0604020202020204" pitchFamily="34" charset="0"/>
                          <a:ea typeface="Calibri" panose="020F0502020204030204" pitchFamily="34" charset="0"/>
                          <a:cs typeface="Arial" panose="020B0604020202020204" pitchFamily="34" charset="0"/>
                        </a:rPr>
                        <a:t>Definición</a:t>
                      </a: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 de Proyecto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46006257"/>
                  </a:ext>
                </a:extLst>
              </a:tr>
              <a:tr h="489480">
                <a:tc>
                  <a:txBody>
                    <a:bodyPr/>
                    <a:lstStyle/>
                    <a:p>
                      <a:pPr algn="l">
                        <a:lnSpc>
                          <a:spcPct val="107000"/>
                        </a:lnSpc>
                        <a:spcAft>
                          <a:spcPts val="800"/>
                        </a:spcAft>
                      </a:pPr>
                      <a:r>
                        <a:rPr lang="es-ES" sz="12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Preguntas de investigación de acuerdo con el problema</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681090172"/>
                  </a:ext>
                </a:extLst>
              </a:tr>
              <a:tr h="473960">
                <a:tc>
                  <a:txBody>
                    <a:bodyPr/>
                    <a:lstStyle/>
                    <a:p>
                      <a:pPr algn="l">
                        <a:lnSpc>
                          <a:spcPct val="107000"/>
                        </a:lnSpc>
                        <a:spcAft>
                          <a:spcPts val="800"/>
                        </a:spcAft>
                      </a:pPr>
                      <a:r>
                        <a:rPr lang="es-ES" sz="12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investigación de instrumentos utilizaremos para medir y herramientas tecnológicas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489463470"/>
                  </a:ext>
                </a:extLst>
              </a:tr>
              <a:tr h="506758">
                <a:tc>
                  <a:txBody>
                    <a:bodyPr/>
                    <a:lstStyle/>
                    <a:p>
                      <a:pPr algn="l">
                        <a:lnSpc>
                          <a:spcPct val="107000"/>
                        </a:lnSpc>
                        <a:spcAft>
                          <a:spcPts val="800"/>
                        </a:spcAft>
                      </a:pPr>
                      <a:r>
                        <a:rPr lang="es-ES" sz="12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Respuestas a las preguntas de investigación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858461436"/>
                  </a:ext>
                </a:extLst>
              </a:tr>
              <a:tr h="398547">
                <a:tc>
                  <a:txBody>
                    <a:bodyPr/>
                    <a:lstStyle/>
                    <a:p>
                      <a:pPr algn="l">
                        <a:lnSpc>
                          <a:spcPct val="107000"/>
                        </a:lnSpc>
                        <a:spcAft>
                          <a:spcPts val="800"/>
                        </a:spcAft>
                      </a:pPr>
                      <a:r>
                        <a:rPr lang="es-ES" sz="12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árbol de solución</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pPr>
                      <a:r>
                        <a:rPr lang="en-US" sz="1200" b="1"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2242566477"/>
                  </a:ext>
                </a:extLst>
              </a:tr>
              <a:tr h="233090">
                <a:tc>
                  <a:txBody>
                    <a:bodyPr/>
                    <a:lstStyle/>
                    <a:p>
                      <a:pPr algn="l">
                        <a:lnSpc>
                          <a:spcPct val="107000"/>
                        </a:lnSpc>
                        <a:spcAft>
                          <a:spcPts val="800"/>
                        </a:spcAft>
                      </a:pPr>
                      <a:r>
                        <a:rPr lang="es-CL" sz="1200" b="1" kern="0" noProof="0" dirty="0">
                          <a:solidFill>
                            <a:srgbClr val="000000"/>
                          </a:solidFill>
                          <a:effectLst/>
                          <a:latin typeface="Arial" panose="020B0604020202020204" pitchFamily="34" charset="0"/>
                          <a:ea typeface="Calibri" panose="020F0502020204030204" pitchFamily="34" charset="0"/>
                          <a:cs typeface="Arial" panose="020B0604020202020204" pitchFamily="34" charset="0"/>
                        </a:rPr>
                        <a:t>Bitácora</a:t>
                      </a: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2812111705"/>
                  </a:ext>
                </a:extLst>
              </a:tr>
              <a:tr h="462450">
                <a:tc>
                  <a:txBody>
                    <a:bodyPr/>
                    <a:lstStyle/>
                    <a:p>
                      <a:pPr algn="l">
                        <a:lnSpc>
                          <a:spcPct val="107000"/>
                        </a:lnSpc>
                        <a:spcAft>
                          <a:spcPts val="800"/>
                        </a:spcAft>
                      </a:pP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definición de las </a:t>
                      </a:r>
                      <a:r>
                        <a:rPr lang="es-CL" sz="1200" b="1" kern="0" noProof="0" dirty="0">
                          <a:solidFill>
                            <a:srgbClr val="000000"/>
                          </a:solidFill>
                          <a:effectLst/>
                          <a:latin typeface="Arial" panose="020B0604020202020204" pitchFamily="34" charset="0"/>
                          <a:ea typeface="Calibri" panose="020F0502020204030204" pitchFamily="34" charset="0"/>
                          <a:cs typeface="Arial" panose="020B0604020202020204" pitchFamily="34" charset="0"/>
                        </a:rPr>
                        <a:t>herramientas</a:t>
                      </a: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 tecnológicas</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849207722"/>
                  </a:ext>
                </a:extLst>
              </a:tr>
              <a:tr h="619222">
                <a:tc>
                  <a:txBody>
                    <a:bodyPr/>
                    <a:lstStyle/>
                    <a:p>
                      <a:pPr algn="l">
                        <a:lnSpc>
                          <a:spcPct val="107000"/>
                        </a:lnSpc>
                        <a:spcAft>
                          <a:spcPts val="800"/>
                        </a:spcAft>
                      </a:pPr>
                      <a:r>
                        <a:rPr lang="en-US" sz="1200" b="1" kern="0" dirty="0">
                          <a:solidFill>
                            <a:srgbClr val="000000"/>
                          </a:solidFill>
                          <a:effectLst/>
                          <a:latin typeface="Arial" panose="020B0604020202020204" pitchFamily="34" charset="0"/>
                          <a:ea typeface="Calibri" panose="020F0502020204030204" pitchFamily="34" charset="0"/>
                          <a:cs typeface="Arial" panose="020B0604020202020204" pitchFamily="34" charset="0"/>
                        </a:rPr>
                        <a:t>de qué forma se utilizará la matemática en la </a:t>
                      </a:r>
                      <a:r>
                        <a:rPr lang="es-CL" sz="1200" b="1" kern="0" noProof="0" dirty="0">
                          <a:solidFill>
                            <a:srgbClr val="000000"/>
                          </a:solidFill>
                          <a:effectLst/>
                          <a:latin typeface="Arial" panose="020B0604020202020204" pitchFamily="34" charset="0"/>
                          <a:ea typeface="Calibri" panose="020F0502020204030204" pitchFamily="34" charset="0"/>
                          <a:cs typeface="Arial" panose="020B0604020202020204" pitchFamily="34" charset="0"/>
                        </a:rPr>
                        <a:t>solución</a:t>
                      </a:r>
                      <a:endParaRPr lang="es-CL" sz="1200" kern="100" noProof="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w="12700" cap="flat" cmpd="sng" algn="ctr">
                      <a:solidFill>
                        <a:srgbClr val="70AD47"/>
                      </a:solidFill>
                      <a:prstDash val="solid"/>
                      <a:round/>
                      <a:headEnd type="none" w="med" len="med"/>
                      <a:tailEnd type="none" w="med" len="med"/>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FFFFFF"/>
                    </a:solidFill>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 </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a:noFill/>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just">
                        <a:lnSpc>
                          <a:spcPct val="107000"/>
                        </a:lnSpc>
                        <a:spcAft>
                          <a:spcPts val="800"/>
                        </a:spcAft>
                      </a:pPr>
                      <a:r>
                        <a:rPr lang="en-US" sz="1200" kern="0" dirty="0">
                          <a:effectLst/>
                          <a:latin typeface="Calibri" panose="020F0502020204030204" pitchFamily="34" charset="0"/>
                          <a:ea typeface="Calibri" panose="020F0502020204030204" pitchFamily="34" charset="0"/>
                          <a:cs typeface="Arial" panose="020B0604020202020204" pitchFamily="34" charset="0"/>
                        </a:rPr>
                        <a:t>x</a:t>
                      </a:r>
                      <a:endParaRPr lang="es-ES" sz="1200" kern="100" dirty="0">
                        <a:effectLst/>
                        <a:latin typeface="Calibri" panose="020F0502020204030204" pitchFamily="34" charset="0"/>
                        <a:ea typeface="Calibri" panose="020F0502020204030204" pitchFamily="34" charset="0"/>
                        <a:cs typeface="Arial" panose="020B0604020202020204" pitchFamily="34" charset="0"/>
                      </a:endParaRPr>
                    </a:p>
                  </a:txBody>
                  <a:tcPr marL="53033" marR="53033" marT="0" marB="0">
                    <a:lnL>
                      <a:noFill/>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2326140728"/>
                  </a:ext>
                </a:extLst>
              </a:tr>
            </a:tbl>
          </a:graphicData>
        </a:graphic>
      </p:graphicFrame>
      <p:sp>
        <p:nvSpPr>
          <p:cNvPr id="6" name="Rectangle 1">
            <a:extLst>
              <a:ext uri="{FF2B5EF4-FFF2-40B4-BE49-F238E27FC236}">
                <a16:creationId xmlns:a16="http://schemas.microsoft.com/office/drawing/2014/main" id="{3D290CE6-1B0D-27BA-C408-F1BCC5FE1F63}"/>
              </a:ext>
            </a:extLst>
          </p:cNvPr>
          <p:cNvSpPr>
            <a:spLocks noChangeArrowheads="1"/>
          </p:cNvSpPr>
          <p:nvPr/>
        </p:nvSpPr>
        <p:spPr bwMode="auto">
          <a:xfrm>
            <a:off x="1754188" y="136683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dirty="0"/>
          </a:p>
        </p:txBody>
      </p:sp>
    </p:spTree>
    <p:extLst>
      <p:ext uri="{BB962C8B-B14F-4D97-AF65-F5344CB8AC3E}">
        <p14:creationId xmlns:p14="http://schemas.microsoft.com/office/powerpoint/2010/main" val="150612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AB8693-3C68-BE32-5B42-720D9AC3E860}"/>
              </a:ext>
            </a:extLst>
          </p:cNvPr>
          <p:cNvSpPr>
            <a:spLocks noGrp="1"/>
          </p:cNvSpPr>
          <p:nvPr>
            <p:ph type="title"/>
          </p:nvPr>
        </p:nvSpPr>
        <p:spPr/>
        <p:txBody>
          <a:bodyPr>
            <a:normAutofit/>
          </a:bodyPr>
          <a:lstStyle/>
          <a:p>
            <a:r>
              <a:rPr lang="es-CL" sz="2400" b="1" dirty="0">
                <a:latin typeface="Arial" panose="020B0604020202020204" pitchFamily="34" charset="0"/>
                <a:cs typeface="Arial" panose="020B0604020202020204" pitchFamily="34" charset="0"/>
              </a:rPr>
              <a:t>Materiales</a:t>
            </a:r>
            <a:r>
              <a:rPr lang="es-CL" sz="2800" b="1" dirty="0">
                <a:latin typeface="Arial" panose="020B0604020202020204" pitchFamily="34" charset="0"/>
                <a:cs typeface="Arial" panose="020B0604020202020204" pitchFamily="34" charset="0"/>
              </a:rPr>
              <a:t> </a:t>
            </a:r>
            <a:r>
              <a:rPr lang="es-CL" sz="2400" b="1" dirty="0">
                <a:latin typeface="Arial" panose="020B0604020202020204" pitchFamily="34" charset="0"/>
                <a:cs typeface="Arial" panose="020B0604020202020204" pitchFamily="34" charset="0"/>
              </a:rPr>
              <a:t>y Herramientas a utilizar </a:t>
            </a:r>
            <a:endParaRPr lang="es-ES" sz="2800" b="1" dirty="0"/>
          </a:p>
        </p:txBody>
      </p:sp>
      <p:sp>
        <p:nvSpPr>
          <p:cNvPr id="3" name="Marcador de contenido 2">
            <a:extLst>
              <a:ext uri="{FF2B5EF4-FFF2-40B4-BE49-F238E27FC236}">
                <a16:creationId xmlns:a16="http://schemas.microsoft.com/office/drawing/2014/main" id="{41F612EF-44CA-A70C-AA25-C34DCF8454DD}"/>
              </a:ext>
            </a:extLst>
          </p:cNvPr>
          <p:cNvSpPr>
            <a:spLocks noGrp="1"/>
          </p:cNvSpPr>
          <p:nvPr>
            <p:ph idx="1"/>
          </p:nvPr>
        </p:nvSpPr>
        <p:spPr/>
        <p:txBody>
          <a:bodyPr>
            <a:normAutofit/>
          </a:bodyPr>
          <a:lstStyle/>
          <a:p>
            <a:r>
              <a:rPr lang="es-ES" sz="2000" dirty="0">
                <a:latin typeface="Arial" panose="020B0604020202020204" pitchFamily="34" charset="0"/>
                <a:cs typeface="Arial" panose="020B0604020202020204" pitchFamily="34" charset="0"/>
              </a:rPr>
              <a:t>Etapa 1: Ingreso de vehículo al taller y diagnóstico de fallas: Pie de metro, Feller, Micrómetro y Reloj Comparador, estas herramientas se utilizan para medir las superficies, grosor, diámetro entre otras cosas de las piezas.</a:t>
            </a:r>
          </a:p>
          <a:p>
            <a:pPr marL="0" indent="0">
              <a:buNone/>
            </a:pPr>
            <a:endParaRPr lang="es-ES" sz="2000" dirty="0">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Etapa 2: Solución de problema e impresión de la pieza: Planos, Mediciones, Impresora 3D, Filamento.</a:t>
            </a:r>
          </a:p>
        </p:txBody>
      </p:sp>
    </p:spTree>
    <p:extLst>
      <p:ext uri="{BB962C8B-B14F-4D97-AF65-F5344CB8AC3E}">
        <p14:creationId xmlns:p14="http://schemas.microsoft.com/office/powerpoint/2010/main" val="1828842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56C35-55F4-F9B4-4C7B-6EEC7DAEBB34}"/>
              </a:ext>
            </a:extLst>
          </p:cNvPr>
          <p:cNvSpPr>
            <a:spLocks noGrp="1"/>
          </p:cNvSpPr>
          <p:nvPr>
            <p:ph type="title"/>
          </p:nvPr>
        </p:nvSpPr>
        <p:spPr>
          <a:xfrm>
            <a:off x="457200" y="343464"/>
            <a:ext cx="8229600" cy="1003198"/>
          </a:xfrm>
        </p:spPr>
        <p:txBody>
          <a:bodyPr>
            <a:normAutofit/>
          </a:bodyPr>
          <a:lstStyle/>
          <a:p>
            <a:r>
              <a:rPr lang="es-CL" sz="2400" b="1" dirty="0">
                <a:latin typeface="Arial" panose="020B0604020202020204" pitchFamily="34" charset="0"/>
                <a:cs typeface="Arial" panose="020B0604020202020204" pitchFamily="34" charset="0"/>
              </a:rPr>
              <a:t>¿Cómo obtener con mayor facilidad las medidas de una pieza para recrearla</a:t>
            </a:r>
            <a:r>
              <a:rPr lang="es-CL" sz="2800" b="1" dirty="0">
                <a:latin typeface="Arial" panose="020B0604020202020204" pitchFamily="34" charset="0"/>
                <a:cs typeface="Arial" panose="020B0604020202020204" pitchFamily="34" charset="0"/>
              </a:rPr>
              <a:t>?</a:t>
            </a:r>
            <a:endParaRPr lang="es-ES" sz="2800" b="1" dirty="0"/>
          </a:p>
        </p:txBody>
      </p:sp>
      <p:sp>
        <p:nvSpPr>
          <p:cNvPr id="3" name="Marcador de contenido 2">
            <a:extLst>
              <a:ext uri="{FF2B5EF4-FFF2-40B4-BE49-F238E27FC236}">
                <a16:creationId xmlns:a16="http://schemas.microsoft.com/office/drawing/2014/main" id="{96B973AC-262D-E5FE-DC8D-F870667418D2}"/>
              </a:ext>
            </a:extLst>
          </p:cNvPr>
          <p:cNvSpPr>
            <a:spLocks noGrp="1"/>
          </p:cNvSpPr>
          <p:nvPr>
            <p:ph idx="1"/>
          </p:nvPr>
        </p:nvSpPr>
        <p:spPr>
          <a:xfrm>
            <a:off x="457200" y="1542010"/>
            <a:ext cx="8229600" cy="4525963"/>
          </a:xfrm>
        </p:spPr>
        <p:txBody>
          <a:bodyPr>
            <a:normAutofit/>
          </a:bodyPr>
          <a:lstStyle/>
          <a:p>
            <a:pPr algn="just"/>
            <a:r>
              <a:rPr lang="es-ES" sz="2000" dirty="0">
                <a:latin typeface="Arial" panose="020B0604020202020204" pitchFamily="34" charset="0"/>
                <a:cs typeface="Arial" panose="020B0604020202020204" pitchFamily="34" charset="0"/>
              </a:rPr>
              <a:t>1) La impresión 3D y otras tecnologías de fabricación aditiva pueden ayudar a producir piezas automotrices de alto rendimiento de manera rápida y eficiente, reduciendo el tiempo de producción de días o semanas a horas.</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2) Colaborar con expertos en tecnologías de fabricación aditiva para mejorar el diseño y desarrollo automotriz puede ser beneficioso para resolver desafíos automotrices y acelerar la innovación en la industria.</a:t>
            </a:r>
          </a:p>
          <a:p>
            <a:pPr algn="just"/>
            <a:endParaRPr lang="es-ES" sz="2000" dirty="0">
              <a:latin typeface="Arial" panose="020B0604020202020204" pitchFamily="34" charset="0"/>
              <a:cs typeface="Arial" panose="020B0604020202020204" pitchFamily="34" charset="0"/>
            </a:endParaRPr>
          </a:p>
          <a:p>
            <a:pPr algn="just"/>
            <a:r>
              <a:rPr lang="es-ES" sz="2000" dirty="0">
                <a:latin typeface="Arial" panose="020B0604020202020204" pitchFamily="34" charset="0"/>
                <a:cs typeface="Arial" panose="020B0604020202020204" pitchFamily="34" charset="0"/>
              </a:rPr>
              <a:t>3) El mecanizado de piezas de repuesto se utiliza para producir piezas que se necesitan para reparar o mejorar el funcionamiento de los vehículos.</a:t>
            </a:r>
          </a:p>
          <a:p>
            <a:pPr marL="0" indent="0">
              <a:buNone/>
            </a:pPr>
            <a:endParaRPr lang="es-ES" sz="1800" dirty="0">
              <a:effectLst/>
              <a:latin typeface="Times New Roman" panose="02020603050405020304" pitchFamily="18" charset="0"/>
            </a:endParaRPr>
          </a:p>
          <a:p>
            <a:pPr marL="0" indent="0">
              <a:buNone/>
            </a:pPr>
            <a:endParaRPr lang="es-E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2584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AA674-83F5-2E27-CB23-B41C9A3D1B6C}"/>
              </a:ext>
            </a:extLst>
          </p:cNvPr>
          <p:cNvSpPr>
            <a:spLocks noGrp="1"/>
          </p:cNvSpPr>
          <p:nvPr>
            <p:ph type="title"/>
          </p:nvPr>
        </p:nvSpPr>
        <p:spPr>
          <a:xfrm>
            <a:off x="506361" y="349134"/>
            <a:ext cx="8146026" cy="1094152"/>
          </a:xfrm>
        </p:spPr>
        <p:txBody>
          <a:bodyPr>
            <a:normAutofit fontScale="90000"/>
          </a:bodyPr>
          <a:lstStyle/>
          <a:p>
            <a:br>
              <a:rPr lang="es-CL" sz="3600" dirty="0">
                <a:latin typeface="Arial" panose="020B0604020202020204" pitchFamily="34" charset="0"/>
                <a:cs typeface="Arial" panose="020B0604020202020204" pitchFamily="34" charset="0"/>
              </a:rPr>
            </a:br>
            <a:r>
              <a:rPr lang="es-CL" sz="2700" b="1" dirty="0">
                <a:latin typeface="Arial" panose="020B0604020202020204" pitchFamily="34" charset="0"/>
                <a:cs typeface="Arial" panose="020B0604020202020204" pitchFamily="34" charset="0"/>
              </a:rPr>
              <a:t>¿Cómo facilitar la creación o reconstrucción de un repuesto descontinuado o desgastado?</a:t>
            </a:r>
            <a:br>
              <a:rPr lang="es-ES" sz="2700" b="1" dirty="0">
                <a:latin typeface="Arial" panose="020B0604020202020204" pitchFamily="34" charset="0"/>
                <a:cs typeface="Arial" panose="020B0604020202020204" pitchFamily="34" charset="0"/>
              </a:rPr>
            </a:br>
            <a:endParaRPr lang="es-ES" sz="2700" b="1" dirty="0"/>
          </a:p>
        </p:txBody>
      </p:sp>
      <p:sp>
        <p:nvSpPr>
          <p:cNvPr id="3" name="Marcador de contenido 2">
            <a:extLst>
              <a:ext uri="{FF2B5EF4-FFF2-40B4-BE49-F238E27FC236}">
                <a16:creationId xmlns:a16="http://schemas.microsoft.com/office/drawing/2014/main" id="{E4578A21-8DE3-607C-0964-B399B9531F72}"/>
              </a:ext>
            </a:extLst>
          </p:cNvPr>
          <p:cNvSpPr>
            <a:spLocks noGrp="1"/>
          </p:cNvSpPr>
          <p:nvPr>
            <p:ph idx="1"/>
          </p:nvPr>
        </p:nvSpPr>
        <p:spPr>
          <a:xfrm>
            <a:off x="540774" y="2067723"/>
            <a:ext cx="8077200" cy="4149879"/>
          </a:xfrm>
        </p:spPr>
        <p:txBody>
          <a:bodyPr>
            <a:normAutofit/>
          </a:bodyPr>
          <a:lstStyle/>
          <a:p>
            <a:pPr algn="just">
              <a:lnSpc>
                <a:spcPct val="107000"/>
              </a:lnSpc>
              <a:spcAft>
                <a:spcPts val="800"/>
              </a:spcAft>
            </a:pPr>
            <a:r>
              <a:rPr lang="es-US" sz="2200" b="1" kern="100" dirty="0">
                <a:effectLst/>
                <a:latin typeface="Arial" panose="020B0604020202020204" pitchFamily="34" charset="0"/>
                <a:ea typeface="Times New Roman" panose="02020603050405020304" pitchFamily="18" charset="0"/>
                <a:cs typeface="Arial" panose="020B0604020202020204" pitchFamily="34" charset="0"/>
              </a:rPr>
              <a:t>Para facilitar la creación de un repuesto desgastado:</a:t>
            </a:r>
            <a:endParaRPr lang="es-ES" sz="2200" b="1" kern="100" dirty="0">
              <a:effectLst/>
              <a:latin typeface="Arial" panose="020B0604020202020204" pitchFamily="34" charset="0"/>
              <a:ea typeface="Times New Roman" panose="02020603050405020304" pitchFamily="18" charset="0"/>
              <a:cs typeface="Arial" panose="020B0604020202020204" pitchFamily="34" charset="0"/>
            </a:endParaRPr>
          </a:p>
          <a:p>
            <a:pPr marL="457200" lvl="0" indent="-457200" algn="just">
              <a:lnSpc>
                <a:spcPct val="107000"/>
              </a:lnSpc>
              <a:spcAft>
                <a:spcPts val="800"/>
              </a:spcAft>
              <a:buFont typeface="+mj-lt"/>
              <a:buAutoNum type="arabicPeriod"/>
            </a:pPr>
            <a:r>
              <a:rPr lang="es-US" sz="2000" b="1" kern="100" dirty="0">
                <a:effectLst/>
                <a:latin typeface="Arial" panose="020B0604020202020204" pitchFamily="34" charset="0"/>
                <a:ea typeface="Times New Roman" panose="02020603050405020304" pitchFamily="18" charset="0"/>
                <a:cs typeface="Arial" panose="020B0604020202020204" pitchFamily="34" charset="0"/>
              </a:rPr>
              <a:t> Mediciones precisas:  </a:t>
            </a:r>
            <a:r>
              <a:rPr lang="es-US" sz="2000" kern="100" dirty="0">
                <a:effectLst/>
                <a:latin typeface="Arial" panose="020B0604020202020204" pitchFamily="34" charset="0"/>
                <a:ea typeface="Times New Roman" panose="02020603050405020304" pitchFamily="18" charset="0"/>
                <a:cs typeface="Arial" panose="020B0604020202020204" pitchFamily="34" charset="0"/>
              </a:rPr>
              <a:t>Toma medidas exactas del repuesto desgastado para garantizar que la nueva pieza se ajuste correctamente.</a:t>
            </a:r>
            <a:endParaRPr lang="es-ES" sz="2000" kern="100" dirty="0">
              <a:latin typeface="Arial" panose="020B0604020202020204" pitchFamily="34" charset="0"/>
              <a:ea typeface="Times New Roman" panose="02020603050405020304" pitchFamily="18" charset="0"/>
              <a:cs typeface="Arial" panose="020B0604020202020204" pitchFamily="34" charset="0"/>
            </a:endParaRPr>
          </a:p>
          <a:p>
            <a:pPr marL="457200" lvl="0" indent="-457200" algn="just">
              <a:lnSpc>
                <a:spcPct val="107000"/>
              </a:lnSpc>
              <a:spcAft>
                <a:spcPts val="800"/>
              </a:spcAft>
              <a:buFont typeface="+mj-lt"/>
              <a:buAutoNum type="arabicPeriod"/>
            </a:pPr>
            <a:r>
              <a:rPr lang="es-US" sz="2000" b="1" kern="100" dirty="0">
                <a:effectLst/>
                <a:latin typeface="Arial" panose="020B0604020202020204" pitchFamily="34" charset="0"/>
                <a:ea typeface="Times New Roman" panose="02020603050405020304" pitchFamily="18" charset="0"/>
                <a:cs typeface="Arial" panose="020B0604020202020204" pitchFamily="34" charset="0"/>
              </a:rPr>
              <a:t>Material adecuado:   </a:t>
            </a:r>
            <a:r>
              <a:rPr lang="es-US" sz="2000" kern="100" dirty="0">
                <a:effectLst/>
                <a:latin typeface="Arial" panose="020B0604020202020204" pitchFamily="34" charset="0"/>
                <a:ea typeface="Times New Roman" panose="02020603050405020304" pitchFamily="18" charset="0"/>
                <a:cs typeface="Arial" panose="020B0604020202020204" pitchFamily="34" charset="0"/>
              </a:rPr>
              <a:t>Selecciona un material compatible con las funciones y condiciones de trabajo del repuesto. Puedes buscar materiales mejorados o alternativos.</a:t>
            </a:r>
            <a:endParaRPr lang="es-ES" sz="2000" kern="100" dirty="0">
              <a:latin typeface="Arial" panose="020B0604020202020204" pitchFamily="34" charset="0"/>
              <a:ea typeface="Times New Roman" panose="02020603050405020304" pitchFamily="18" charset="0"/>
              <a:cs typeface="Arial" panose="020B0604020202020204" pitchFamily="34" charset="0"/>
            </a:endParaRPr>
          </a:p>
          <a:p>
            <a:pPr marL="457200" lvl="0" indent="-457200" algn="just">
              <a:lnSpc>
                <a:spcPct val="107000"/>
              </a:lnSpc>
              <a:buFont typeface="+mj-lt"/>
              <a:buAutoNum type="arabicPeriod"/>
            </a:pPr>
            <a:r>
              <a:rPr lang="es-US" sz="2000" b="1" kern="100" dirty="0">
                <a:effectLst/>
                <a:latin typeface="Arial" panose="020B0604020202020204" pitchFamily="34" charset="0"/>
                <a:ea typeface="Times New Roman" panose="02020603050405020304" pitchFamily="18" charset="0"/>
                <a:cs typeface="Arial" panose="020B0604020202020204" pitchFamily="34" charset="0"/>
              </a:rPr>
              <a:t> Diseño asistido por computadora (CAD</a:t>
            </a:r>
            <a:r>
              <a:rPr lang="es-US" sz="2000" kern="100" dirty="0">
                <a:effectLst/>
                <a:latin typeface="Arial" panose="020B0604020202020204" pitchFamily="34" charset="0"/>
                <a:ea typeface="Times New Roman" panose="02020603050405020304" pitchFamily="18" charset="0"/>
                <a:cs typeface="Arial" panose="020B0604020202020204" pitchFamily="34" charset="0"/>
              </a:rPr>
              <a:t>):   Utiliza software CAD para crear un diseño detallado del repuesto, basándote en las medidas y funciones requeridas.</a:t>
            </a:r>
          </a:p>
          <a:p>
            <a:pPr marL="0" lvl="0" indent="0" algn="just">
              <a:lnSpc>
                <a:spcPct val="107000"/>
              </a:lnSpc>
              <a:buNone/>
            </a:pPr>
            <a:endParaRPr lang="es-ES" sz="2200" kern="1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s-ES" dirty="0"/>
          </a:p>
        </p:txBody>
      </p:sp>
    </p:spTree>
    <p:extLst>
      <p:ext uri="{BB962C8B-B14F-4D97-AF65-F5344CB8AC3E}">
        <p14:creationId xmlns:p14="http://schemas.microsoft.com/office/powerpoint/2010/main" val="2514930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00C265-3E64-FEBC-807A-3ADF4D8C57BD}"/>
              </a:ext>
            </a:extLst>
          </p:cNvPr>
          <p:cNvSpPr>
            <a:spLocks noGrp="1"/>
          </p:cNvSpPr>
          <p:nvPr>
            <p:ph type="title"/>
          </p:nvPr>
        </p:nvSpPr>
        <p:spPr/>
        <p:txBody>
          <a:bodyPr>
            <a:normAutofit fontScale="90000"/>
          </a:bodyPr>
          <a:lstStyle/>
          <a:p>
            <a:br>
              <a:rPr lang="es-CL" sz="4400" dirty="0">
                <a:latin typeface="Arial" panose="020B0604020202020204" pitchFamily="34" charset="0"/>
                <a:cs typeface="Arial" panose="020B0604020202020204" pitchFamily="34" charset="0"/>
              </a:rPr>
            </a:br>
            <a:r>
              <a:rPr lang="es-CL" sz="2700" b="1" dirty="0">
                <a:latin typeface="Arial" panose="020B0604020202020204" pitchFamily="34" charset="0"/>
                <a:cs typeface="Arial" panose="020B0604020202020204" pitchFamily="34" charset="0"/>
              </a:rPr>
              <a:t>¿Cómo mejorar la accesibilidad hacia los repuestos?</a:t>
            </a:r>
            <a:br>
              <a:rPr lang="es-CL" sz="3100" b="1" dirty="0">
                <a:latin typeface="Arial" panose="020B0604020202020204" pitchFamily="34" charset="0"/>
                <a:cs typeface="Arial" panose="020B0604020202020204" pitchFamily="34" charset="0"/>
              </a:rPr>
            </a:br>
            <a:endParaRPr lang="es-ES" sz="3100" b="1" dirty="0"/>
          </a:p>
        </p:txBody>
      </p:sp>
      <p:sp>
        <p:nvSpPr>
          <p:cNvPr id="3" name="Marcador de contenido 2">
            <a:extLst>
              <a:ext uri="{FF2B5EF4-FFF2-40B4-BE49-F238E27FC236}">
                <a16:creationId xmlns:a16="http://schemas.microsoft.com/office/drawing/2014/main" id="{EDA75636-A3EF-B71B-BFFF-7BEC6CCD7C68}"/>
              </a:ext>
            </a:extLst>
          </p:cNvPr>
          <p:cNvSpPr>
            <a:spLocks noGrp="1"/>
          </p:cNvSpPr>
          <p:nvPr>
            <p:ph idx="1"/>
          </p:nvPr>
        </p:nvSpPr>
        <p:spPr>
          <a:xfrm>
            <a:off x="457200" y="1600200"/>
            <a:ext cx="8229600" cy="2049087"/>
          </a:xfrm>
        </p:spPr>
        <p:txBody>
          <a:bodyPr/>
          <a:lstStyle/>
          <a:p>
            <a:pPr algn="just"/>
            <a:r>
              <a:rPr lang="es-ES" sz="2000" dirty="0">
                <a:latin typeface="Arial" panose="020B0604020202020204" pitchFamily="34" charset="0"/>
                <a:cs typeface="Arial" panose="020B0604020202020204" pitchFamily="34" charset="0"/>
              </a:rPr>
              <a:t>La impresión 3D permite fabricar piezas que ya no están disponibles en el mercado. Esto es especialmente útil cuando se trata de repuestos antiguos o difíciles de encontrar. Con la impresión 3D, es posible recrear estas piezas y mantener en funcionamiento equipos o dispositivos que de otra manera serían difíciles de reparar.</a:t>
            </a:r>
          </a:p>
          <a:p>
            <a:pPr marL="0" indent="0" algn="just">
              <a:buNone/>
            </a:pPr>
            <a:endParaRPr lang="es-ES" sz="2000" dirty="0">
              <a:latin typeface="Arial" panose="020B0604020202020204" pitchFamily="34" charset="0"/>
              <a:cs typeface="Arial" panose="020B0604020202020204" pitchFamily="34" charset="0"/>
            </a:endParaRPr>
          </a:p>
          <a:p>
            <a:pPr marL="0" indent="0">
              <a:buNone/>
            </a:pPr>
            <a:endParaRPr lang="es-ES" dirty="0"/>
          </a:p>
        </p:txBody>
      </p:sp>
    </p:spTree>
    <p:extLst>
      <p:ext uri="{BB962C8B-B14F-4D97-AF65-F5344CB8AC3E}">
        <p14:creationId xmlns:p14="http://schemas.microsoft.com/office/powerpoint/2010/main" val="3700055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2A4636-A98D-455C-A1A7-D7A185CD2420}"/>
              </a:ext>
            </a:extLst>
          </p:cNvPr>
          <p:cNvSpPr>
            <a:spLocks noGrp="1"/>
          </p:cNvSpPr>
          <p:nvPr>
            <p:ph type="title"/>
          </p:nvPr>
        </p:nvSpPr>
        <p:spPr>
          <a:xfrm>
            <a:off x="555523" y="294968"/>
            <a:ext cx="7499510" cy="1199535"/>
          </a:xfrm>
        </p:spPr>
        <p:txBody>
          <a:bodyPr>
            <a:normAutofit fontScale="90000"/>
          </a:bodyPr>
          <a:lstStyle/>
          <a:p>
            <a:br>
              <a:rPr lang="es-CL" sz="3100" dirty="0">
                <a:latin typeface="Arial" panose="020B0604020202020204" pitchFamily="34" charset="0"/>
                <a:cs typeface="Arial" panose="020B0604020202020204" pitchFamily="34" charset="0"/>
              </a:rPr>
            </a:br>
            <a:r>
              <a:rPr lang="es-CL" sz="2700" b="1" dirty="0">
                <a:latin typeface="Arial" panose="020B0604020202020204" pitchFamily="34" charset="0"/>
                <a:cs typeface="Arial" panose="020B0604020202020204" pitchFamily="34" charset="0"/>
              </a:rPr>
              <a:t>¿Cómo ser más precisos en la fabricación</a:t>
            </a:r>
            <a:br>
              <a:rPr lang="es-CL" sz="2700" b="1" dirty="0">
                <a:latin typeface="Arial" panose="020B0604020202020204" pitchFamily="34" charset="0"/>
                <a:cs typeface="Arial" panose="020B0604020202020204" pitchFamily="34" charset="0"/>
              </a:rPr>
            </a:br>
            <a:r>
              <a:rPr lang="es-CL" sz="2700" b="1" dirty="0">
                <a:latin typeface="Arial" panose="020B0604020202020204" pitchFamily="34" charset="0"/>
                <a:cs typeface="Arial" panose="020B0604020202020204" pitchFamily="34" charset="0"/>
              </a:rPr>
              <a:t> de un repuesto?</a:t>
            </a:r>
            <a:br>
              <a:rPr lang="es-CL" sz="3100" b="1" dirty="0">
                <a:latin typeface="Arial" panose="020B0604020202020204" pitchFamily="34" charset="0"/>
                <a:cs typeface="Arial" panose="020B0604020202020204" pitchFamily="34" charset="0"/>
              </a:rPr>
            </a:br>
            <a:endParaRPr lang="es-ES" sz="3100"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AFF66BDF-C52D-8533-B491-5070D7EFCF4B}"/>
              </a:ext>
            </a:extLst>
          </p:cNvPr>
          <p:cNvSpPr>
            <a:spLocks noGrp="1"/>
          </p:cNvSpPr>
          <p:nvPr>
            <p:ph idx="1"/>
          </p:nvPr>
        </p:nvSpPr>
        <p:spPr/>
        <p:txBody>
          <a:bodyPr/>
          <a:lstStyle/>
          <a:p>
            <a:pPr algn="just">
              <a:lnSpc>
                <a:spcPct val="107000"/>
              </a:lnSpc>
              <a:spcAft>
                <a:spcPts val="800"/>
              </a:spcAft>
            </a:pPr>
            <a:r>
              <a:rPr lang="es-CL" sz="2000" dirty="0">
                <a:effectLst/>
                <a:latin typeface="Arial" panose="020B0604020202020204" pitchFamily="34" charset="0"/>
                <a:ea typeface="Times New Roman" panose="02020603050405020304" pitchFamily="18" charset="0"/>
                <a:cs typeface="Arial" panose="020B0604020202020204" pitchFamily="34" charset="0"/>
              </a:rPr>
              <a:t>Hay distintas herramientas tecnológicas qué nos ayudan en este proceso, siendo de gran </a:t>
            </a:r>
            <a:r>
              <a:rPr lang="es-US" sz="2000" dirty="0">
                <a:effectLst/>
                <a:latin typeface="Arial" panose="020B0604020202020204" pitchFamily="34" charset="0"/>
                <a:ea typeface="Times New Roman" panose="02020603050405020304" pitchFamily="18" charset="0"/>
                <a:cs typeface="Arial" panose="020B0604020202020204" pitchFamily="34" charset="0"/>
              </a:rPr>
              <a:t>precisión  </a:t>
            </a:r>
            <a:r>
              <a:rPr lang="es-CL" sz="2000" dirty="0">
                <a:effectLst/>
                <a:latin typeface="Arial" panose="020B0604020202020204" pitchFamily="34" charset="0"/>
                <a:ea typeface="Times New Roman" panose="02020603050405020304" pitchFamily="18" charset="0"/>
                <a:cs typeface="Arial" panose="020B0604020202020204" pitchFamily="34" charset="0"/>
              </a:rPr>
              <a:t> y fácil disponibilidad, además son herramientas que día </a:t>
            </a:r>
            <a:r>
              <a:rPr lang="es-US" sz="2000" dirty="0">
                <a:latin typeface="Arial" panose="020B0604020202020204" pitchFamily="34" charset="0"/>
                <a:ea typeface="Times New Roman" panose="02020603050405020304" pitchFamily="18" charset="0"/>
                <a:cs typeface="Arial" panose="020B0604020202020204" pitchFamily="34" charset="0"/>
              </a:rPr>
              <a:t>a</a:t>
            </a:r>
            <a:r>
              <a:rPr lang="es-CL" sz="2000" dirty="0">
                <a:effectLst/>
                <a:latin typeface="Arial" panose="020B0604020202020204" pitchFamily="34" charset="0"/>
                <a:ea typeface="Times New Roman" panose="02020603050405020304" pitchFamily="18" charset="0"/>
                <a:cs typeface="Arial" panose="020B0604020202020204" pitchFamily="34" charset="0"/>
              </a:rPr>
              <a:t> día las utilizan los mecánicos para medir tolerancias en los componentes del motor, Existen diferentes unidades de medida, dependiendo de lo que pretendas medir, ya sea peso, volumen, dimensión, etc. Es posible realizar la medición de forma directa o indirecta; reproducibles.</a:t>
            </a:r>
          </a:p>
          <a:p>
            <a:pPr marL="0" indent="0" algn="just">
              <a:lnSpc>
                <a:spcPct val="107000"/>
              </a:lnSpc>
              <a:spcAft>
                <a:spcPts val="800"/>
              </a:spcAft>
              <a:buNone/>
            </a:pPr>
            <a:r>
              <a:rPr lang="es-CL" sz="1800" dirty="0">
                <a:latin typeface="Arial" panose="020B0604020202020204" pitchFamily="34" charset="0"/>
                <a:ea typeface="Times New Roman" panose="02020603050405020304" pitchFamily="18" charset="0"/>
                <a:cs typeface="Arial" panose="020B0604020202020204" pitchFamily="34" charset="0"/>
              </a:rPr>
              <a:t>             </a:t>
            </a:r>
            <a:endParaRPr lang="es-ES" sz="1800" dirty="0">
              <a:effectLst/>
              <a:latin typeface="Arial" panose="020B0604020202020204" pitchFamily="34" charset="0"/>
              <a:ea typeface="Times New Roman" panose="02020603050405020304" pitchFamily="18" charset="0"/>
              <a:cs typeface="Arial" panose="020B0604020202020204" pitchFamily="34" charset="0"/>
            </a:endParaRPr>
          </a:p>
          <a:p>
            <a:pPr marL="0" indent="0">
              <a:buNone/>
            </a:pPr>
            <a:endParaRPr lang="es-ES" dirty="0"/>
          </a:p>
        </p:txBody>
      </p:sp>
    </p:spTree>
    <p:extLst>
      <p:ext uri="{BB962C8B-B14F-4D97-AF65-F5344CB8AC3E}">
        <p14:creationId xmlns:p14="http://schemas.microsoft.com/office/powerpoint/2010/main" val="1206097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2B547C-A269-4A46-FFDE-B3A7C824BFC3}"/>
              </a:ext>
            </a:extLst>
          </p:cNvPr>
          <p:cNvSpPr>
            <a:spLocks noGrp="1"/>
          </p:cNvSpPr>
          <p:nvPr>
            <p:ph type="title"/>
          </p:nvPr>
        </p:nvSpPr>
        <p:spPr/>
        <p:txBody>
          <a:bodyPr>
            <a:normAutofit/>
          </a:bodyPr>
          <a:lstStyle/>
          <a:p>
            <a:r>
              <a:rPr lang="es-ES" sz="4000" b="1" dirty="0">
                <a:latin typeface="Arial" panose="020B0604020202020204" pitchFamily="34" charset="0"/>
                <a:cs typeface="Arial" panose="020B0604020202020204" pitchFamily="34" charset="0"/>
              </a:rPr>
              <a:t>Árbol de solución </a:t>
            </a:r>
          </a:p>
        </p:txBody>
      </p:sp>
      <p:sp>
        <p:nvSpPr>
          <p:cNvPr id="7" name="Marcador de contenido 6">
            <a:extLst>
              <a:ext uri="{FF2B5EF4-FFF2-40B4-BE49-F238E27FC236}">
                <a16:creationId xmlns:a16="http://schemas.microsoft.com/office/drawing/2014/main" id="{7BA8BE70-ADEC-DDBE-7020-FA5A009598D2}"/>
              </a:ext>
            </a:extLst>
          </p:cNvPr>
          <p:cNvSpPr>
            <a:spLocks noGrp="1"/>
          </p:cNvSpPr>
          <p:nvPr>
            <p:ph idx="1"/>
          </p:nvPr>
        </p:nvSpPr>
        <p:spPr/>
        <p:txBody>
          <a:bodyPr/>
          <a:lstStyle/>
          <a:p>
            <a:endParaRPr lang="es-ES" dirty="0"/>
          </a:p>
          <a:p>
            <a:pPr marL="0" indent="0">
              <a:buNone/>
            </a:pPr>
            <a:endParaRPr lang="es-ES" dirty="0"/>
          </a:p>
        </p:txBody>
      </p:sp>
      <p:pic>
        <p:nvPicPr>
          <p:cNvPr id="12" name="Imagen 11" descr="Diagrama&#10;&#10;Descripción generada automáticamente">
            <a:extLst>
              <a:ext uri="{FF2B5EF4-FFF2-40B4-BE49-F238E27FC236}">
                <a16:creationId xmlns:a16="http://schemas.microsoft.com/office/drawing/2014/main" id="{45005B0B-9A5B-4B4F-BDBE-CF770A99E2A1}"/>
              </a:ext>
            </a:extLst>
          </p:cNvPr>
          <p:cNvPicPr>
            <a:picLocks noChangeAspect="1"/>
          </p:cNvPicPr>
          <p:nvPr/>
        </p:nvPicPr>
        <p:blipFill>
          <a:blip r:embed="rId2"/>
          <a:stretch>
            <a:fillRect/>
          </a:stretch>
        </p:blipFill>
        <p:spPr>
          <a:xfrm>
            <a:off x="685800" y="1417638"/>
            <a:ext cx="7772400" cy="4708525"/>
          </a:xfrm>
          <a:prstGeom prst="rect">
            <a:avLst/>
          </a:prstGeom>
        </p:spPr>
      </p:pic>
    </p:spTree>
    <p:extLst>
      <p:ext uri="{BB962C8B-B14F-4D97-AF65-F5344CB8AC3E}">
        <p14:creationId xmlns:p14="http://schemas.microsoft.com/office/powerpoint/2010/main" val="3057836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7FCA73-6F0B-252F-73E0-3583EBB9FF38}"/>
              </a:ext>
            </a:extLst>
          </p:cNvPr>
          <p:cNvSpPr>
            <a:spLocks noGrp="1"/>
          </p:cNvSpPr>
          <p:nvPr>
            <p:ph type="title"/>
          </p:nvPr>
        </p:nvSpPr>
        <p:spPr>
          <a:xfrm>
            <a:off x="457200" y="633514"/>
            <a:ext cx="8229600" cy="685801"/>
          </a:xfrm>
        </p:spPr>
        <p:txBody>
          <a:bodyPr>
            <a:normAutofit/>
          </a:bodyPr>
          <a:lstStyle/>
          <a:p>
            <a:r>
              <a:rPr lang="es-ES" sz="3200" dirty="0">
                <a:latin typeface="Arial" panose="020B0604020202020204" pitchFamily="34" charset="0"/>
                <a:cs typeface="Arial" panose="020B0604020202020204" pitchFamily="34" charset="0"/>
              </a:rPr>
              <a:t>Bitácora</a:t>
            </a:r>
            <a:r>
              <a:rPr lang="es-ES" sz="3200" b="1" dirty="0">
                <a:latin typeface="Arial" panose="020B0604020202020204" pitchFamily="34" charset="0"/>
                <a:cs typeface="Arial" panose="020B0604020202020204" pitchFamily="34" charset="0"/>
              </a:rPr>
              <a:t>:</a:t>
            </a:r>
          </a:p>
        </p:txBody>
      </p:sp>
      <p:graphicFrame>
        <p:nvGraphicFramePr>
          <p:cNvPr id="10" name="Marcador de contenido 9">
            <a:extLst>
              <a:ext uri="{FF2B5EF4-FFF2-40B4-BE49-F238E27FC236}">
                <a16:creationId xmlns:a16="http://schemas.microsoft.com/office/drawing/2014/main" id="{72C25480-277E-49B8-1B50-08C806D98857}"/>
              </a:ext>
            </a:extLst>
          </p:cNvPr>
          <p:cNvGraphicFramePr>
            <a:graphicFrameLocks noGrp="1"/>
          </p:cNvGraphicFramePr>
          <p:nvPr>
            <p:ph idx="1"/>
            <p:extLst>
              <p:ext uri="{D42A27DB-BD31-4B8C-83A1-F6EECF244321}">
                <p14:modId xmlns:p14="http://schemas.microsoft.com/office/powerpoint/2010/main" val="2827956059"/>
              </p:ext>
            </p:extLst>
          </p:nvPr>
        </p:nvGraphicFramePr>
        <p:xfrm>
          <a:off x="1671483" y="1671486"/>
          <a:ext cx="6420464" cy="4178706"/>
        </p:xfrm>
        <a:graphic>
          <a:graphicData uri="http://schemas.openxmlformats.org/drawingml/2006/table">
            <a:tbl>
              <a:tblPr firstRow="1" firstCol="1" bandRow="1"/>
              <a:tblGrid>
                <a:gridCol w="1233474">
                  <a:extLst>
                    <a:ext uri="{9D8B030D-6E8A-4147-A177-3AD203B41FA5}">
                      <a16:colId xmlns:a16="http://schemas.microsoft.com/office/drawing/2014/main" val="1014555071"/>
                    </a:ext>
                  </a:extLst>
                </a:gridCol>
                <a:gridCol w="3046593">
                  <a:extLst>
                    <a:ext uri="{9D8B030D-6E8A-4147-A177-3AD203B41FA5}">
                      <a16:colId xmlns:a16="http://schemas.microsoft.com/office/drawing/2014/main" val="1881782881"/>
                    </a:ext>
                  </a:extLst>
                </a:gridCol>
                <a:gridCol w="2140397">
                  <a:extLst>
                    <a:ext uri="{9D8B030D-6E8A-4147-A177-3AD203B41FA5}">
                      <a16:colId xmlns:a16="http://schemas.microsoft.com/office/drawing/2014/main" val="1037050945"/>
                    </a:ext>
                  </a:extLst>
                </a:gridCol>
              </a:tblGrid>
              <a:tr h="834434">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Fechas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Tareas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Responsable(s)</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2388316224"/>
                  </a:ext>
                </a:extLst>
              </a:tr>
              <a:tr h="327370">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15/11/2023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del grupo de trabajo</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Jeison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455939963"/>
                  </a:ext>
                </a:extLst>
              </a:tr>
              <a:tr h="678264">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15/11/2023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Investigar posibles problemas en el área mecánica</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786419173"/>
                  </a:ext>
                </a:extLst>
              </a:tr>
              <a:tr h="678264">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21/11/2023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Perfeccionar ideas y proyecto, creación de Power Point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Juan</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523150414"/>
                  </a:ext>
                </a:extLst>
              </a:tr>
              <a:tr h="327370">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22/11/2023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 preguntas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Francisco y Jaime</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154923533"/>
                  </a:ext>
                </a:extLst>
              </a:tr>
              <a:tr h="327370">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28/11/2023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Creación de organigramas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3451488824"/>
                  </a:ext>
                </a:extLst>
              </a:tr>
              <a:tr h="678264">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29/11/2023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Buscar posibles soluciones a esos problemas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311892954"/>
                  </a:ext>
                </a:extLst>
              </a:tr>
              <a:tr h="327370">
                <a:tc>
                  <a:txBody>
                    <a:bodyPr/>
                    <a:lstStyle/>
                    <a:p>
                      <a:pPr>
                        <a:lnSpc>
                          <a:spcPct val="107000"/>
                        </a:lnSpc>
                        <a:spcAft>
                          <a:spcPts val="800"/>
                        </a:spcAft>
                      </a:pPr>
                      <a:r>
                        <a:rPr lang="es-ES" sz="1400" b="1" kern="100" dirty="0">
                          <a:solidFill>
                            <a:srgbClr val="FFFFFF"/>
                          </a:solidFill>
                          <a:effectLst/>
                          <a:latin typeface="Times New Roman" panose="02020603050405020304" pitchFamily="18" charset="0"/>
                          <a:ea typeface="Calibri" panose="020F0502020204030204" pitchFamily="34" charset="0"/>
                          <a:cs typeface="Arial" panose="020B0604020202020204" pitchFamily="34" charset="0"/>
                        </a:rPr>
                        <a:t>05/12/2023</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Uso de los conceptos matemáticos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nSpc>
                          <a:spcPct val="107000"/>
                        </a:lnSpc>
                        <a:spcAft>
                          <a:spcPts val="800"/>
                        </a:spcAft>
                      </a:pPr>
                      <a:r>
                        <a:rPr lang="es-ES" sz="1400" kern="1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Todos </a:t>
                      </a:r>
                      <a:endParaRPr lang="es-ES" sz="1200" kern="1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844180786"/>
                  </a:ext>
                </a:extLst>
              </a:tr>
            </a:tbl>
          </a:graphicData>
        </a:graphic>
      </p:graphicFrame>
      <p:sp>
        <p:nvSpPr>
          <p:cNvPr id="11" name="Rectangle 1">
            <a:extLst>
              <a:ext uri="{FF2B5EF4-FFF2-40B4-BE49-F238E27FC236}">
                <a16:creationId xmlns:a16="http://schemas.microsoft.com/office/drawing/2014/main" id="{C1A27341-51EB-736A-9971-C46572CA1FFE}"/>
              </a:ext>
            </a:extLst>
          </p:cNvPr>
          <p:cNvSpPr>
            <a:spLocks noChangeArrowheads="1"/>
          </p:cNvSpPr>
          <p:nvPr/>
        </p:nvSpPr>
        <p:spPr bwMode="auto">
          <a:xfrm>
            <a:off x="-159245" y="-139993"/>
            <a:ext cx="9303245" cy="597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ES" dirty="0"/>
          </a:p>
        </p:txBody>
      </p:sp>
    </p:spTree>
    <p:extLst>
      <p:ext uri="{BB962C8B-B14F-4D97-AF65-F5344CB8AC3E}">
        <p14:creationId xmlns:p14="http://schemas.microsoft.com/office/powerpoint/2010/main" val="37058648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03D236-5DE1-D5CF-D8E0-31DB2166183E}"/>
              </a:ext>
            </a:extLst>
          </p:cNvPr>
          <p:cNvSpPr>
            <a:spLocks noGrp="1"/>
          </p:cNvSpPr>
          <p:nvPr>
            <p:ph type="title"/>
          </p:nvPr>
        </p:nvSpPr>
        <p:spPr/>
        <p:txBody>
          <a:bodyPr>
            <a:normAutofit/>
          </a:bodyPr>
          <a:lstStyle/>
          <a:p>
            <a:r>
              <a:rPr lang="es-ES" sz="2400" b="1" dirty="0">
                <a:latin typeface="Arial" panose="020B0604020202020204" pitchFamily="34" charset="0"/>
                <a:cs typeface="Arial" panose="020B0604020202020204" pitchFamily="34" charset="0"/>
              </a:rPr>
              <a:t>Herramientas tecnológicas a utilizar:</a:t>
            </a:r>
          </a:p>
        </p:txBody>
      </p:sp>
      <p:sp>
        <p:nvSpPr>
          <p:cNvPr id="3" name="Marcador de contenido 2">
            <a:extLst>
              <a:ext uri="{FF2B5EF4-FFF2-40B4-BE49-F238E27FC236}">
                <a16:creationId xmlns:a16="http://schemas.microsoft.com/office/drawing/2014/main" id="{CB673AAD-B2A9-8F57-F6D2-FEB5EDF30DB6}"/>
              </a:ext>
            </a:extLst>
          </p:cNvPr>
          <p:cNvSpPr>
            <a:spLocks noGrp="1"/>
          </p:cNvSpPr>
          <p:nvPr>
            <p:ph idx="1"/>
          </p:nvPr>
        </p:nvSpPr>
        <p:spPr/>
        <p:txBody>
          <a:bodyPr>
            <a:normAutofit/>
          </a:bodyPr>
          <a:lstStyle/>
          <a:p>
            <a:r>
              <a:rPr lang="es-ES" sz="2000" b="1" dirty="0">
                <a:latin typeface="Arial" panose="020B0604020202020204" pitchFamily="34" charset="0"/>
                <a:cs typeface="Arial" panose="020B0604020202020204" pitchFamily="34" charset="0"/>
              </a:rPr>
              <a:t>Software de Diseño 3D: </a:t>
            </a:r>
            <a:r>
              <a:rPr lang="es-ES" sz="2000" dirty="0">
                <a:latin typeface="Arial" panose="020B0604020202020204" pitchFamily="34" charset="0"/>
                <a:cs typeface="Arial" panose="020B0604020202020204" pitchFamily="34" charset="0"/>
              </a:rPr>
              <a:t>AutoCAD, SolidWorks, Fusión 360.</a:t>
            </a:r>
          </a:p>
          <a:p>
            <a:r>
              <a:rPr lang="es-ES" sz="2000" b="1" dirty="0">
                <a:latin typeface="Arial" panose="020B0604020202020204" pitchFamily="34" charset="0"/>
                <a:cs typeface="Arial" panose="020B0604020202020204" pitchFamily="34" charset="0"/>
              </a:rPr>
              <a:t>Impresoras 3D Avanzadas: </a:t>
            </a:r>
            <a:r>
              <a:rPr lang="es-ES" sz="2000" dirty="0">
                <a:latin typeface="Arial" panose="020B0604020202020204" pitchFamily="34" charset="0"/>
                <a:cs typeface="Arial" panose="020B0604020202020204" pitchFamily="34" charset="0"/>
              </a:rPr>
              <a:t>Stratasys, Formlabs, Ultimaker.</a:t>
            </a:r>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61" y="2478338"/>
            <a:ext cx="2626822" cy="3647825"/>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4022" y="3778897"/>
            <a:ext cx="1945178" cy="2078725"/>
          </a:xfrm>
          <a:prstGeom prst="rect">
            <a:avLst/>
          </a:prstGeom>
        </p:spPr>
      </p:pic>
      <p:pic>
        <p:nvPicPr>
          <p:cNvPr id="4" name="Imagen 3">
            <a:extLst>
              <a:ext uri="{FF2B5EF4-FFF2-40B4-BE49-F238E27FC236}">
                <a16:creationId xmlns:a16="http://schemas.microsoft.com/office/drawing/2014/main" id="{444207C8-231F-EF27-8869-EEE93173AB4E}"/>
              </a:ext>
            </a:extLst>
          </p:cNvPr>
          <p:cNvPicPr>
            <a:picLocks noChangeAspect="1"/>
          </p:cNvPicPr>
          <p:nvPr/>
        </p:nvPicPr>
        <p:blipFill>
          <a:blip r:embed="rId4"/>
          <a:stretch>
            <a:fillRect/>
          </a:stretch>
        </p:blipFill>
        <p:spPr>
          <a:xfrm rot="10800000" flipV="1">
            <a:off x="5358095" y="2584170"/>
            <a:ext cx="3328704" cy="3273451"/>
          </a:xfrm>
          <a:prstGeom prst="rect">
            <a:avLst/>
          </a:prstGeom>
        </p:spPr>
      </p:pic>
    </p:spTree>
    <p:extLst>
      <p:ext uri="{BB962C8B-B14F-4D97-AF65-F5344CB8AC3E}">
        <p14:creationId xmlns:p14="http://schemas.microsoft.com/office/powerpoint/2010/main" val="142857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17A802-0FEF-0536-E531-AD858B550EAF}"/>
              </a:ext>
            </a:extLst>
          </p:cNvPr>
          <p:cNvSpPr>
            <a:spLocks noGrp="1"/>
          </p:cNvSpPr>
          <p:nvPr>
            <p:ph type="title"/>
          </p:nvPr>
        </p:nvSpPr>
        <p:spPr/>
        <p:txBody>
          <a:bodyPr>
            <a:normAutofit/>
          </a:bodyPr>
          <a:lstStyle/>
          <a:p>
            <a:r>
              <a:rPr lang="es-ES" sz="2400" b="1" dirty="0">
                <a:latin typeface="Arial" panose="020B0604020202020204" pitchFamily="34" charset="0"/>
                <a:cs typeface="Arial" panose="020B0604020202020204" pitchFamily="34" charset="0"/>
              </a:rPr>
              <a:t>Uso de las herramientas tecnológicas dentro del proyecto</a:t>
            </a:r>
          </a:p>
        </p:txBody>
      </p:sp>
      <p:sp>
        <p:nvSpPr>
          <p:cNvPr id="3" name="Marcador de contenido 2">
            <a:extLst>
              <a:ext uri="{FF2B5EF4-FFF2-40B4-BE49-F238E27FC236}">
                <a16:creationId xmlns:a16="http://schemas.microsoft.com/office/drawing/2014/main" id="{B8BBEC7F-EC1F-9FA3-BF7D-D5FC06E154C4}"/>
              </a:ext>
            </a:extLst>
          </p:cNvPr>
          <p:cNvSpPr>
            <a:spLocks noGrp="1"/>
          </p:cNvSpPr>
          <p:nvPr>
            <p:ph idx="1"/>
          </p:nvPr>
        </p:nvSpPr>
        <p:spPr>
          <a:xfrm>
            <a:off x="556953" y="2258984"/>
            <a:ext cx="8229600" cy="2431473"/>
          </a:xfrm>
        </p:spPr>
        <p:txBody>
          <a:bodyPr>
            <a:normAutofit/>
          </a:bodyPr>
          <a:lstStyle/>
          <a:p>
            <a:r>
              <a:rPr lang="es-ES" sz="2000" dirty="0">
                <a:latin typeface="Arial" panose="020B0604020202020204" pitchFamily="34" charset="0"/>
                <a:cs typeface="Arial" panose="020B0604020202020204" pitchFamily="34" charset="0"/>
              </a:rPr>
              <a:t>AutoCAD, SolidWorks, Fusión 360 son Herramientas de diseño asistido por computadora (CAD) que permiten la creación de modelos 3D precisos de las piezas que se van a imprimir.</a:t>
            </a:r>
          </a:p>
          <a:p>
            <a:pPr marL="0" indent="0">
              <a:buNone/>
            </a:pPr>
            <a:endParaRPr lang="es-ES" sz="2000" dirty="0">
              <a:latin typeface="Arial" panose="020B0604020202020204" pitchFamily="34" charset="0"/>
              <a:cs typeface="Arial" panose="020B0604020202020204" pitchFamily="34" charset="0"/>
            </a:endParaRPr>
          </a:p>
          <a:p>
            <a:r>
              <a:rPr lang="es-ES" sz="2000" dirty="0">
                <a:latin typeface="Arial" panose="020B0604020202020204" pitchFamily="34" charset="0"/>
                <a:cs typeface="Arial" panose="020B0604020202020204" pitchFamily="34" charset="0"/>
              </a:rPr>
              <a:t>Stratasys, Formlabs, Ultimaker son Fabricantes de impresoras 3D avanzadas específicas para aplicaciones industriales, que ofrecen alta precisión y una variedad de materiales.</a:t>
            </a:r>
          </a:p>
          <a:p>
            <a:endParaRPr lang="es-ES" dirty="0"/>
          </a:p>
          <a:p>
            <a:endParaRPr lang="es-ES" dirty="0"/>
          </a:p>
        </p:txBody>
      </p:sp>
    </p:spTree>
    <p:extLst>
      <p:ext uri="{BB962C8B-B14F-4D97-AF65-F5344CB8AC3E}">
        <p14:creationId xmlns:p14="http://schemas.microsoft.com/office/powerpoint/2010/main" val="1983948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301288-F804-A90E-1866-BE5522A5FF78}"/>
              </a:ext>
            </a:extLst>
          </p:cNvPr>
          <p:cNvSpPr>
            <a:spLocks noGrp="1"/>
          </p:cNvSpPr>
          <p:nvPr>
            <p:ph type="title"/>
          </p:nvPr>
        </p:nvSpPr>
        <p:spPr>
          <a:xfrm>
            <a:off x="1255222" y="274638"/>
            <a:ext cx="6342611" cy="1143000"/>
          </a:xfrm>
        </p:spPr>
        <p:txBody>
          <a:bodyPr>
            <a:normAutofit/>
          </a:bodyPr>
          <a:lstStyle/>
          <a:p>
            <a:r>
              <a:rPr lang="es-ES" sz="2400" b="1" dirty="0">
                <a:latin typeface="Arial" panose="020B0604020202020204" pitchFamily="34" charset="0"/>
                <a:cs typeface="Arial" panose="020B0604020202020204" pitchFamily="34" charset="0"/>
              </a:rPr>
              <a:t>Uso de las matemáticas en el proyecto</a:t>
            </a:r>
          </a:p>
        </p:txBody>
      </p:sp>
      <p:sp>
        <p:nvSpPr>
          <p:cNvPr id="3" name="Marcador de contenido 2">
            <a:extLst>
              <a:ext uri="{FF2B5EF4-FFF2-40B4-BE49-F238E27FC236}">
                <a16:creationId xmlns:a16="http://schemas.microsoft.com/office/drawing/2014/main" id="{D01AAC19-E76C-6D54-18BC-2A5745BD4D27}"/>
              </a:ext>
            </a:extLst>
          </p:cNvPr>
          <p:cNvSpPr>
            <a:spLocks noGrp="1"/>
          </p:cNvSpPr>
          <p:nvPr>
            <p:ph idx="1"/>
          </p:nvPr>
        </p:nvSpPr>
        <p:spPr/>
        <p:txBody>
          <a:bodyPr>
            <a:normAutofit fontScale="77500" lnSpcReduction="20000"/>
          </a:bodyPr>
          <a:lstStyle/>
          <a:p>
            <a:r>
              <a:rPr lang="es-ES" b="1" dirty="0"/>
              <a:t>Geometría 3D: </a:t>
            </a:r>
            <a:r>
              <a:rPr lang="es-ES" sz="2600" dirty="0">
                <a:latin typeface="Arial" panose="020B0604020202020204" pitchFamily="34" charset="0"/>
                <a:cs typeface="Arial" panose="020B0604020202020204" pitchFamily="34" charset="0"/>
              </a:rPr>
              <a:t>La geometría 3D se aplica en la impresión de piezas automotrices para diseñar y fabricar componentes complejos con precisión. Permite modelar formas tridimensionales detalladas, optimizar la geometría para mejorar la eficiencia y la resistencia, así como facilitar la producción de prototipos y piezas personalizadas mediante tecnologías como la impresión 3D. Esto contribuye a la innovación en el diseño de vehículos y a la fabricación de piezas más eficientes y personalizadas en la industria automotriz.</a:t>
            </a:r>
          </a:p>
          <a:p>
            <a:endParaRPr lang="es-ES" b="1" dirty="0"/>
          </a:p>
          <a:p>
            <a:r>
              <a:rPr lang="es-ES" b="1" dirty="0"/>
              <a:t>Análisis de tolerancias</a:t>
            </a:r>
            <a:r>
              <a:rPr lang="es-ES" sz="2600" b="1" dirty="0">
                <a:latin typeface="Arial" panose="020B0604020202020204" pitchFamily="34" charset="0"/>
                <a:cs typeface="Arial" panose="020B0604020202020204" pitchFamily="34" charset="0"/>
              </a:rPr>
              <a:t>: </a:t>
            </a:r>
            <a:r>
              <a:rPr lang="es-ES" sz="2600" dirty="0">
                <a:latin typeface="Arial" panose="020B0604020202020204" pitchFamily="34" charset="0"/>
                <a:cs typeface="Arial" panose="020B0604020202020204" pitchFamily="34" charset="0"/>
              </a:rPr>
              <a:t>El análisis de tolerancias en la impresión 3D de piezas automotrices es fundamental para asegurar la calidad, la precisión y la funcionalidad de las piezas, así como para facilitar su integración en el conjunto final del vehículo.</a:t>
            </a:r>
          </a:p>
        </p:txBody>
      </p:sp>
    </p:spTree>
    <p:extLst>
      <p:ext uri="{BB962C8B-B14F-4D97-AF65-F5344CB8AC3E}">
        <p14:creationId xmlns:p14="http://schemas.microsoft.com/office/powerpoint/2010/main" val="844121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30F14-CC6E-9B3C-8B35-A8A006D9406B}"/>
              </a:ext>
            </a:extLst>
          </p:cNvPr>
          <p:cNvSpPr>
            <a:spLocks noGrp="1"/>
          </p:cNvSpPr>
          <p:nvPr>
            <p:ph type="title"/>
          </p:nvPr>
        </p:nvSpPr>
        <p:spPr>
          <a:ln>
            <a:solidFill>
              <a:schemeClr val="tx1"/>
            </a:solidFill>
          </a:ln>
        </p:spPr>
        <p:txBody>
          <a:bodyPr>
            <a:normAutofit/>
          </a:bodyPr>
          <a:lstStyle/>
          <a:p>
            <a:r>
              <a:rPr lang="es-ES" sz="3600" b="1" dirty="0"/>
              <a:t>Herramientas:</a:t>
            </a:r>
          </a:p>
        </p:txBody>
      </p:sp>
      <p:pic>
        <p:nvPicPr>
          <p:cNvPr id="4" name="Marcador de contenido 3">
            <a:extLst>
              <a:ext uri="{FF2B5EF4-FFF2-40B4-BE49-F238E27FC236}">
                <a16:creationId xmlns:a16="http://schemas.microsoft.com/office/drawing/2014/main" id="{10693970-BEB5-1457-5ECE-E7D449F1DFCD}"/>
              </a:ext>
            </a:extLst>
          </p:cNvPr>
          <p:cNvPicPr>
            <a:picLocks noGrp="1" noChangeAspect="1"/>
          </p:cNvPicPr>
          <p:nvPr>
            <p:ph idx="1"/>
          </p:nvPr>
        </p:nvPicPr>
        <p:blipFill>
          <a:blip r:embed="rId2"/>
          <a:stretch>
            <a:fillRect/>
          </a:stretch>
        </p:blipFill>
        <p:spPr>
          <a:xfrm>
            <a:off x="457201" y="1980343"/>
            <a:ext cx="2164666" cy="2463603"/>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5" name="Imagen 4">
            <a:extLst>
              <a:ext uri="{FF2B5EF4-FFF2-40B4-BE49-F238E27FC236}">
                <a16:creationId xmlns:a16="http://schemas.microsoft.com/office/drawing/2014/main" id="{B90C8360-34AF-188A-6EEF-FE69FF60EF3C}"/>
              </a:ext>
            </a:extLst>
          </p:cNvPr>
          <p:cNvPicPr>
            <a:picLocks noChangeAspect="1"/>
          </p:cNvPicPr>
          <p:nvPr/>
        </p:nvPicPr>
        <p:blipFill>
          <a:blip r:embed="rId3"/>
          <a:stretch>
            <a:fillRect/>
          </a:stretch>
        </p:blipFill>
        <p:spPr>
          <a:xfrm>
            <a:off x="6522134" y="1980341"/>
            <a:ext cx="2164666" cy="2463603"/>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6" name="Imagen 5">
            <a:extLst>
              <a:ext uri="{FF2B5EF4-FFF2-40B4-BE49-F238E27FC236}">
                <a16:creationId xmlns:a16="http://schemas.microsoft.com/office/drawing/2014/main" id="{F598671F-8BE7-F48E-6670-2410F886C753}"/>
              </a:ext>
            </a:extLst>
          </p:cNvPr>
          <p:cNvPicPr>
            <a:picLocks noChangeAspect="1"/>
          </p:cNvPicPr>
          <p:nvPr/>
        </p:nvPicPr>
        <p:blipFill>
          <a:blip r:embed="rId4"/>
          <a:stretch>
            <a:fillRect/>
          </a:stretch>
        </p:blipFill>
        <p:spPr>
          <a:xfrm>
            <a:off x="3166963" y="1980341"/>
            <a:ext cx="2995992" cy="2463605"/>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7" name="CuadroTexto 6">
            <a:extLst>
              <a:ext uri="{FF2B5EF4-FFF2-40B4-BE49-F238E27FC236}">
                <a16:creationId xmlns:a16="http://schemas.microsoft.com/office/drawing/2014/main" id="{15EF05C0-D0F2-1754-BD8A-8FC50D815C59}"/>
              </a:ext>
            </a:extLst>
          </p:cNvPr>
          <p:cNvSpPr txBox="1"/>
          <p:nvPr/>
        </p:nvSpPr>
        <p:spPr>
          <a:xfrm>
            <a:off x="259374" y="5033569"/>
            <a:ext cx="2560320" cy="523220"/>
          </a:xfrm>
          <a:prstGeom prst="rect">
            <a:avLst/>
          </a:prstGeom>
          <a:noFill/>
          <a:ln>
            <a:solidFill>
              <a:schemeClr val="tx1"/>
            </a:solidFill>
          </a:ln>
        </p:spPr>
        <p:txBody>
          <a:bodyPr wrap="square" rtlCol="0">
            <a:spAutoFit/>
          </a:bodyPr>
          <a:lstStyle/>
          <a:p>
            <a:r>
              <a:rPr lang="es-ES" sz="2800" b="1" dirty="0">
                <a:latin typeface="Arial" panose="020B0604020202020204" pitchFamily="34" charset="0"/>
                <a:cs typeface="Arial" panose="020B0604020202020204" pitchFamily="34" charset="0"/>
              </a:rPr>
              <a:t>Pie de metro</a:t>
            </a:r>
          </a:p>
        </p:txBody>
      </p:sp>
      <p:sp>
        <p:nvSpPr>
          <p:cNvPr id="8" name="CuadroTexto 7">
            <a:extLst>
              <a:ext uri="{FF2B5EF4-FFF2-40B4-BE49-F238E27FC236}">
                <a16:creationId xmlns:a16="http://schemas.microsoft.com/office/drawing/2014/main" id="{7EFE9A0B-35DD-7B79-2A84-19B73AF2EE56}"/>
              </a:ext>
            </a:extLst>
          </p:cNvPr>
          <p:cNvSpPr txBox="1"/>
          <p:nvPr/>
        </p:nvSpPr>
        <p:spPr>
          <a:xfrm>
            <a:off x="2908922" y="5033569"/>
            <a:ext cx="3523984" cy="523220"/>
          </a:xfrm>
          <a:prstGeom prst="rect">
            <a:avLst/>
          </a:prstGeom>
          <a:noFill/>
          <a:ln>
            <a:solidFill>
              <a:schemeClr val="tx1"/>
            </a:solidFill>
          </a:ln>
        </p:spPr>
        <p:txBody>
          <a:bodyPr wrap="square" rtlCol="0">
            <a:spAutoFit/>
          </a:bodyPr>
          <a:lstStyle/>
          <a:p>
            <a:r>
              <a:rPr lang="es-ES" sz="2800" b="1" dirty="0">
                <a:latin typeface="Arial" panose="020B0604020202020204" pitchFamily="34" charset="0"/>
                <a:cs typeface="Arial" panose="020B0604020202020204" pitchFamily="34" charset="0"/>
              </a:rPr>
              <a:t>Reloj comparador</a:t>
            </a:r>
          </a:p>
        </p:txBody>
      </p:sp>
      <p:sp>
        <p:nvSpPr>
          <p:cNvPr id="9" name="CuadroTexto 8">
            <a:extLst>
              <a:ext uri="{FF2B5EF4-FFF2-40B4-BE49-F238E27FC236}">
                <a16:creationId xmlns:a16="http://schemas.microsoft.com/office/drawing/2014/main" id="{D135DBC0-B11D-32B2-C949-22D69E8D8ED7}"/>
              </a:ext>
            </a:extLst>
          </p:cNvPr>
          <p:cNvSpPr txBox="1"/>
          <p:nvPr/>
        </p:nvSpPr>
        <p:spPr>
          <a:xfrm>
            <a:off x="6522134" y="5033568"/>
            <a:ext cx="2462298" cy="523220"/>
          </a:xfrm>
          <a:prstGeom prst="rect">
            <a:avLst/>
          </a:prstGeom>
          <a:noFill/>
          <a:ln>
            <a:solidFill>
              <a:schemeClr val="tx1"/>
            </a:solidFill>
          </a:ln>
        </p:spPr>
        <p:txBody>
          <a:bodyPr wrap="square" rtlCol="0">
            <a:spAutoFit/>
          </a:bodyPr>
          <a:lstStyle/>
          <a:p>
            <a:r>
              <a:rPr lang="es-ES" sz="2800" b="1" dirty="0">
                <a:latin typeface="Arial" panose="020B0604020202020204" pitchFamily="34" charset="0"/>
                <a:cs typeface="Arial" panose="020B0604020202020204" pitchFamily="34" charset="0"/>
              </a:rPr>
              <a:t>Micrómetro</a:t>
            </a:r>
          </a:p>
        </p:txBody>
      </p:sp>
    </p:spTree>
    <p:extLst>
      <p:ext uri="{BB962C8B-B14F-4D97-AF65-F5344CB8AC3E}">
        <p14:creationId xmlns:p14="http://schemas.microsoft.com/office/powerpoint/2010/main" val="3574251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L" sz="2400" b="1" dirty="0">
                <a:latin typeface="Arial" panose="020B0604020202020204" pitchFamily="34" charset="0"/>
                <a:cs typeface="Arial" panose="020B0604020202020204" pitchFamily="34" charset="0"/>
              </a:rPr>
              <a:t>Revisión</a:t>
            </a:r>
            <a:r>
              <a:rPr lang="es-CL" sz="2800" b="1" dirty="0">
                <a:latin typeface="Arial" panose="020B0604020202020204" pitchFamily="34" charset="0"/>
                <a:cs typeface="Arial" panose="020B0604020202020204" pitchFamily="34" charset="0"/>
              </a:rPr>
              <a:t> de ideas y productos</a:t>
            </a:r>
          </a:p>
        </p:txBody>
      </p:sp>
      <p:sp>
        <p:nvSpPr>
          <p:cNvPr id="3" name="Marcador de contenido 2"/>
          <p:cNvSpPr>
            <a:spLocks noGrp="1"/>
          </p:cNvSpPr>
          <p:nvPr>
            <p:ph idx="1"/>
          </p:nvPr>
        </p:nvSpPr>
        <p:spPr>
          <a:xfrm>
            <a:off x="457200" y="1417638"/>
            <a:ext cx="8229600" cy="5199293"/>
          </a:xfrm>
        </p:spPr>
        <p:txBody>
          <a:bodyPr>
            <a:normAutofit fontScale="25000" lnSpcReduction="20000"/>
          </a:bodyPr>
          <a:lstStyle/>
          <a:p>
            <a:pPr marL="0" indent="0">
              <a:lnSpc>
                <a:spcPct val="107000"/>
              </a:lnSpc>
              <a:spcAft>
                <a:spcPts val="800"/>
              </a:spcAft>
              <a:buNone/>
            </a:pPr>
            <a:r>
              <a:rPr lang="es-CL" dirty="0">
                <a:latin typeface="Arial" panose="020B0604020202020204" pitchFamily="34" charset="0"/>
                <a:ea typeface="Times New Roman" panose="02020603050405020304" pitchFamily="18" charset="0"/>
                <a:cs typeface="Times New Roman" panose="02020603050405020304" pitchFamily="18" charset="0"/>
              </a:rPr>
              <a:t> </a:t>
            </a:r>
            <a:endParaRPr lang="es-CL"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Ventajas de la impresión 3D</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Rapidez y precio</a:t>
            </a:r>
            <a:r>
              <a:rPr lang="es-CL" sz="4400" dirty="0">
                <a:latin typeface="Arial" panose="020B0604020202020204" pitchFamily="34" charset="0"/>
                <a:ea typeface="Times New Roman" panose="02020603050405020304" pitchFamily="18" charset="0"/>
                <a:cs typeface="Times New Roman" panose="02020603050405020304" pitchFamily="18" charset="0"/>
              </a:rPr>
              <a:t>. A decir de los propios fabricantes, esta tecnología reduce el tiempo de producción de un prototipo hasta 10 veces respecto de las técnicas anteriores y 5 veces más barato.</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Reducción de costes.</a:t>
            </a:r>
            <a:r>
              <a:rPr lang="es-CL" sz="4400" dirty="0">
                <a:latin typeface="Arial" panose="020B0604020202020204" pitchFamily="34" charset="0"/>
                <a:ea typeface="Times New Roman" panose="02020603050405020304" pitchFamily="18" charset="0"/>
                <a:cs typeface="Times New Roman" panose="02020603050405020304" pitchFamily="18" charset="0"/>
              </a:rPr>
              <a:t> Si bien estas impresoras se consideran caras, tanto que no son un objeto común en cualquier hogar o pequeña empresa, sí son una alternativa mucho más económica que las máquinas de prototipado rápido que pueden alcanzar precios superiores a los 500 mil dólares.</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Practicidad.</a:t>
            </a:r>
            <a:r>
              <a:rPr lang="es-CL" sz="4400" dirty="0">
                <a:latin typeface="Arial" panose="020B0604020202020204" pitchFamily="34" charset="0"/>
                <a:ea typeface="Times New Roman" panose="02020603050405020304" pitchFamily="18" charset="0"/>
                <a:cs typeface="Times New Roman" panose="02020603050405020304" pitchFamily="18" charset="0"/>
              </a:rPr>
              <a:t> Las impresoras 3D son pequeñas, seguras, fáciles de usar y fiables. Todas estas características han hecho que cada vez se les vea más, por ejemplo, en escuelas.</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Múltiples aplicaciones.</a:t>
            </a:r>
            <a:r>
              <a:rPr lang="es-CL" sz="4400" dirty="0">
                <a:latin typeface="Arial" panose="020B0604020202020204" pitchFamily="34" charset="0"/>
                <a:ea typeface="Times New Roman" panose="02020603050405020304" pitchFamily="18" charset="0"/>
                <a:cs typeface="Times New Roman" panose="02020603050405020304" pitchFamily="18" charset="0"/>
              </a:rPr>
              <a:t> El diseño no se limita a los sectores industriales o textiles. La amplia gama de sectores en donde se requieren diseños de casi cualquier cosa ofrece un amplio espectro de posibilidades de uso para las impresoras 3D. Un ejemplo claro es la medicina, en donde ya se elaboran prototipos de prótesis.</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Desventajas de la impresión 3D</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Acabado de los modelos.</a:t>
            </a:r>
            <a:r>
              <a:rPr lang="es-CL" sz="4400" dirty="0">
                <a:latin typeface="Arial" panose="020B0604020202020204" pitchFamily="34" charset="0"/>
                <a:ea typeface="Times New Roman" panose="02020603050405020304" pitchFamily="18" charset="0"/>
                <a:cs typeface="Times New Roman" panose="02020603050405020304" pitchFamily="18" charset="0"/>
              </a:rPr>
              <a:t> Por muy adelantado que parezca, desgraciadamente el acabado de los prototipos hechos en impresora 3D aún son inferiores a los de las máquinas de prototipado rápido de alta gama</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Materiales.</a:t>
            </a:r>
            <a:r>
              <a:rPr lang="es-CL" sz="4400" dirty="0">
                <a:latin typeface="Arial" panose="020B0604020202020204" pitchFamily="34" charset="0"/>
                <a:ea typeface="Times New Roman" panose="02020603050405020304" pitchFamily="18" charset="0"/>
                <a:cs typeface="Times New Roman" panose="02020603050405020304" pitchFamily="18" charset="0"/>
              </a:rPr>
              <a:t> La cantidad de materiales que pueden utilizarse en estas impresoras se limita a algunos tipos de polímeros, resinas e incluso metales, lo que acaba afectando la calidad del prototipo, dejando una textura no deseada o limitando la cantidad de colores.</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highlight>
                  <a:srgbClr val="FFFF00"/>
                </a:highlight>
                <a:latin typeface="Arial" panose="020B0604020202020204" pitchFamily="34" charset="0"/>
                <a:ea typeface="Times New Roman" panose="02020603050405020304" pitchFamily="18" charset="0"/>
                <a:cs typeface="Times New Roman" panose="02020603050405020304" pitchFamily="18" charset="0"/>
              </a:rPr>
              <a:t>Derechos de autor.</a:t>
            </a:r>
            <a:r>
              <a:rPr lang="es-CL" sz="4400" dirty="0">
                <a:latin typeface="Arial" panose="020B0604020202020204" pitchFamily="34" charset="0"/>
                <a:ea typeface="Times New Roman" panose="02020603050405020304" pitchFamily="18" charset="0"/>
                <a:cs typeface="Times New Roman" panose="02020603050405020304" pitchFamily="18" charset="0"/>
              </a:rPr>
              <a:t> El desarrollo y perfeccionamiento de esta tecnología también facilitará la réplica de muchos objetos, por lo que los derechos de intelectuales de los diseños originales se verán vulnerados y se volverá una situación difícil de controlar.</a:t>
            </a:r>
            <a:endParaRPr lang="es-CL" sz="44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es-CL" sz="4400" dirty="0">
                <a:latin typeface="Arial" panose="020B0604020202020204" pitchFamily="34" charset="0"/>
                <a:ea typeface="Times New Roman" panose="02020603050405020304" pitchFamily="18" charset="0"/>
                <a:cs typeface="Times New Roman" panose="02020603050405020304" pitchFamily="18" charset="0"/>
              </a:rPr>
              <a:t>Esta tecnología aún no ha desarrollado su máximo potencial, el camino será largo pero los beneficios que promete también serán grandes. Desarrollará un gran mercado que no se limitará a las artes y el diseño; el límite será lo que se pueda imaginar</a:t>
            </a:r>
            <a:r>
              <a:rPr lang="es-CL" dirty="0">
                <a:latin typeface="Arial" panose="020B0604020202020204" pitchFamily="34" charset="0"/>
                <a:ea typeface="Times New Roman" panose="02020603050405020304" pitchFamily="18" charset="0"/>
                <a:cs typeface="Times New Roman" panose="02020603050405020304" pitchFamily="18" charset="0"/>
              </a:rPr>
              <a:t>.</a:t>
            </a:r>
            <a:endParaRPr lang="es-CL"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4338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454726" y="490451"/>
            <a:ext cx="5677593" cy="606829"/>
          </a:xfrm>
        </p:spPr>
        <p:txBody>
          <a:bodyPr>
            <a:normAutofit fontScale="90000"/>
          </a:bodyPr>
          <a:lstStyle/>
          <a:p>
            <a:r>
              <a:rPr lang="es-CL" sz="2400" b="1" dirty="0">
                <a:solidFill>
                  <a:prstClr val="black"/>
                </a:solidFill>
                <a:latin typeface="Arial" panose="020B0604020202020204" pitchFamily="34" charset="0"/>
                <a:cs typeface="Arial" panose="020B0604020202020204" pitchFamily="34" charset="0"/>
              </a:rPr>
              <a:t>Presentación del producto o prototipo </a:t>
            </a:r>
            <a:endParaRPr lang="es-CL" sz="28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894522" y="1368889"/>
            <a:ext cx="7792278" cy="4120222"/>
          </a:xfrm>
        </p:spPr>
        <p:txBody>
          <a:bodyPr>
            <a:noAutofit/>
          </a:bodyPr>
          <a:lstStyle/>
          <a:p>
            <a:pPr algn="l">
              <a:buFont typeface="Wingdings" panose="05000000000000000000" pitchFamily="2" charset="2"/>
              <a:buChar char="Ø"/>
            </a:pPr>
            <a:r>
              <a:rPr lang="es-ES" sz="1200" b="0" i="0" dirty="0">
                <a:solidFill>
                  <a:srgbClr val="333333"/>
                </a:solidFill>
                <a:effectLst/>
                <a:latin typeface="Roboto" panose="02000000000000000000" pitchFamily="2" charset="0"/>
              </a:rPr>
              <a:t>Formlabs a través de su impresora 3d modelo form 2 SLA nos entrega una variada gama de soluciones en el área mecánica o en cualquier otra ofreciendo:</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 En el ámbito mecánico, cada pieza cuenta, y Formlabs garantiza resultados de calidad industrial.</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Variedad de Materiales para Ingeniería: Nuestra gama de resinas incluye opciones diseñadas específicamente para aplicaciones mecánicas, ofreciendo resistencia y durabilidad excepcionales.</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Desde engranajes hasta carcasas, la capacidad de adaptación de Formlabs marca la diferencia.</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Integración en Procesos de Fabricación: Formlabs no solo proporciona impresoras, sino que ofrece soluciones que se integran perfectamente en los procesos de fabricación mecánica.</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Desde la conceptualización hasta la producción, Formlabs optimiza cada paso.</a:t>
            </a:r>
          </a:p>
          <a:p>
            <a:pPr algn="l">
              <a:buFont typeface="Wingdings" panose="05000000000000000000" pitchFamily="2" charset="2"/>
              <a:buChar char="Ø"/>
            </a:pPr>
            <a:r>
              <a:rPr lang="es-ES" sz="1200" b="0" i="0" dirty="0">
                <a:solidFill>
                  <a:srgbClr val="333333"/>
                </a:solidFill>
                <a:effectLst/>
                <a:latin typeface="Roboto" panose="02000000000000000000" pitchFamily="2" charset="0"/>
              </a:rPr>
              <a:t>Con esto formlabs y su gama de impresoras se transforman en un aliado fundamental para la impresión de piezas automotrices dado su gran prestigio y gama de soluciones.</a:t>
            </a:r>
          </a:p>
          <a:p>
            <a:endParaRPr lang="es-CL" sz="1500"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12A780C9-C739-4CCF-F2DC-0095DC21EE70}"/>
              </a:ext>
            </a:extLst>
          </p:cNvPr>
          <p:cNvPicPr>
            <a:picLocks noChangeAspect="1"/>
          </p:cNvPicPr>
          <p:nvPr/>
        </p:nvPicPr>
        <p:blipFill>
          <a:blip r:embed="rId2"/>
          <a:stretch>
            <a:fillRect/>
          </a:stretch>
        </p:blipFill>
        <p:spPr>
          <a:xfrm>
            <a:off x="894522" y="4216099"/>
            <a:ext cx="2513395" cy="2434083"/>
          </a:xfrm>
          <a:prstGeom prst="rect">
            <a:avLst/>
          </a:prstGeom>
        </p:spPr>
      </p:pic>
      <p:pic>
        <p:nvPicPr>
          <p:cNvPr id="7" name="Imagen 6">
            <a:extLst>
              <a:ext uri="{FF2B5EF4-FFF2-40B4-BE49-F238E27FC236}">
                <a16:creationId xmlns:a16="http://schemas.microsoft.com/office/drawing/2014/main" id="{5DF722D7-AEE2-8817-F5F5-E387B9ED79C5}"/>
              </a:ext>
            </a:extLst>
          </p:cNvPr>
          <p:cNvPicPr>
            <a:picLocks noChangeAspect="1"/>
          </p:cNvPicPr>
          <p:nvPr/>
        </p:nvPicPr>
        <p:blipFill>
          <a:blip r:embed="rId3"/>
          <a:stretch>
            <a:fillRect/>
          </a:stretch>
        </p:blipFill>
        <p:spPr>
          <a:xfrm>
            <a:off x="4523358" y="4216099"/>
            <a:ext cx="2700583" cy="2434084"/>
          </a:xfrm>
          <a:prstGeom prst="rect">
            <a:avLst/>
          </a:prstGeom>
        </p:spPr>
      </p:pic>
    </p:spTree>
    <p:extLst>
      <p:ext uri="{BB962C8B-B14F-4D97-AF65-F5344CB8AC3E}">
        <p14:creationId xmlns:p14="http://schemas.microsoft.com/office/powerpoint/2010/main" val="29713674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87236" y="274638"/>
            <a:ext cx="4987637" cy="1143000"/>
          </a:xfrm>
        </p:spPr>
        <p:txBody>
          <a:bodyPr>
            <a:normAutofit/>
          </a:bodyPr>
          <a:lstStyle/>
          <a:p>
            <a:r>
              <a:rPr lang="es-CL" sz="3200" dirty="0">
                <a:latin typeface="Arial" panose="020B0604020202020204" pitchFamily="34" charset="0"/>
                <a:cs typeface="Arial" panose="020B0604020202020204" pitchFamily="34" charset="0"/>
              </a:rPr>
              <a:t>RESULTADOS Y CONCLUSION </a:t>
            </a:r>
          </a:p>
        </p:txBody>
      </p:sp>
      <p:sp>
        <p:nvSpPr>
          <p:cNvPr id="3" name="Marcador de contenido 2"/>
          <p:cNvSpPr>
            <a:spLocks noGrp="1"/>
          </p:cNvSpPr>
          <p:nvPr>
            <p:ph idx="1"/>
          </p:nvPr>
        </p:nvSpPr>
        <p:spPr/>
        <p:txBody>
          <a:bodyPr>
            <a:noAutofit/>
          </a:bodyPr>
          <a:lstStyle/>
          <a:p>
            <a:r>
              <a:rPr lang="es-CL" sz="1800" dirty="0">
                <a:latin typeface="Arial" panose="020B0604020202020204" pitchFamily="34" charset="0"/>
                <a:cs typeface="Arial" panose="020B0604020202020204" pitchFamily="34" charset="0"/>
              </a:rPr>
              <a:t>La impresión 3D de repuestos automotrices emerge como una tecnología transformadora con impactos significativos. </a:t>
            </a:r>
          </a:p>
          <a:p>
            <a:r>
              <a:rPr lang="es-CL" sz="1800" dirty="0">
                <a:latin typeface="Arial" panose="020B0604020202020204" pitchFamily="34" charset="0"/>
                <a:cs typeface="Arial" panose="020B0604020202020204" pitchFamily="34" charset="0"/>
              </a:rPr>
              <a:t>Ofrece beneficios clave como personalización, reducción de costos, agilidad en la producción, innovación en diseño, sostenibilidad y facilita el prototipos rápido. </a:t>
            </a:r>
          </a:p>
          <a:p>
            <a:r>
              <a:rPr lang="es-CL" sz="1800" dirty="0">
                <a:latin typeface="Arial" panose="020B0604020202020204" pitchFamily="34" charset="0"/>
                <a:cs typeface="Arial" panose="020B0604020202020204" pitchFamily="34" charset="0"/>
              </a:rPr>
              <a:t>Esta capacidad de fabricar piezas de manera local, eficiente y adaptada a necesidades específicas no solo optimiza la cadena de suministro, sino que también impulsa la innovación en la industria automotriz, brindando soluciones más ágiles y sostenibles.</a:t>
            </a:r>
          </a:p>
          <a:p>
            <a:r>
              <a:rPr lang="es-CL" sz="1800" dirty="0">
                <a:latin typeface="Arial" panose="020B0604020202020204" pitchFamily="34" charset="0"/>
                <a:cs typeface="Arial" panose="020B0604020202020204" pitchFamily="34" charset="0"/>
              </a:rPr>
              <a:t> La impresión 3D de repuestos no solo mejora la eficiencia operativa, sino que también redefine la forma en que se abordan los desafíos asociados con la disponibilidad y personalización de componentes automotrices.</a:t>
            </a:r>
          </a:p>
        </p:txBody>
      </p:sp>
    </p:spTree>
    <p:extLst>
      <p:ext uri="{BB962C8B-B14F-4D97-AF65-F5344CB8AC3E}">
        <p14:creationId xmlns:p14="http://schemas.microsoft.com/office/powerpoint/2010/main" val="840408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28F45-7920-E162-144F-81E8B2BB6353}"/>
              </a:ext>
            </a:extLst>
          </p:cNvPr>
          <p:cNvSpPr>
            <a:spLocks noGrp="1"/>
          </p:cNvSpPr>
          <p:nvPr>
            <p:ph type="title"/>
          </p:nvPr>
        </p:nvSpPr>
        <p:spPr>
          <a:xfrm>
            <a:off x="457200" y="332826"/>
            <a:ext cx="8229600" cy="1143000"/>
          </a:xfrm>
        </p:spPr>
        <p:txBody>
          <a:bodyPr>
            <a:normAutofit/>
          </a:bodyPr>
          <a:lstStyle/>
          <a:p>
            <a:r>
              <a:rPr lang="es-ES" sz="2800" b="1" dirty="0">
                <a:latin typeface="Arial" panose="020B0604020202020204" pitchFamily="34" charset="0"/>
                <a:cs typeface="Arial" panose="020B0604020202020204" pitchFamily="34" charset="0"/>
              </a:rPr>
              <a:t>Linografía y bibliografía </a:t>
            </a:r>
          </a:p>
        </p:txBody>
      </p:sp>
      <p:sp>
        <p:nvSpPr>
          <p:cNvPr id="3" name="Marcador de contenido 2">
            <a:extLst>
              <a:ext uri="{FF2B5EF4-FFF2-40B4-BE49-F238E27FC236}">
                <a16:creationId xmlns:a16="http://schemas.microsoft.com/office/drawing/2014/main" id="{51DBCBE9-CC66-7EB3-543D-83D926FC7DF2}"/>
              </a:ext>
            </a:extLst>
          </p:cNvPr>
          <p:cNvSpPr>
            <a:spLocks noGrp="1"/>
          </p:cNvSpPr>
          <p:nvPr>
            <p:ph idx="1"/>
          </p:nvPr>
        </p:nvSpPr>
        <p:spPr>
          <a:xfrm>
            <a:off x="0" y="1048126"/>
            <a:ext cx="9242487" cy="5190981"/>
          </a:xfrm>
        </p:spPr>
        <p:txBody>
          <a:bodyPr>
            <a:normAutofit fontScale="92500" lnSpcReduction="10000"/>
          </a:bodyPr>
          <a:lstStyle/>
          <a:p>
            <a:endParaRPr lang="es-ES" sz="2000" dirty="0"/>
          </a:p>
          <a:p>
            <a:pPr marL="0" indent="0" algn="just">
              <a:lnSpc>
                <a:spcPct val="107000"/>
              </a:lnSpc>
              <a:spcAft>
                <a:spcPts val="800"/>
              </a:spcAft>
              <a:buNone/>
            </a:pPr>
            <a:r>
              <a:rPr lang="es-ES" sz="2000" dirty="0">
                <a:effectLst/>
                <a:latin typeface="Times New Roman" panose="02020603050405020304" pitchFamily="18" charset="0"/>
                <a:hlinkClick r:id="rId2"/>
              </a:rPr>
              <a:t>https://www.arsam.es/las-herramientas-de-medicion-mas-comunes-en-la-industria/</a:t>
            </a:r>
            <a:r>
              <a:rPr lang="es-ES" sz="2000" dirty="0">
                <a:effectLst/>
                <a:latin typeface="Times New Roman" panose="02020603050405020304" pitchFamily="18" charset="0"/>
              </a:rPr>
              <a:t> </a:t>
            </a:r>
          </a:p>
          <a:p>
            <a:r>
              <a:rPr lang="es-ES" sz="1900" dirty="0"/>
              <a:t>Imagen 1: </a:t>
            </a:r>
            <a:r>
              <a:rPr lang="es-ES" sz="1900" dirty="0">
                <a:hlinkClick r:id="rId3"/>
              </a:rPr>
              <a:t>https://www.expressbike.cl/MLC-1055057307-pie-de-metro-de-6-150-mm-marca-mitutoyo-530-104-original-_JM</a:t>
            </a:r>
            <a:r>
              <a:rPr lang="es-ES" sz="1900" dirty="0"/>
              <a:t> </a:t>
            </a:r>
          </a:p>
          <a:p>
            <a:r>
              <a:rPr lang="es-CL"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https://www.bbc.com/mundo/noticias-59151992</a:t>
            </a:r>
            <a:endParaRPr lang="es-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r>
              <a:rPr lang="es-ES" sz="2000" dirty="0"/>
              <a:t>Imagen 2: </a:t>
            </a:r>
            <a:r>
              <a:rPr lang="es-ES" sz="2000" dirty="0">
                <a:hlinkClick r:id="rId5"/>
              </a:rPr>
              <a:t>https://mpw.cl/producto/base-magnetica-y-reloj-comparador/</a:t>
            </a:r>
            <a:endParaRPr lang="es-US" sz="2000" dirty="0"/>
          </a:p>
          <a:p>
            <a:r>
              <a:rPr lang="es-ES" sz="2000" dirty="0">
                <a:effectLst/>
                <a:latin typeface="Times New Roman" panose="02020603050405020304" pitchFamily="18" charset="0"/>
                <a:hlinkClick r:id="rId6"/>
              </a:rPr>
              <a:t>https://es.3dsystems.com/automotive</a:t>
            </a:r>
            <a:endParaRPr lang="es-ES" sz="2000" dirty="0">
              <a:effectLst/>
              <a:latin typeface="Times New Roman" panose="02020603050405020304" pitchFamily="18" charset="0"/>
            </a:endParaRPr>
          </a:p>
          <a:p>
            <a:r>
              <a:rPr lang="es-ES" sz="2000" dirty="0"/>
              <a:t>Imagen 3: </a:t>
            </a:r>
            <a:r>
              <a:rPr lang="es-ES" sz="2000" dirty="0">
                <a:hlinkClick r:id="rId7"/>
              </a:rPr>
              <a:t>https://www.veto.cl/micrometro-e5010109/p</a:t>
            </a:r>
            <a:r>
              <a:rPr lang="es-ES" sz="2000" dirty="0"/>
              <a:t> </a:t>
            </a:r>
            <a:endParaRPr lang="es-US" sz="2000" dirty="0"/>
          </a:p>
          <a:p>
            <a:r>
              <a:rPr lang="es-ES" sz="2000" dirty="0">
                <a:effectLst/>
                <a:latin typeface="Times New Roman" panose="02020603050405020304" pitchFamily="18" charset="0"/>
                <a:hlinkClick r:id="rId8"/>
              </a:rPr>
              <a:t>http://www.3dprintingdesign.es/es/noticia/solize-y-hp-permiten-la-produccion-</a:t>
            </a:r>
            <a:endParaRPr lang="es-US" sz="2000" dirty="0">
              <a:effectLst/>
              <a:latin typeface="Times New Roman" panose="02020603050405020304" pitchFamily="18" charset="0"/>
              <a:hlinkClick r:id="rId8"/>
            </a:endParaRPr>
          </a:p>
          <a:p>
            <a:r>
              <a:rPr lang="es-ES" sz="2000" dirty="0">
                <a:effectLst/>
                <a:latin typeface="Times New Roman" panose="02020603050405020304" pitchFamily="18" charset="0"/>
                <a:hlinkClick r:id="rId8"/>
              </a:rPr>
              <a:t>en-3d-de-piezas-de-repuesto-para-nissan</a:t>
            </a:r>
            <a:r>
              <a:rPr lang="es-ES" sz="2000" dirty="0">
                <a:effectLst/>
                <a:latin typeface="Times New Roman" panose="02020603050405020304" pitchFamily="18" charset="0"/>
              </a:rPr>
              <a:t> </a:t>
            </a:r>
            <a:endParaRPr lang="es-US" sz="2000" dirty="0"/>
          </a:p>
          <a:p>
            <a:r>
              <a:rPr lang="es-ES" sz="2000" dirty="0">
                <a:hlinkClick r:id="rId9"/>
              </a:rPr>
              <a:t>https://www.google.com/aclk?sa=l&amp;ai=DChcSEwjiwqCPqo</a:t>
            </a:r>
            <a:r>
              <a:rPr lang="es-US" sz="2000" dirty="0">
                <a:hlinkClick r:id="rId9"/>
              </a:rPr>
              <a:t>-</a:t>
            </a:r>
            <a:r>
              <a:rPr lang="es-US" sz="2000" dirty="0"/>
              <a:t>     </a:t>
            </a:r>
          </a:p>
          <a:p>
            <a:r>
              <a:rPr lang="es-US" sz="2000" dirty="0">
                <a:hlinkClick r:id="rId10"/>
              </a:rPr>
              <a:t>https://www.bbva.ch/noticia/mas-ventajas-y-desventajas-de-la-impresion-3d/</a:t>
            </a:r>
            <a:r>
              <a:rPr lang="es-US" sz="2000" dirty="0"/>
              <a:t> </a:t>
            </a:r>
          </a:p>
          <a:p>
            <a:r>
              <a:rPr lang="es-CL"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1"/>
              </a:rPr>
              <a:t>https://www.revistaautocrash.com/impacto-del-deficit-de-repuestos-en-el-sector-automotor-colombiano-en-2021/</a:t>
            </a:r>
            <a:endParaRPr lang="es-US"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r>
              <a:rPr lang="es-US" sz="1800" dirty="0">
                <a:latin typeface="Calibri" panose="020F0502020204030204" pitchFamily="34" charset="0"/>
                <a:cs typeface="Times New Roman" panose="02020603050405020304" pitchFamily="18" charset="0"/>
              </a:rPr>
              <a:t>Links del video: </a:t>
            </a:r>
            <a:r>
              <a:rPr lang="es-US" sz="1800" dirty="0">
                <a:latin typeface="Calibri" panose="020F0502020204030204" pitchFamily="34" charset="0"/>
                <a:cs typeface="Times New Roman" panose="02020603050405020304" pitchFamily="18" charset="0"/>
                <a:hlinkClick r:id="rId12"/>
              </a:rPr>
              <a:t>https://youtu.be/zIvBTmAdGjs?feature=shared</a:t>
            </a:r>
            <a:endParaRPr lang="es-US" sz="1800" dirty="0">
              <a:latin typeface="Calibri" panose="020F0502020204030204" pitchFamily="34" charset="0"/>
              <a:cs typeface="Times New Roman" panose="02020603050405020304" pitchFamily="18" charset="0"/>
            </a:endParaRPr>
          </a:p>
          <a:p>
            <a:r>
              <a:rPr lang="es-US" sz="1800" dirty="0">
                <a:latin typeface="Calibri" panose="020F0502020204030204" pitchFamily="34" charset="0"/>
                <a:cs typeface="Times New Roman" panose="02020603050405020304" pitchFamily="18" charset="0"/>
                <a:hlinkClick r:id="rId13"/>
              </a:rPr>
              <a:t>https://youtube.com/watch?v=zIvBTmAdGjs&amp;feature=shared</a:t>
            </a:r>
            <a:r>
              <a:rPr lang="es-US" sz="1800" dirty="0">
                <a:latin typeface="Calibri" panose="020F0502020204030204" pitchFamily="34" charset="0"/>
                <a:cs typeface="Times New Roman" panose="02020603050405020304" pitchFamily="18" charset="0"/>
              </a:rPr>
              <a:t> </a:t>
            </a:r>
            <a:endParaRPr lang="es-ES" sz="2000" dirty="0"/>
          </a:p>
        </p:txBody>
      </p:sp>
    </p:spTree>
    <p:extLst>
      <p:ext uri="{BB962C8B-B14F-4D97-AF65-F5344CB8AC3E}">
        <p14:creationId xmlns:p14="http://schemas.microsoft.com/office/powerpoint/2010/main" val="2870646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a 2">
            <a:extLst>
              <a:ext uri="{FF2B5EF4-FFF2-40B4-BE49-F238E27FC236}">
                <a16:creationId xmlns:a16="http://schemas.microsoft.com/office/drawing/2014/main" id="{03ACE93B-0585-459B-FDA1-846213A5E101}"/>
              </a:ext>
            </a:extLst>
          </p:cNvPr>
          <p:cNvGraphicFramePr>
            <a:graphicFrameLocks noGrp="1"/>
          </p:cNvGraphicFramePr>
          <p:nvPr>
            <p:extLst>
              <p:ext uri="{D42A27DB-BD31-4B8C-83A1-F6EECF244321}">
                <p14:modId xmlns:p14="http://schemas.microsoft.com/office/powerpoint/2010/main" val="3633258757"/>
              </p:ext>
            </p:extLst>
          </p:nvPr>
        </p:nvGraphicFramePr>
        <p:xfrm>
          <a:off x="458483" y="998804"/>
          <a:ext cx="3656316" cy="5190449"/>
        </p:xfrm>
        <a:graphic>
          <a:graphicData uri="http://schemas.openxmlformats.org/drawingml/2006/table">
            <a:tbl>
              <a:tblPr firstRow="1" firstCol="1" bandRow="1"/>
              <a:tblGrid>
                <a:gridCol w="914079">
                  <a:extLst>
                    <a:ext uri="{9D8B030D-6E8A-4147-A177-3AD203B41FA5}">
                      <a16:colId xmlns:a16="http://schemas.microsoft.com/office/drawing/2014/main" val="1826184036"/>
                    </a:ext>
                  </a:extLst>
                </a:gridCol>
                <a:gridCol w="914079">
                  <a:extLst>
                    <a:ext uri="{9D8B030D-6E8A-4147-A177-3AD203B41FA5}">
                      <a16:colId xmlns:a16="http://schemas.microsoft.com/office/drawing/2014/main" val="3251397940"/>
                    </a:ext>
                  </a:extLst>
                </a:gridCol>
                <a:gridCol w="914079">
                  <a:extLst>
                    <a:ext uri="{9D8B030D-6E8A-4147-A177-3AD203B41FA5}">
                      <a16:colId xmlns:a16="http://schemas.microsoft.com/office/drawing/2014/main" val="3552404326"/>
                    </a:ext>
                  </a:extLst>
                </a:gridCol>
                <a:gridCol w="914079">
                  <a:extLst>
                    <a:ext uri="{9D8B030D-6E8A-4147-A177-3AD203B41FA5}">
                      <a16:colId xmlns:a16="http://schemas.microsoft.com/office/drawing/2014/main" val="1395180765"/>
                    </a:ext>
                  </a:extLst>
                </a:gridCol>
              </a:tblGrid>
              <a:tr h="169111">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         Criterios</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Juan san Martín </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Francisco Gatica </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Jeison Escobar </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4491831"/>
                  </a:ext>
                </a:extLst>
              </a:tr>
              <a:tr h="703308">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Participa activamente en cada etapa de la evaluación</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Siempre</a:t>
                      </a:r>
                    </a:p>
                    <a:p>
                      <a:pPr algn="just">
                        <a:lnSpc>
                          <a:spcPct val="107000"/>
                        </a:lnSpc>
                        <a:spcAft>
                          <a:spcPts val="800"/>
                        </a:spcAft>
                      </a:pP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3799519"/>
                  </a:ext>
                </a:extLst>
              </a:tr>
              <a:tr h="795750">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Cumple con las tareas designadas en los plazos</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estipulados.</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3793451"/>
                  </a:ext>
                </a:extLst>
              </a:tr>
              <a:tr h="525243">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Realiza su trabajo con un nivel óptimo de calidad</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38290964"/>
                  </a:ext>
                </a:extLst>
              </a:tr>
              <a:tr h="703308">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Respeta las ideas planteadas por los otros miembros del equipo</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9856446"/>
                  </a:ext>
                </a:extLst>
              </a:tr>
              <a:tr h="525243">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Cumple los acuerdos y normas grupales</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a:effectLst/>
                          <a:latin typeface="Arial" panose="020B0604020202020204" pitchFamily="34" charset="0"/>
                          <a:ea typeface="Calibri" panose="020F0502020204030204" pitchFamily="34" charset="0"/>
                          <a:cs typeface="Times New Roman" panose="02020603050405020304" pitchFamily="18" charset="0"/>
                        </a:rPr>
                        <a:t>siempre</a:t>
                      </a:r>
                      <a:endParaRPr lang="es-ES"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0884692"/>
                  </a:ext>
                </a:extLst>
              </a:tr>
              <a:tr h="347177">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Promedio nota final</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5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2077834"/>
                  </a:ext>
                </a:extLst>
              </a:tr>
            </a:tbl>
          </a:graphicData>
        </a:graphic>
      </p:graphicFrame>
      <p:sp>
        <p:nvSpPr>
          <p:cNvPr id="4" name="Rectangle 1">
            <a:extLst>
              <a:ext uri="{FF2B5EF4-FFF2-40B4-BE49-F238E27FC236}">
                <a16:creationId xmlns:a16="http://schemas.microsoft.com/office/drawing/2014/main" id="{01D74265-E028-F434-BFAA-D87A58FD09ED}"/>
              </a:ext>
            </a:extLst>
          </p:cNvPr>
          <p:cNvSpPr>
            <a:spLocks noChangeArrowheads="1"/>
          </p:cNvSpPr>
          <p:nvPr/>
        </p:nvSpPr>
        <p:spPr bwMode="auto">
          <a:xfrm>
            <a:off x="2547258" y="169776"/>
            <a:ext cx="37826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2400" b="1" i="0" u="none" strike="noStrike" cap="none" normalizeH="0" baseline="0" dirty="0">
                <a:ln>
                  <a:noFill/>
                </a:ln>
                <a:solidFill>
                  <a:schemeClr val="tx1"/>
                </a:solidFill>
                <a:effectLst/>
                <a:latin typeface="Arial" panose="020B0604020202020204" pitchFamily="34" charset="0"/>
              </a:rPr>
              <a:t>Coevaluación</a:t>
            </a:r>
          </a:p>
          <a:p>
            <a:pPr marL="0" marR="0" lvl="0" indent="0" algn="l" defTabSz="914400" rtl="0" eaLnBrk="0" fontAlgn="base" latinLnBrk="0" hangingPunct="0">
              <a:lnSpc>
                <a:spcPct val="100000"/>
              </a:lnSpc>
              <a:spcBef>
                <a:spcPct val="0"/>
              </a:spcBef>
              <a:spcAft>
                <a:spcPct val="0"/>
              </a:spcAft>
              <a:buClrTx/>
              <a:buSzTx/>
              <a:buFontTx/>
              <a:buNone/>
              <a:tabLst/>
            </a:pPr>
            <a:r>
              <a:rPr lang="es-ES" altLang="es-ES" sz="1600" b="1" dirty="0">
                <a:latin typeface="Arial" panose="020B0604020202020204" pitchFamily="34" charset="0"/>
              </a:rPr>
              <a:t>Jaime jara y francisco gatica</a:t>
            </a:r>
            <a:r>
              <a:rPr kumimoji="0" lang="es-ES" altLang="es-ES" sz="1600" b="0" i="0" u="none" strike="noStrike" cap="none" normalizeH="0" baseline="0" dirty="0">
                <a:ln>
                  <a:noFill/>
                </a:ln>
                <a:solidFill>
                  <a:schemeClr val="tx1"/>
                </a:solidFill>
                <a:effectLst/>
                <a:latin typeface="Arial" panose="020B0604020202020204" pitchFamily="34" charset="0"/>
              </a:rPr>
              <a:t> </a:t>
            </a:r>
          </a:p>
        </p:txBody>
      </p:sp>
      <p:graphicFrame>
        <p:nvGraphicFramePr>
          <p:cNvPr id="5" name="Tabla 4">
            <a:extLst>
              <a:ext uri="{FF2B5EF4-FFF2-40B4-BE49-F238E27FC236}">
                <a16:creationId xmlns:a16="http://schemas.microsoft.com/office/drawing/2014/main" id="{210D16D2-3375-A8E1-8F02-9329B79676BA}"/>
              </a:ext>
            </a:extLst>
          </p:cNvPr>
          <p:cNvGraphicFramePr>
            <a:graphicFrameLocks noGrp="1"/>
          </p:cNvGraphicFramePr>
          <p:nvPr>
            <p:extLst>
              <p:ext uri="{D42A27DB-BD31-4B8C-83A1-F6EECF244321}">
                <p14:modId xmlns:p14="http://schemas.microsoft.com/office/powerpoint/2010/main" val="3585078496"/>
              </p:ext>
            </p:extLst>
          </p:nvPr>
        </p:nvGraphicFramePr>
        <p:xfrm>
          <a:off x="4706361" y="1035643"/>
          <a:ext cx="3817736" cy="5298258"/>
        </p:xfrm>
        <a:graphic>
          <a:graphicData uri="http://schemas.openxmlformats.org/drawingml/2006/table">
            <a:tbl>
              <a:tblPr firstRow="1" firstCol="1" bandRow="1"/>
              <a:tblGrid>
                <a:gridCol w="954434">
                  <a:extLst>
                    <a:ext uri="{9D8B030D-6E8A-4147-A177-3AD203B41FA5}">
                      <a16:colId xmlns:a16="http://schemas.microsoft.com/office/drawing/2014/main" val="1523631981"/>
                    </a:ext>
                  </a:extLst>
                </a:gridCol>
                <a:gridCol w="954434">
                  <a:extLst>
                    <a:ext uri="{9D8B030D-6E8A-4147-A177-3AD203B41FA5}">
                      <a16:colId xmlns:a16="http://schemas.microsoft.com/office/drawing/2014/main" val="2850122724"/>
                    </a:ext>
                  </a:extLst>
                </a:gridCol>
                <a:gridCol w="954434">
                  <a:extLst>
                    <a:ext uri="{9D8B030D-6E8A-4147-A177-3AD203B41FA5}">
                      <a16:colId xmlns:a16="http://schemas.microsoft.com/office/drawing/2014/main" val="400991066"/>
                    </a:ext>
                  </a:extLst>
                </a:gridCol>
                <a:gridCol w="954434">
                  <a:extLst>
                    <a:ext uri="{9D8B030D-6E8A-4147-A177-3AD203B41FA5}">
                      <a16:colId xmlns:a16="http://schemas.microsoft.com/office/drawing/2014/main" val="1570492314"/>
                    </a:ext>
                  </a:extLst>
                </a:gridCol>
              </a:tblGrid>
              <a:tr h="340857">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         Criterios</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Juan san Martín</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Jaime jara</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Jeison Escobar</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8631564"/>
                  </a:ext>
                </a:extLst>
              </a:tr>
              <a:tr h="865324">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Participa activamente en cada etapa de la evaluación</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182621"/>
                  </a:ext>
                </a:extLst>
              </a:tr>
              <a:tr h="1047439">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Cumple con las tareas designadas en los plazos</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estipulados.</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5201581"/>
                  </a:ext>
                </a:extLst>
              </a:tr>
              <a:tr h="865324">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Realiza su trabajo con un nivel óptimo de calidad</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4356757"/>
                  </a:ext>
                </a:extLst>
              </a:tr>
              <a:tr h="1040146">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Respeta las ideas planteadas por los otros miembros del equipo</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221619"/>
                  </a:ext>
                </a:extLst>
              </a:tr>
              <a:tr h="690501">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Cumple los acuerdos y normas grupales</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9328668"/>
                  </a:ext>
                </a:extLst>
              </a:tr>
              <a:tr h="340857">
                <a:tc>
                  <a:txBody>
                    <a:bodyPr/>
                    <a:lstStyle/>
                    <a:p>
                      <a:pPr algn="just">
                        <a:lnSpc>
                          <a:spcPct val="107000"/>
                        </a:lnSpc>
                        <a:spcAft>
                          <a:spcPts val="800"/>
                        </a:spcAft>
                      </a:pPr>
                      <a:r>
                        <a:rPr lang="es-CL" sz="1100" kern="100" dirty="0">
                          <a:effectLst/>
                          <a:latin typeface="Arial" panose="020B0604020202020204" pitchFamily="34" charset="0"/>
                          <a:ea typeface="Calibri" panose="020F0502020204030204" pitchFamily="34" charset="0"/>
                          <a:cs typeface="Times New Roman" panose="02020603050405020304" pitchFamily="18" charset="0"/>
                        </a:rPr>
                        <a:t>Promedio nota final</a:t>
                      </a:r>
                      <a:endParaRPr lang="es-ES" sz="105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5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5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1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05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0754" marR="5075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993511"/>
                  </a:ext>
                </a:extLst>
              </a:tr>
            </a:tbl>
          </a:graphicData>
        </a:graphic>
      </p:graphicFrame>
    </p:spTree>
    <p:extLst>
      <p:ext uri="{BB962C8B-B14F-4D97-AF65-F5344CB8AC3E}">
        <p14:creationId xmlns:p14="http://schemas.microsoft.com/office/powerpoint/2010/main" val="3154148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E910A7E7-8072-3C36-1035-AED828ACF21F}"/>
              </a:ext>
            </a:extLst>
          </p:cNvPr>
          <p:cNvGraphicFramePr>
            <a:graphicFrameLocks noGrp="1"/>
          </p:cNvGraphicFramePr>
          <p:nvPr>
            <p:extLst>
              <p:ext uri="{D42A27DB-BD31-4B8C-83A1-F6EECF244321}">
                <p14:modId xmlns:p14="http://schemas.microsoft.com/office/powerpoint/2010/main" val="3267961640"/>
              </p:ext>
            </p:extLst>
          </p:nvPr>
        </p:nvGraphicFramePr>
        <p:xfrm>
          <a:off x="387013" y="853290"/>
          <a:ext cx="3774440" cy="5151419"/>
        </p:xfrm>
        <a:graphic>
          <a:graphicData uri="http://schemas.openxmlformats.org/drawingml/2006/table">
            <a:tbl>
              <a:tblPr firstRow="1" firstCol="1" bandRow="1"/>
              <a:tblGrid>
                <a:gridCol w="943610">
                  <a:extLst>
                    <a:ext uri="{9D8B030D-6E8A-4147-A177-3AD203B41FA5}">
                      <a16:colId xmlns:a16="http://schemas.microsoft.com/office/drawing/2014/main" val="570173155"/>
                    </a:ext>
                  </a:extLst>
                </a:gridCol>
                <a:gridCol w="943610">
                  <a:extLst>
                    <a:ext uri="{9D8B030D-6E8A-4147-A177-3AD203B41FA5}">
                      <a16:colId xmlns:a16="http://schemas.microsoft.com/office/drawing/2014/main" val="2523787621"/>
                    </a:ext>
                  </a:extLst>
                </a:gridCol>
                <a:gridCol w="943610">
                  <a:extLst>
                    <a:ext uri="{9D8B030D-6E8A-4147-A177-3AD203B41FA5}">
                      <a16:colId xmlns:a16="http://schemas.microsoft.com/office/drawing/2014/main" val="4015055423"/>
                    </a:ext>
                  </a:extLst>
                </a:gridCol>
                <a:gridCol w="943610">
                  <a:extLst>
                    <a:ext uri="{9D8B030D-6E8A-4147-A177-3AD203B41FA5}">
                      <a16:colId xmlns:a16="http://schemas.microsoft.com/office/drawing/2014/main" val="1182130499"/>
                    </a:ext>
                  </a:extLst>
                </a:gridCol>
              </a:tblGrid>
              <a:tr h="352343">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         Criterios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Francisco Gatica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Jaime jara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Jeison Escobar</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1977921"/>
                  </a:ext>
                </a:extLst>
              </a:tr>
              <a:tr h="894583">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Participa activamente en cada etapa de la evaluación</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009702"/>
                  </a:ext>
                </a:extLst>
              </a:tr>
              <a:tr h="1007198">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Cumple con las tareas designadas en los plazos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estipulados.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6478803"/>
                  </a:ext>
                </a:extLst>
              </a:tr>
              <a:tr h="713836">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Realiza su trabajo con un nivel óptimo de calidad</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dirty="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55830665"/>
                  </a:ext>
                </a:extLst>
              </a:tr>
              <a:tr h="1075329">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Respeta las ideas planteadas por los otros miembros del equipo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7849767"/>
                  </a:ext>
                </a:extLst>
              </a:tr>
              <a:tr h="713836">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Cumple los acuerdos y normas grupales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dirty="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0061595"/>
                  </a:ext>
                </a:extLst>
              </a:tr>
              <a:tr h="394294">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Promedio nota final</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0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5036508"/>
                  </a:ext>
                </a:extLst>
              </a:tr>
            </a:tbl>
          </a:graphicData>
        </a:graphic>
      </p:graphicFrame>
      <p:sp>
        <p:nvSpPr>
          <p:cNvPr id="5" name="Rectangle 2">
            <a:extLst>
              <a:ext uri="{FF2B5EF4-FFF2-40B4-BE49-F238E27FC236}">
                <a16:creationId xmlns:a16="http://schemas.microsoft.com/office/drawing/2014/main" id="{950062CE-BE2F-19DE-F543-9E7665EC7CD3}"/>
              </a:ext>
            </a:extLst>
          </p:cNvPr>
          <p:cNvSpPr>
            <a:spLocks noChangeArrowheads="1"/>
          </p:cNvSpPr>
          <p:nvPr/>
        </p:nvSpPr>
        <p:spPr bwMode="auto">
          <a:xfrm>
            <a:off x="1562035" y="207275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graphicFrame>
        <p:nvGraphicFramePr>
          <p:cNvPr id="6" name="Tabla 5">
            <a:extLst>
              <a:ext uri="{FF2B5EF4-FFF2-40B4-BE49-F238E27FC236}">
                <a16:creationId xmlns:a16="http://schemas.microsoft.com/office/drawing/2014/main" id="{8D576413-E760-3AA6-4A79-EF2BA25E1B2E}"/>
              </a:ext>
            </a:extLst>
          </p:cNvPr>
          <p:cNvGraphicFramePr>
            <a:graphicFrameLocks noGrp="1"/>
          </p:cNvGraphicFramePr>
          <p:nvPr>
            <p:extLst>
              <p:ext uri="{D42A27DB-BD31-4B8C-83A1-F6EECF244321}">
                <p14:modId xmlns:p14="http://schemas.microsoft.com/office/powerpoint/2010/main" val="2748007138"/>
              </p:ext>
            </p:extLst>
          </p:nvPr>
        </p:nvGraphicFramePr>
        <p:xfrm>
          <a:off x="4714784" y="853290"/>
          <a:ext cx="3701428" cy="5258260"/>
        </p:xfrm>
        <a:graphic>
          <a:graphicData uri="http://schemas.openxmlformats.org/drawingml/2006/table">
            <a:tbl>
              <a:tblPr firstRow="1" firstCol="1" bandRow="1"/>
              <a:tblGrid>
                <a:gridCol w="1011818">
                  <a:extLst>
                    <a:ext uri="{9D8B030D-6E8A-4147-A177-3AD203B41FA5}">
                      <a16:colId xmlns:a16="http://schemas.microsoft.com/office/drawing/2014/main" val="4122258098"/>
                    </a:ext>
                  </a:extLst>
                </a:gridCol>
                <a:gridCol w="1011818">
                  <a:extLst>
                    <a:ext uri="{9D8B030D-6E8A-4147-A177-3AD203B41FA5}">
                      <a16:colId xmlns:a16="http://schemas.microsoft.com/office/drawing/2014/main" val="681752163"/>
                    </a:ext>
                  </a:extLst>
                </a:gridCol>
                <a:gridCol w="1011818">
                  <a:extLst>
                    <a:ext uri="{9D8B030D-6E8A-4147-A177-3AD203B41FA5}">
                      <a16:colId xmlns:a16="http://schemas.microsoft.com/office/drawing/2014/main" val="4073232757"/>
                    </a:ext>
                  </a:extLst>
                </a:gridCol>
                <a:gridCol w="665974">
                  <a:extLst>
                    <a:ext uri="{9D8B030D-6E8A-4147-A177-3AD203B41FA5}">
                      <a16:colId xmlns:a16="http://schemas.microsoft.com/office/drawing/2014/main" val="4069762038"/>
                    </a:ext>
                  </a:extLst>
                </a:gridCol>
              </a:tblGrid>
              <a:tr h="308108">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      Criterios</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Juan san Martín</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Francisco Gatica</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Jaime jara</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75313"/>
                  </a:ext>
                </a:extLst>
              </a:tr>
              <a:tr h="782270">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Participa activamente en cada etapa de la evaluación</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3432330"/>
                  </a:ext>
                </a:extLst>
              </a:tr>
              <a:tr h="1354910">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Cumple con las tareas designadas en los plazos</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estipulados.</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6606938"/>
                  </a:ext>
                </a:extLst>
              </a:tr>
              <a:tr h="782270">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Realiza su trabajo con un nivel óptimo de calidad</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0087061"/>
                  </a:ext>
                </a:extLst>
              </a:tr>
              <a:tr h="1098378">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Respeta las ideas planteadas por los otros miembros del equipo</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6393210"/>
                  </a:ext>
                </a:extLst>
              </a:tr>
              <a:tr h="624216">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Cumple los acuerdos y normas grupales</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0331212"/>
                  </a:ext>
                </a:extLst>
              </a:tr>
              <a:tr h="308108">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Promedio nota final</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a:effectLst/>
                          <a:latin typeface="Arial" panose="020B0604020202020204" pitchFamily="34" charset="0"/>
                          <a:ea typeface="Calibri" panose="020F0502020204030204" pitchFamily="34" charset="0"/>
                          <a:cs typeface="Times New Roman" panose="02020603050405020304" pitchFamily="18" charset="0"/>
                        </a:rPr>
                        <a:t> </a:t>
                      </a:r>
                      <a:endParaRPr lang="es-ES" sz="900" kern="10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8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9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57214" marR="572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8837874"/>
                  </a:ext>
                </a:extLst>
              </a:tr>
            </a:tbl>
          </a:graphicData>
        </a:graphic>
      </p:graphicFrame>
    </p:spTree>
    <p:extLst>
      <p:ext uri="{BB962C8B-B14F-4D97-AF65-F5344CB8AC3E}">
        <p14:creationId xmlns:p14="http://schemas.microsoft.com/office/powerpoint/2010/main" val="1035364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8D4045E-9797-289B-9091-BBA19D23CA28}"/>
              </a:ext>
            </a:extLst>
          </p:cNvPr>
          <p:cNvGraphicFramePr>
            <a:graphicFrameLocks noGrp="1"/>
          </p:cNvGraphicFramePr>
          <p:nvPr>
            <p:extLst>
              <p:ext uri="{D42A27DB-BD31-4B8C-83A1-F6EECF244321}">
                <p14:modId xmlns:p14="http://schemas.microsoft.com/office/powerpoint/2010/main" val="3037838444"/>
              </p:ext>
            </p:extLst>
          </p:nvPr>
        </p:nvGraphicFramePr>
        <p:xfrm>
          <a:off x="1862416" y="437622"/>
          <a:ext cx="5605780" cy="2670556"/>
        </p:xfrm>
        <a:graphic>
          <a:graphicData uri="http://schemas.openxmlformats.org/drawingml/2006/table">
            <a:tbl>
              <a:tblPr firstRow="1" firstCol="1" bandRow="1"/>
              <a:tblGrid>
                <a:gridCol w="2802890">
                  <a:extLst>
                    <a:ext uri="{9D8B030D-6E8A-4147-A177-3AD203B41FA5}">
                      <a16:colId xmlns:a16="http://schemas.microsoft.com/office/drawing/2014/main" val="147237940"/>
                    </a:ext>
                  </a:extLst>
                </a:gridCol>
                <a:gridCol w="2802890">
                  <a:extLst>
                    <a:ext uri="{9D8B030D-6E8A-4147-A177-3AD203B41FA5}">
                      <a16:colId xmlns:a16="http://schemas.microsoft.com/office/drawing/2014/main" val="3896701701"/>
                    </a:ext>
                  </a:extLst>
                </a:gridCol>
              </a:tblGrid>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Criterio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Jaime jara</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9001463"/>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Contribuyo de manera efectiva y participo activamente en el trabajo.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0918594"/>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Mi habilidad para comunicarme y colaborar constructiva.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2215973"/>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Resuelvo conflictos y potencio un ambiente de trabajo positivo.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75790989"/>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Cumplo responsablemente con las fechas de las tareas asignadas.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4372230"/>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Acojo positivamente la retroalimentación hecha por el docente, o bien replanteo la situación observada mejorando sustancialmente.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8050129"/>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Promedio nota final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8643433"/>
                  </a:ext>
                </a:extLst>
              </a:tr>
            </a:tbl>
          </a:graphicData>
        </a:graphic>
      </p:graphicFrame>
      <p:graphicFrame>
        <p:nvGraphicFramePr>
          <p:cNvPr id="5" name="Tabla 4">
            <a:extLst>
              <a:ext uri="{FF2B5EF4-FFF2-40B4-BE49-F238E27FC236}">
                <a16:creationId xmlns:a16="http://schemas.microsoft.com/office/drawing/2014/main" id="{127E8F61-466B-4A08-9256-337C6D08FD4A}"/>
              </a:ext>
            </a:extLst>
          </p:cNvPr>
          <p:cNvGraphicFramePr>
            <a:graphicFrameLocks noGrp="1"/>
          </p:cNvGraphicFramePr>
          <p:nvPr>
            <p:extLst>
              <p:ext uri="{D42A27DB-BD31-4B8C-83A1-F6EECF244321}">
                <p14:modId xmlns:p14="http://schemas.microsoft.com/office/powerpoint/2010/main" val="2054624590"/>
              </p:ext>
            </p:extLst>
          </p:nvPr>
        </p:nvGraphicFramePr>
        <p:xfrm>
          <a:off x="1862416" y="3429000"/>
          <a:ext cx="5605780" cy="2670556"/>
        </p:xfrm>
        <a:graphic>
          <a:graphicData uri="http://schemas.openxmlformats.org/drawingml/2006/table">
            <a:tbl>
              <a:tblPr firstRow="1" firstCol="1" bandRow="1"/>
              <a:tblGrid>
                <a:gridCol w="2802890">
                  <a:extLst>
                    <a:ext uri="{9D8B030D-6E8A-4147-A177-3AD203B41FA5}">
                      <a16:colId xmlns:a16="http://schemas.microsoft.com/office/drawing/2014/main" val="3985843620"/>
                    </a:ext>
                  </a:extLst>
                </a:gridCol>
                <a:gridCol w="2802890">
                  <a:extLst>
                    <a:ext uri="{9D8B030D-6E8A-4147-A177-3AD203B41FA5}">
                      <a16:colId xmlns:a16="http://schemas.microsoft.com/office/drawing/2014/main" val="3916563077"/>
                    </a:ext>
                  </a:extLst>
                </a:gridCol>
              </a:tblGrid>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Criterio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a:t>
                      </a:r>
                      <a:r>
                        <a:rPr lang="es-CL" sz="1200" kern="100">
                          <a:effectLst/>
                          <a:latin typeface="Arial" panose="020B0604020202020204" pitchFamily="34" charset="0"/>
                          <a:ea typeface="Calibri" panose="020F0502020204030204" pitchFamily="34" charset="0"/>
                          <a:cs typeface="Times New Roman" panose="02020603050405020304" pitchFamily="18" charset="0"/>
                        </a:rPr>
                        <a:t>Francisco gatica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259750"/>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Contribuyo de manera efectiva y participo activamente en el trabajo.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0530816"/>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Mi habilidad para comunicarme y colaborar constructiva.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319247"/>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Resuelvo conflictos y potencio un ambiente de trabajo positivo.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4216962"/>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Cumplo responsablemente con las fechas de las tareas asignadas.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0908522"/>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Acojo positivamente la retroalimentación hecha por el docente, o bien replanteo la situación observada mejorando sustancialmente.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0406064"/>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Promedio nota final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4680512"/>
                  </a:ext>
                </a:extLst>
              </a:tr>
            </a:tbl>
          </a:graphicData>
        </a:graphic>
      </p:graphicFrame>
    </p:spTree>
    <p:extLst>
      <p:ext uri="{BB962C8B-B14F-4D97-AF65-F5344CB8AC3E}">
        <p14:creationId xmlns:p14="http://schemas.microsoft.com/office/powerpoint/2010/main" val="3676177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9FAD350-4867-4A0E-73D6-C6A1A6B3BE66}"/>
              </a:ext>
            </a:extLst>
          </p:cNvPr>
          <p:cNvGraphicFramePr>
            <a:graphicFrameLocks noGrp="1"/>
          </p:cNvGraphicFramePr>
          <p:nvPr>
            <p:extLst>
              <p:ext uri="{D42A27DB-BD31-4B8C-83A1-F6EECF244321}">
                <p14:modId xmlns:p14="http://schemas.microsoft.com/office/powerpoint/2010/main" val="3958703943"/>
              </p:ext>
            </p:extLst>
          </p:nvPr>
        </p:nvGraphicFramePr>
        <p:xfrm>
          <a:off x="1517183" y="3582038"/>
          <a:ext cx="5605780" cy="2670556"/>
        </p:xfrm>
        <a:graphic>
          <a:graphicData uri="http://schemas.openxmlformats.org/drawingml/2006/table">
            <a:tbl>
              <a:tblPr firstRow="1" firstCol="1" bandRow="1"/>
              <a:tblGrid>
                <a:gridCol w="2802890">
                  <a:extLst>
                    <a:ext uri="{9D8B030D-6E8A-4147-A177-3AD203B41FA5}">
                      <a16:colId xmlns:a16="http://schemas.microsoft.com/office/drawing/2014/main" val="3783534767"/>
                    </a:ext>
                  </a:extLst>
                </a:gridCol>
                <a:gridCol w="2802890">
                  <a:extLst>
                    <a:ext uri="{9D8B030D-6E8A-4147-A177-3AD203B41FA5}">
                      <a16:colId xmlns:a16="http://schemas.microsoft.com/office/drawing/2014/main" val="2933610181"/>
                    </a:ext>
                  </a:extLst>
                </a:gridCol>
              </a:tblGrid>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Criterio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Jeison escobar</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3178760"/>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Contribuyo de manera efectiva y participo activamente en el trabajo.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52214711"/>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Mi habilidad para comunicarme y colaborar constructiva.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096921"/>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Resuelvo conflictos y potencio un ambiente de trabajo positivo.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6032096"/>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Cumplo responsablemente con las fechas de las tareas asignadas.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03832345"/>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Acojo positivamente la retroalimentación hecha por el docente, o bien replanteo la situación observada mejorando sustancialmente.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6470899"/>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Promedio nota final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61887875"/>
                  </a:ext>
                </a:extLst>
              </a:tr>
            </a:tbl>
          </a:graphicData>
        </a:graphic>
      </p:graphicFrame>
      <p:graphicFrame>
        <p:nvGraphicFramePr>
          <p:cNvPr id="3" name="Tabla 2">
            <a:extLst>
              <a:ext uri="{FF2B5EF4-FFF2-40B4-BE49-F238E27FC236}">
                <a16:creationId xmlns:a16="http://schemas.microsoft.com/office/drawing/2014/main" id="{DFD8C5A1-8725-F344-71B6-9F74CB79BAB3}"/>
              </a:ext>
            </a:extLst>
          </p:cNvPr>
          <p:cNvGraphicFramePr>
            <a:graphicFrameLocks noGrp="1"/>
          </p:cNvGraphicFramePr>
          <p:nvPr>
            <p:extLst>
              <p:ext uri="{D42A27DB-BD31-4B8C-83A1-F6EECF244321}">
                <p14:modId xmlns:p14="http://schemas.microsoft.com/office/powerpoint/2010/main" val="3488683896"/>
              </p:ext>
            </p:extLst>
          </p:nvPr>
        </p:nvGraphicFramePr>
        <p:xfrm>
          <a:off x="1451869" y="323815"/>
          <a:ext cx="5605780" cy="2670556"/>
        </p:xfrm>
        <a:graphic>
          <a:graphicData uri="http://schemas.openxmlformats.org/drawingml/2006/table">
            <a:tbl>
              <a:tblPr firstRow="1" firstCol="1" bandRow="1"/>
              <a:tblGrid>
                <a:gridCol w="2802890">
                  <a:extLst>
                    <a:ext uri="{9D8B030D-6E8A-4147-A177-3AD203B41FA5}">
                      <a16:colId xmlns:a16="http://schemas.microsoft.com/office/drawing/2014/main" val="22079186"/>
                    </a:ext>
                  </a:extLst>
                </a:gridCol>
                <a:gridCol w="2802890">
                  <a:extLst>
                    <a:ext uri="{9D8B030D-6E8A-4147-A177-3AD203B41FA5}">
                      <a16:colId xmlns:a16="http://schemas.microsoft.com/office/drawing/2014/main" val="4249172389"/>
                    </a:ext>
                  </a:extLst>
                </a:gridCol>
              </a:tblGrid>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Criterio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Juan san </a:t>
                      </a:r>
                      <a:r>
                        <a:rPr lang="es-CL" sz="1200" kern="100" dirty="0" err="1">
                          <a:effectLst/>
                          <a:latin typeface="Arial" panose="020B0604020202020204" pitchFamily="34" charset="0"/>
                          <a:ea typeface="Calibri" panose="020F0502020204030204" pitchFamily="34" charset="0"/>
                          <a:cs typeface="Times New Roman" panose="02020603050405020304" pitchFamily="18" charset="0"/>
                        </a:rPr>
                        <a:t>martin</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5678078"/>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Contribuyo de manera efectiva y participo activamente en el trabajo.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6268867"/>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Mi habilidad para comunicarme y colaborar constructiva.</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6779683"/>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Resuelvo conflictos y potencio un ambiente de trabajo positivo.</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1761320"/>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Cumplo responsablemente con las fechas de las tareas asignadas.</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8197575"/>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Acojo positivamente la retroalimentación hecha por el docente, o bien replanteo la situación observada mejorando sustancialmente.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Siempre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1626521"/>
                  </a:ext>
                </a:extLst>
              </a:tr>
              <a:tr h="0">
                <a:tc>
                  <a:txBody>
                    <a:bodyPr/>
                    <a:lstStyle/>
                    <a:p>
                      <a:pPr algn="just">
                        <a:lnSpc>
                          <a:spcPct val="107000"/>
                        </a:lnSpc>
                        <a:spcAft>
                          <a:spcPts val="800"/>
                        </a:spcAft>
                      </a:pPr>
                      <a:r>
                        <a:rPr lang="es-CL" sz="1200" kern="100">
                          <a:effectLst/>
                          <a:latin typeface="Arial" panose="020B0604020202020204" pitchFamily="34" charset="0"/>
                          <a:ea typeface="Calibri" panose="020F0502020204030204" pitchFamily="34" charset="0"/>
                          <a:cs typeface="Times New Roman" panose="02020603050405020304" pitchFamily="18" charset="0"/>
                        </a:rPr>
                        <a:t>Promedio nota final </a:t>
                      </a:r>
                      <a:endParaRPr lang="es-E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CL" sz="1200" kern="100" dirty="0">
                          <a:effectLst/>
                          <a:latin typeface="Arial" panose="020B0604020202020204" pitchFamily="34" charset="0"/>
                          <a:ea typeface="Calibri" panose="020F0502020204030204" pitchFamily="34" charset="0"/>
                          <a:cs typeface="Times New Roman" panose="02020603050405020304" pitchFamily="18" charset="0"/>
                        </a:rPr>
                        <a:t> </a:t>
                      </a:r>
                      <a:endParaRPr lang="es-E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8292459"/>
                  </a:ext>
                </a:extLst>
              </a:tr>
            </a:tbl>
          </a:graphicData>
        </a:graphic>
      </p:graphicFrame>
    </p:spTree>
    <p:extLst>
      <p:ext uri="{BB962C8B-B14F-4D97-AF65-F5344CB8AC3E}">
        <p14:creationId xmlns:p14="http://schemas.microsoft.com/office/powerpoint/2010/main" val="357889901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966</TotalTime>
  <Words>2816</Words>
  <Application>Microsoft Macintosh PowerPoint</Application>
  <PresentationFormat>Presentación en pantalla (4:3)</PresentationFormat>
  <Paragraphs>451</Paragraphs>
  <Slides>26</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Arial</vt:lpstr>
      <vt:lpstr>Calibri</vt:lpstr>
      <vt:lpstr>Cambria Math</vt:lpstr>
      <vt:lpstr>Roboto</vt:lpstr>
      <vt:lpstr>Times New Roman</vt:lpstr>
      <vt:lpstr>Wingdings</vt:lpstr>
      <vt:lpstr>Tema de Office</vt:lpstr>
      <vt:lpstr>IMPRESIONES 3D</vt:lpstr>
      <vt:lpstr>Definición del Proyecto: </vt:lpstr>
      <vt:lpstr>Impresión De Repuestos En 3D </vt:lpstr>
      <vt:lpstr>Presentación de PowerPoint</vt:lpstr>
      <vt:lpstr>Objetivo: Optimizar el tiempo y la accesibilidad en la reparación de vehículos, mediante la producción ágil y personalizada de repuestos utilizando la tecnología de las impresiones en 3D.</vt:lpstr>
      <vt:lpstr>Temas iniciales involucrados</vt:lpstr>
      <vt:lpstr>Presentación de PowerPoint</vt:lpstr>
      <vt:lpstr>Materiales y Herramientas a utilizar </vt:lpstr>
      <vt:lpstr>¿Cómo obtener con mayor facilidad las medidas de una pieza para recrearla?</vt:lpstr>
      <vt:lpstr> ¿Cómo facilitar la creación o reconstrucción de un repuesto descontinuado o desgastado? </vt:lpstr>
      <vt:lpstr> ¿Cómo mejorar la accesibilidad hacia los repuestos? </vt:lpstr>
      <vt:lpstr> ¿Cómo ser más precisos en la fabricación  de un repuesto? </vt:lpstr>
      <vt:lpstr>Árbol de solución </vt:lpstr>
      <vt:lpstr>Bitácora:</vt:lpstr>
      <vt:lpstr>Herramientas tecnológicas a utilizar:</vt:lpstr>
      <vt:lpstr>Uso de las herramientas tecnológicas dentro del proyecto</vt:lpstr>
      <vt:lpstr>Uso de las matemáticas en el proyecto</vt:lpstr>
      <vt:lpstr>Herramientas:</vt:lpstr>
      <vt:lpstr>Revisión de ideas y productos</vt:lpstr>
      <vt:lpstr>Presentación del producto o prototipo </vt:lpstr>
      <vt:lpstr>RESULTADOS Y CONCLUSION </vt:lpstr>
      <vt:lpstr>Linografía y bibliografía </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Titulo de la Presentación</dc:title>
  <dc:creator>agencia</dc:creator>
  <cp:lastModifiedBy>LISSETTE ANDREA SALAMANCA MELLA</cp:lastModifiedBy>
  <cp:revision>35</cp:revision>
  <dcterms:created xsi:type="dcterms:W3CDTF">2015-06-26T15:52:47Z</dcterms:created>
  <dcterms:modified xsi:type="dcterms:W3CDTF">2023-12-19T19:08:17Z</dcterms:modified>
</cp:coreProperties>
</file>