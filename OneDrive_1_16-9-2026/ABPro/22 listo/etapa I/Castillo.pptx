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</p:sldMasterIdLst>
  <p:sldIdLst>
    <p:sldId id="256" r:id="rId5"/>
    <p:sldId id="257" r:id="rId6"/>
    <p:sldId id="258" r:id="rId7"/>
    <p:sldId id="259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366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818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14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84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299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59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581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115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363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80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7386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318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509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953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6563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84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16-11-2023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698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AD0EB-48AF-2D94-2566-EBDA8798B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ES" sz="1800" b="0" i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/>
            </a:r>
            <a:br>
              <a:rPr lang="es-ES" sz="1800" b="0" i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s-ES" sz="3600" b="0" i="0" dirty="0" smtClean="0">
                <a:solidFill>
                  <a:srgbClr val="000000"/>
                </a:solidFill>
                <a:effectLst/>
                <a:latin typeface="Bahnschrift SemiLight Condensed" panose="020B0502040204020203" pitchFamily="34" charset="0"/>
              </a:rPr>
              <a:t>Confianza al Volante</a:t>
            </a:r>
            <a:r>
              <a:rPr lang="es-ES" sz="1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/>
            </a:r>
            <a:br>
              <a:rPr lang="es-ES" sz="1800" dirty="0" smtClean="0">
                <a:solidFill>
                  <a:srgbClr val="000000"/>
                </a:solidFill>
                <a:latin typeface="Calibri" panose="020F0502020204030204" pitchFamily="34" charset="0"/>
              </a:rPr>
            </a:b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07067" y="4050834"/>
            <a:ext cx="7766936" cy="179301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s-CL" dirty="0">
                <a:solidFill>
                  <a:schemeClr val="tx1"/>
                </a:solidFill>
              </a:rPr>
              <a:t>Integrantes: Leonardo García Soto</a:t>
            </a:r>
            <a:br>
              <a:rPr lang="es-CL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Marcelo Valenzuela Padilla</a:t>
            </a:r>
            <a:br>
              <a:rPr lang="es-CL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Vicente Salazar Fonseca</a:t>
            </a:r>
            <a:br>
              <a:rPr lang="es-CL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Christian Castillo Pérez  </a:t>
            </a:r>
            <a:br>
              <a:rPr lang="es-CL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Profesor: Lissette Salamanca Mella</a:t>
            </a:r>
            <a:br>
              <a:rPr lang="es-CL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Asignatura :Funciones y geometría</a:t>
            </a:r>
            <a:br>
              <a:rPr lang="es-CL" dirty="0">
                <a:solidFill>
                  <a:schemeClr val="tx1"/>
                </a:solidFill>
              </a:rPr>
            </a:br>
            <a:r>
              <a:rPr lang="es-CL" dirty="0">
                <a:solidFill>
                  <a:schemeClr val="tx1"/>
                </a:solidFill>
              </a:rPr>
              <a:t>Carrera: Mecánica y </a:t>
            </a:r>
            <a:r>
              <a:rPr lang="es-CL" dirty="0" err="1">
                <a:solidFill>
                  <a:schemeClr val="tx1"/>
                </a:solidFill>
              </a:rPr>
              <a:t>Electromovilidad</a:t>
            </a:r>
            <a:r>
              <a:rPr lang="es-CL" dirty="0">
                <a:solidFill>
                  <a:schemeClr val="tx1"/>
                </a:solidFill>
              </a:rPr>
              <a:t> Automotriz</a:t>
            </a:r>
          </a:p>
        </p:txBody>
      </p:sp>
    </p:spTree>
    <p:extLst>
      <p:ext uri="{BB962C8B-B14F-4D97-AF65-F5344CB8AC3E}">
        <p14:creationId xmlns:p14="http://schemas.microsoft.com/office/powerpoint/2010/main" val="99360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19140-C4B6-4426-7B0B-A9112C97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Definición del </a:t>
            </a:r>
            <a:r>
              <a:rPr lang="es-ES" sz="1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proyecto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En la comuna de los Ángeles la movilidad se vuelto esencial, la confianza en los mecánicos desempeña un papel crucial, pero muchos propietarios de vehículos se enfrentan a la incertidumbre y la desconfianza hacia quienes les confían sus vehículos. </a:t>
            </a:r>
          </a:p>
          <a:p>
            <a:r>
              <a:rPr lang="es-CL" dirty="0" smtClean="0"/>
              <a:t>En este proyecto buscamos como futuros mecánicos investigar las razones por la cual existe esta desconfianza hacia el servicio automotriz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733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8513-76B1-3793-002B-328B0633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Tema </a:t>
            </a: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de investigación, nociones matemáticas y problemática a abordar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s-CL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u="sng" dirty="0" smtClean="0">
                <a:solidFill>
                  <a:schemeClr val="tx1"/>
                </a:solidFill>
              </a:rPr>
              <a:t>Tema de investigación:</a:t>
            </a:r>
            <a:r>
              <a:rPr lang="es-CL" dirty="0">
                <a:solidFill>
                  <a:schemeClr val="tx1"/>
                </a:solidFill>
              </a:rPr>
              <a:t> </a:t>
            </a:r>
            <a:r>
              <a:rPr lang="es-CL" dirty="0" smtClean="0">
                <a:solidFill>
                  <a:schemeClr val="tx1"/>
                </a:solidFill>
              </a:rPr>
              <a:t>la calidad del servicio que da el mecánico al cliente.</a:t>
            </a:r>
          </a:p>
          <a:p>
            <a:r>
              <a:rPr lang="es-CL" dirty="0" smtClean="0">
                <a:solidFill>
                  <a:schemeClr val="tx1"/>
                </a:solidFill>
              </a:rPr>
              <a:t>La credibilidad hacia los mecánicos.</a:t>
            </a:r>
          </a:p>
          <a:p>
            <a:r>
              <a:rPr lang="es-CL" u="sng" dirty="0" smtClean="0">
                <a:solidFill>
                  <a:schemeClr val="tx1"/>
                </a:solidFill>
              </a:rPr>
              <a:t>Nociones matemáticas: </a:t>
            </a:r>
            <a:r>
              <a:rPr lang="es-CL" dirty="0" smtClean="0">
                <a:solidFill>
                  <a:schemeClr val="tx1"/>
                </a:solidFill>
              </a:rPr>
              <a:t>Proporciones, porcentajes, software estadísticos.</a:t>
            </a:r>
          </a:p>
          <a:p>
            <a:pPr marL="0" indent="0">
              <a:buNone/>
            </a:pPr>
            <a:r>
              <a:rPr lang="es-CL" dirty="0" smtClean="0">
                <a:solidFill>
                  <a:schemeClr val="tx1"/>
                </a:solidFill>
              </a:rPr>
              <a:t>    </a:t>
            </a:r>
            <a:endParaRPr lang="es-CL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1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11957-82E8-115C-643E-E2F3E1D8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Objetivos 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 preguntas de investigación  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Objetivo: realizar un estudio de análisis sobre la credibilidad de los mecánicos.</a:t>
            </a:r>
          </a:p>
          <a:p>
            <a:r>
              <a:rPr lang="es-CL" dirty="0" smtClean="0"/>
              <a:t>Preguntas:</a:t>
            </a:r>
          </a:p>
          <a:p>
            <a:pPr>
              <a:buFont typeface="+mj-lt"/>
              <a:buAutoNum type="arabicPeriod"/>
            </a:pPr>
            <a:r>
              <a:rPr lang="es-CL" dirty="0" smtClean="0"/>
              <a:t>¿Por qué les causan dudan de las reparaciones automotriz?</a:t>
            </a:r>
          </a:p>
          <a:p>
            <a:pPr>
              <a:buFont typeface="+mj-lt"/>
              <a:buAutoNum type="arabicPeriod"/>
            </a:pPr>
            <a:r>
              <a:rPr lang="es-CL" dirty="0" smtClean="0"/>
              <a:t>¿Cuánto sabes sobre mecánica básica?</a:t>
            </a:r>
          </a:p>
          <a:p>
            <a:pPr>
              <a:buFont typeface="+mj-lt"/>
              <a:buAutoNum type="arabicPeriod"/>
            </a:pPr>
            <a:r>
              <a:rPr lang="es-CL" dirty="0" smtClean="0"/>
              <a:t>¿crees que los mecánicos suben los precios cuando se trata de una persona sin conocimiento?</a:t>
            </a:r>
          </a:p>
          <a:p>
            <a:pPr>
              <a:buFont typeface="+mj-lt"/>
              <a:buAutoNum type="arabicPeriod"/>
            </a:pPr>
            <a:r>
              <a:rPr lang="es-CL" dirty="0" smtClean="0"/>
              <a:t>¿son honestos los mecánicos con los clientes? </a:t>
            </a:r>
          </a:p>
          <a:p>
            <a:pPr>
              <a:buFont typeface="+mj-lt"/>
              <a:buAutoNum type="arabicPeriod"/>
            </a:pPr>
            <a:r>
              <a:rPr lang="es-CL" dirty="0" smtClean="0"/>
              <a:t>¿hacen un buen trabajo los mecánicos a la hora de reparar un automóvil?</a:t>
            </a:r>
          </a:p>
          <a:p>
            <a:pPr marL="0" indent="0">
              <a:buNone/>
            </a:pPr>
            <a:endParaRPr lang="es-CL" dirty="0" smtClean="0"/>
          </a:p>
        </p:txBody>
      </p:sp>
    </p:spTree>
    <p:extLst>
      <p:ext uri="{BB962C8B-B14F-4D97-AF65-F5344CB8AC3E}">
        <p14:creationId xmlns:p14="http://schemas.microsoft.com/office/powerpoint/2010/main" val="236523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Temas iniciales involucrados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La calidad del servicio que da el mecánico al cliente.</a:t>
            </a:r>
          </a:p>
          <a:p>
            <a:r>
              <a:rPr lang="es-CL" dirty="0" smtClean="0"/>
              <a:t>La credibilidad y honestidad a la hora de cobrar un servicio.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772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6: Cronograma y materiales </a:t>
            </a:r>
            <a:r>
              <a:rPr lang="es-E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utilizar</a:t>
            </a:r>
            <a:endParaRPr lang="es-CL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074305"/>
              </p:ext>
            </p:extLst>
          </p:nvPr>
        </p:nvGraphicFramePr>
        <p:xfrm>
          <a:off x="677863" y="2160588"/>
          <a:ext cx="859631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262">
                  <a:extLst>
                    <a:ext uri="{9D8B030D-6E8A-4147-A177-3AD203B41FA5}">
                      <a16:colId xmlns:a16="http://schemas.microsoft.com/office/drawing/2014/main" val="4023763024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651946363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51095727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368918208"/>
                    </a:ext>
                  </a:extLst>
                </a:gridCol>
                <a:gridCol w="1719262">
                  <a:extLst>
                    <a:ext uri="{9D8B030D-6E8A-4147-A177-3AD203B41FA5}">
                      <a16:colId xmlns:a16="http://schemas.microsoft.com/office/drawing/2014/main" val="4081980818"/>
                    </a:ext>
                  </a:extLst>
                </a:gridCol>
              </a:tblGrid>
              <a:tr h="607009"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Tareas</a:t>
                      </a:r>
                    </a:p>
                    <a:p>
                      <a:r>
                        <a:rPr lang="es-CL" sz="1400" dirty="0" smtClean="0"/>
                        <a:t>¿Qué</a:t>
                      </a:r>
                      <a:r>
                        <a:rPr lang="es-CL" sz="1400" baseline="0" dirty="0" smtClean="0"/>
                        <a:t> haremos?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Productos</a:t>
                      </a:r>
                    </a:p>
                    <a:p>
                      <a:r>
                        <a:rPr lang="es-CL" sz="1400" dirty="0" smtClean="0"/>
                        <a:t>¿</a:t>
                      </a:r>
                      <a:r>
                        <a:rPr lang="es-CL" sz="1400" baseline="0" dirty="0" smtClean="0"/>
                        <a:t>que resultados obtendremos?</a:t>
                      </a:r>
                      <a:endParaRPr lang="es-CL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Plazos</a:t>
                      </a:r>
                    </a:p>
                    <a:p>
                      <a:r>
                        <a:rPr lang="es-CL" sz="1400" dirty="0" smtClean="0"/>
                        <a:t>¿para cuando estará hecho?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Responsable(s)</a:t>
                      </a:r>
                      <a:r>
                        <a:rPr lang="es-CL" sz="1400" baseline="0" dirty="0" smtClean="0"/>
                        <a:t> </a:t>
                      </a:r>
                    </a:p>
                    <a:p>
                      <a:r>
                        <a:rPr lang="es-CL" sz="1400" baseline="0" dirty="0" smtClean="0"/>
                        <a:t>¿Quiénes lo harán?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Insumos</a:t>
                      </a:r>
                    </a:p>
                    <a:p>
                      <a:r>
                        <a:rPr lang="es-CL" sz="1400" dirty="0" smtClean="0"/>
                        <a:t>¿Qué</a:t>
                      </a:r>
                      <a:r>
                        <a:rPr lang="es-CL" sz="1400" baseline="0" dirty="0" smtClean="0"/>
                        <a:t> necesitaremos para hacerlo?</a:t>
                      </a:r>
                      <a:endParaRPr lang="es-C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558167"/>
                  </a:ext>
                </a:extLst>
              </a:tr>
              <a:tr h="607009"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1. Realización de encuestas.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Opinión</a:t>
                      </a:r>
                      <a:r>
                        <a:rPr lang="es-CL" sz="1400" baseline="0" dirty="0" smtClean="0"/>
                        <a:t> de personas.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Sábado 18 de noviembre.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Hernán García</a:t>
                      </a:r>
                    </a:p>
                    <a:p>
                      <a:r>
                        <a:rPr lang="es-CL" sz="1400" dirty="0" smtClean="0"/>
                        <a:t>Marcelo</a:t>
                      </a:r>
                      <a:r>
                        <a:rPr lang="es-CL" sz="1400" baseline="0" dirty="0" smtClean="0"/>
                        <a:t> Valenzuela.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Internet,</a:t>
                      </a:r>
                      <a:r>
                        <a:rPr lang="es-CL" sz="1400" baseline="0" dirty="0" smtClean="0"/>
                        <a:t> computador.</a:t>
                      </a:r>
                      <a:endParaRPr lang="es-C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83882"/>
                  </a:ext>
                </a:extLst>
              </a:tr>
              <a:tr h="607009"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2.Recopilacion de datos.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Cantidad</a:t>
                      </a:r>
                      <a:r>
                        <a:rPr lang="es-CL" sz="1400" baseline="0" dirty="0" smtClean="0"/>
                        <a:t> de personas que realizaron la encuesta.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Miércoles</a:t>
                      </a:r>
                      <a:r>
                        <a:rPr lang="es-CL" sz="1400" baseline="0" dirty="0" smtClean="0"/>
                        <a:t> 22 de noviembre.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Vicente</a:t>
                      </a:r>
                      <a:r>
                        <a:rPr lang="es-CL" sz="1400" baseline="0" dirty="0" smtClean="0"/>
                        <a:t> Salazar.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Computador.</a:t>
                      </a:r>
                      <a:endParaRPr lang="es-C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985383"/>
                  </a:ext>
                </a:extLst>
              </a:tr>
              <a:tr h="607009"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3. Análisis de datos.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Porcentaje de personas que</a:t>
                      </a:r>
                      <a:r>
                        <a:rPr lang="es-CL" sz="1400" baseline="0" dirty="0" smtClean="0"/>
                        <a:t> sienten desconfianza al momento de ir a un taller </a:t>
                      </a:r>
                      <a:r>
                        <a:rPr lang="es-CL" sz="1400" baseline="0" dirty="0" err="1" smtClean="0"/>
                        <a:t>mecanico</a:t>
                      </a:r>
                      <a:r>
                        <a:rPr lang="es-CL" sz="1400" baseline="0" dirty="0" smtClean="0"/>
                        <a:t>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Los</a:t>
                      </a:r>
                      <a:r>
                        <a:rPr lang="es-CL" sz="1400" baseline="0" dirty="0" smtClean="0"/>
                        <a:t> días 23 y 24 de noviembre.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Christian</a:t>
                      </a:r>
                      <a:r>
                        <a:rPr lang="es-CL" sz="1400" baseline="0" dirty="0" smtClean="0"/>
                        <a:t> Castillo. </a:t>
                      </a:r>
                      <a:endParaRPr lang="es-C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400" dirty="0" smtClean="0"/>
                        <a:t>Calculadora</a:t>
                      </a:r>
                      <a:r>
                        <a:rPr lang="es-CL" sz="1400" baseline="0" dirty="0" smtClean="0"/>
                        <a:t> científica, computador e internet.</a:t>
                      </a:r>
                      <a:endParaRPr lang="es-C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24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0247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A84260D04624A8B717A5811981AC4" ma:contentTypeVersion="16" ma:contentTypeDescription="Create a new document." ma:contentTypeScope="" ma:versionID="78ec2117f7e2a26e85b2e503ca3368cf">
  <xsd:schema xmlns:xsd="http://www.w3.org/2001/XMLSchema" xmlns:xs="http://www.w3.org/2001/XMLSchema" xmlns:p="http://schemas.microsoft.com/office/2006/metadata/properties" xmlns:ns3="044690ba-3bcd-4bf0-9bed-6c935b699a1b" xmlns:ns4="e18e1d99-ad59-48f1-b4b7-e09c670c4281" targetNamespace="http://schemas.microsoft.com/office/2006/metadata/properties" ma:root="true" ma:fieldsID="bd91240d1f551a398bc54852b2baaade" ns3:_="" ns4:_="">
    <xsd:import namespace="044690ba-3bcd-4bf0-9bed-6c935b699a1b"/>
    <xsd:import namespace="e18e1d99-ad59-48f1-b4b7-e09c670c42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690ba-3bcd-4bf0-9bed-6c935b699a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e1d99-ad59-48f1-b4b7-e09c670c42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e1d99-ad59-48f1-b4b7-e09c670c4281" xsi:nil="true"/>
  </documentManagement>
</p:properties>
</file>

<file path=customXml/itemProps1.xml><?xml version="1.0" encoding="utf-8"?>
<ds:datastoreItem xmlns:ds="http://schemas.openxmlformats.org/officeDocument/2006/customXml" ds:itemID="{CAA8A3B3-4AE0-4A4B-B7C7-630581812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690ba-3bcd-4bf0-9bed-6c935b699a1b"/>
    <ds:schemaRef ds:uri="e18e1d99-ad59-48f1-b4b7-e09c670c42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D2E0C6-02D9-4725-AA2D-08585DAEF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3AC9BC-3A48-41FB-89C8-97DFFCFF99CC}">
  <ds:schemaRefs>
    <ds:schemaRef ds:uri="http://schemas.microsoft.com/office/infopath/2007/PartnerControls"/>
    <ds:schemaRef ds:uri="044690ba-3bcd-4bf0-9bed-6c935b699a1b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e18e1d99-ad59-48f1-b4b7-e09c670c4281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384</Words>
  <Application>Microsoft Office PowerPoint</Application>
  <PresentationFormat>Panorámica</PresentationFormat>
  <Paragraphs>48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Bahnschrift SemiLight Condensed</vt:lpstr>
      <vt:lpstr>Calibri</vt:lpstr>
      <vt:lpstr>Trebuchet MS</vt:lpstr>
      <vt:lpstr>Wingdings 3</vt:lpstr>
      <vt:lpstr>Faceta</vt:lpstr>
      <vt:lpstr> Confianza al Volante </vt:lpstr>
      <vt:lpstr> Definición del proyecto</vt:lpstr>
      <vt:lpstr>Tema de investigación, nociones matemáticas y problemática a abordar </vt:lpstr>
      <vt:lpstr>Objetivos y preguntas de investigación  </vt:lpstr>
      <vt:lpstr> Temas iniciales involucrados</vt:lpstr>
      <vt:lpstr>Diapositiva 6: Cronograma y materiales a utilizar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1: Nombre del proyecto, integrantes, profesor, asignatura y carrera</dc:title>
  <dc:creator>GISELLE ANGELICA MORA OCARES</dc:creator>
  <cp:lastModifiedBy>pacademicos</cp:lastModifiedBy>
  <cp:revision>19</cp:revision>
  <dcterms:created xsi:type="dcterms:W3CDTF">2023-08-31T16:26:40Z</dcterms:created>
  <dcterms:modified xsi:type="dcterms:W3CDTF">2023-11-16T21:37:05Z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0x0101003A2A84260D04624A8B717A5811981AC4</vt:lpwstr>
  </property>
</Properties>
</file>