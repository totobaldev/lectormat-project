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100" d="100"/>
          <a:sy n="100" d="100"/>
        </p:scale>
        <p:origin x="-690" y="-7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653494-7A2A-7747-A1AE-2F62E4A13B08}" type="datetimeFigureOut">
              <a:rPr lang="es-CL" smtClean="0"/>
              <a:t>17-11-2023</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D1A0F8-30F4-7848-8860-AB9DF237D80E}" type="slidenum">
              <a:rPr lang="es-CL" smtClean="0"/>
              <a:t>‹Nº›</a:t>
            </a:fld>
            <a:endParaRPr lang="es-CL"/>
          </a:p>
        </p:txBody>
      </p:sp>
    </p:spTree>
    <p:extLst>
      <p:ext uri="{BB962C8B-B14F-4D97-AF65-F5344CB8AC3E}">
        <p14:creationId xmlns:p14="http://schemas.microsoft.com/office/powerpoint/2010/main" val="6679685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dirty="0"/>
          </a:p>
        </p:txBody>
      </p:sp>
      <p:sp>
        <p:nvSpPr>
          <p:cNvPr id="4" name="Marcador de número de diapositiva 3"/>
          <p:cNvSpPr>
            <a:spLocks noGrp="1"/>
          </p:cNvSpPr>
          <p:nvPr>
            <p:ph type="sldNum" sz="quarter" idx="5"/>
          </p:nvPr>
        </p:nvSpPr>
        <p:spPr/>
        <p:txBody>
          <a:bodyPr/>
          <a:lstStyle/>
          <a:p>
            <a:fld id="{53D1A0F8-30F4-7848-8860-AB9DF237D80E}" type="slidenum">
              <a:rPr lang="es-CL" smtClean="0"/>
              <a:t>6</a:t>
            </a:fld>
            <a:endParaRPr lang="es-CL"/>
          </a:p>
        </p:txBody>
      </p:sp>
    </p:spTree>
    <p:extLst>
      <p:ext uri="{BB962C8B-B14F-4D97-AF65-F5344CB8AC3E}">
        <p14:creationId xmlns:p14="http://schemas.microsoft.com/office/powerpoint/2010/main" val="25181564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FC8D1AAA-B18F-4B5D-A7C0-67F0D7B1D8C3}" type="datetimeFigureOut">
              <a:rPr lang="es-CL" smtClean="0"/>
              <a:t>17-11-2023</a:t>
            </a:fld>
            <a:endParaRPr lang="es-CL"/>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s-CL"/>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DB79B78B-F1F0-4A02-A307-29CA1E43FF55}" type="slidenum">
              <a:rPr lang="es-CL" smtClean="0"/>
              <a:t>‹Nº›</a:t>
            </a:fld>
            <a:endParaRPr lang="es-CL"/>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28693543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FC8D1AAA-B18F-4B5D-A7C0-67F0D7B1D8C3}" type="datetimeFigureOut">
              <a:rPr lang="es-CL" smtClean="0"/>
              <a:t>17-11-2023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DB79B78B-F1F0-4A02-A307-29CA1E43FF55}" type="slidenum">
              <a:rPr lang="es-CL" smtClean="0"/>
              <a:t>‹Nº›</a:t>
            </a:fld>
            <a:endParaRPr lang="es-CL"/>
          </a:p>
        </p:txBody>
      </p:sp>
    </p:spTree>
    <p:extLst>
      <p:ext uri="{BB962C8B-B14F-4D97-AF65-F5344CB8AC3E}">
        <p14:creationId xmlns:p14="http://schemas.microsoft.com/office/powerpoint/2010/main" val="10965494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FC8D1AAA-B18F-4B5D-A7C0-67F0D7B1D8C3}" type="datetimeFigureOut">
              <a:rPr lang="es-CL" smtClean="0"/>
              <a:t>17-11-2023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DB79B78B-F1F0-4A02-A307-29CA1E43FF55}" type="slidenum">
              <a:rPr lang="es-CL" smtClean="0"/>
              <a:t>‹Nº›</a:t>
            </a:fld>
            <a:endParaRPr lang="es-CL"/>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072337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FC8D1AAA-B18F-4B5D-A7C0-67F0D7B1D8C3}" type="datetimeFigureOut">
              <a:rPr lang="es-CL" smtClean="0"/>
              <a:t>17-11-2023</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DB79B78B-F1F0-4A02-A307-29CA1E43FF55}" type="slidenum">
              <a:rPr lang="es-CL" smtClean="0"/>
              <a:t>‹Nº›</a:t>
            </a:fld>
            <a:endParaRPr lang="es-CL"/>
          </a:p>
        </p:txBody>
      </p:sp>
    </p:spTree>
    <p:extLst>
      <p:ext uri="{BB962C8B-B14F-4D97-AF65-F5344CB8AC3E}">
        <p14:creationId xmlns:p14="http://schemas.microsoft.com/office/powerpoint/2010/main" val="4098459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s-ES"/>
              <a:t>Haga clic para modificar los estilos de texto del patrón</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FC8D1AAA-B18F-4B5D-A7C0-67F0D7B1D8C3}" type="datetimeFigureOut">
              <a:rPr lang="es-CL" smtClean="0"/>
              <a:t>17-11-2023</a:t>
            </a:fld>
            <a:endParaRPr lang="es-CL"/>
          </a:p>
        </p:txBody>
      </p:sp>
      <p:sp>
        <p:nvSpPr>
          <p:cNvPr id="8" name="Footer Placeholder 7"/>
          <p:cNvSpPr>
            <a:spLocks noGrp="1"/>
          </p:cNvSpPr>
          <p:nvPr>
            <p:ph type="ftr" sz="quarter" idx="11"/>
          </p:nvPr>
        </p:nvSpPr>
        <p:spPr/>
        <p:txBody>
          <a:bodyPr/>
          <a:lstStyle/>
          <a:p>
            <a:endParaRPr lang="es-CL"/>
          </a:p>
        </p:txBody>
      </p:sp>
      <p:sp>
        <p:nvSpPr>
          <p:cNvPr id="9" name="Slide Number Placeholder 8"/>
          <p:cNvSpPr>
            <a:spLocks noGrp="1"/>
          </p:cNvSpPr>
          <p:nvPr>
            <p:ph type="sldNum" sz="quarter" idx="12"/>
          </p:nvPr>
        </p:nvSpPr>
        <p:spPr/>
        <p:txBody>
          <a:bodyPr/>
          <a:lstStyle/>
          <a:p>
            <a:fld id="{DB79B78B-F1F0-4A02-A307-29CA1E43FF55}" type="slidenum">
              <a:rPr lang="es-CL" smtClean="0"/>
              <a:t>‹Nº›</a:t>
            </a:fld>
            <a:endParaRPr lang="es-CL"/>
          </a:p>
        </p:txBody>
      </p:sp>
    </p:spTree>
    <p:extLst>
      <p:ext uri="{BB962C8B-B14F-4D97-AF65-F5344CB8AC3E}">
        <p14:creationId xmlns:p14="http://schemas.microsoft.com/office/powerpoint/2010/main" val="1940087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FC8D1AAA-B18F-4B5D-A7C0-67F0D7B1D8C3}" type="datetimeFigureOut">
              <a:rPr lang="es-CL" smtClean="0"/>
              <a:t>17-11-2023</a:t>
            </a:fld>
            <a:endParaRPr lang="es-CL"/>
          </a:p>
        </p:txBody>
      </p:sp>
      <p:sp>
        <p:nvSpPr>
          <p:cNvPr id="4" name="Footer Placeholder 3"/>
          <p:cNvSpPr>
            <a:spLocks noGrp="1"/>
          </p:cNvSpPr>
          <p:nvPr>
            <p:ph type="ftr" sz="quarter" idx="11"/>
          </p:nvPr>
        </p:nvSpPr>
        <p:spPr/>
        <p:txBody>
          <a:bodyPr/>
          <a:lstStyle/>
          <a:p>
            <a:endParaRPr lang="es-CL"/>
          </a:p>
        </p:txBody>
      </p:sp>
      <p:sp>
        <p:nvSpPr>
          <p:cNvPr id="5" name="Slide Number Placeholder 4"/>
          <p:cNvSpPr>
            <a:spLocks noGrp="1"/>
          </p:cNvSpPr>
          <p:nvPr>
            <p:ph type="sldNum" sz="quarter" idx="12"/>
          </p:nvPr>
        </p:nvSpPr>
        <p:spPr/>
        <p:txBody>
          <a:bodyPr/>
          <a:lstStyle/>
          <a:p>
            <a:fld id="{DB79B78B-F1F0-4A02-A307-29CA1E43FF55}" type="slidenum">
              <a:rPr lang="es-CL" smtClean="0"/>
              <a:t>‹Nº›</a:t>
            </a:fld>
            <a:endParaRPr lang="es-CL"/>
          </a:p>
        </p:txBody>
      </p:sp>
    </p:spTree>
    <p:extLst>
      <p:ext uri="{BB962C8B-B14F-4D97-AF65-F5344CB8AC3E}">
        <p14:creationId xmlns:p14="http://schemas.microsoft.com/office/powerpoint/2010/main" val="10877149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C8D1AAA-B18F-4B5D-A7C0-67F0D7B1D8C3}" type="datetimeFigureOut">
              <a:rPr lang="es-CL" smtClean="0"/>
              <a:t>17-11-2023</a:t>
            </a:fld>
            <a:endParaRPr lang="es-CL"/>
          </a:p>
        </p:txBody>
      </p:sp>
      <p:sp>
        <p:nvSpPr>
          <p:cNvPr id="3" name="Footer Placeholder 2"/>
          <p:cNvSpPr>
            <a:spLocks noGrp="1"/>
          </p:cNvSpPr>
          <p:nvPr>
            <p:ph type="ftr" sz="quarter" idx="11"/>
          </p:nvPr>
        </p:nvSpPr>
        <p:spPr/>
        <p:txBody>
          <a:bodyPr/>
          <a:lstStyle/>
          <a:p>
            <a:endParaRPr lang="es-CL"/>
          </a:p>
        </p:txBody>
      </p:sp>
      <p:sp>
        <p:nvSpPr>
          <p:cNvPr id="4" name="Slide Number Placeholder 3"/>
          <p:cNvSpPr>
            <a:spLocks noGrp="1"/>
          </p:cNvSpPr>
          <p:nvPr>
            <p:ph type="sldNum" sz="quarter" idx="12"/>
          </p:nvPr>
        </p:nvSpPr>
        <p:spPr/>
        <p:txBody>
          <a:bodyPr/>
          <a:lstStyle/>
          <a:p>
            <a:fld id="{DB79B78B-F1F0-4A02-A307-29CA1E43FF55}" type="slidenum">
              <a:rPr lang="es-CL" smtClean="0"/>
              <a:t>‹Nº›</a:t>
            </a:fld>
            <a:endParaRPr lang="es-CL"/>
          </a:p>
        </p:txBody>
      </p:sp>
    </p:spTree>
    <p:extLst>
      <p:ext uri="{BB962C8B-B14F-4D97-AF65-F5344CB8AC3E}">
        <p14:creationId xmlns:p14="http://schemas.microsoft.com/office/powerpoint/2010/main" val="2916206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FC8D1AAA-B18F-4B5D-A7C0-67F0D7B1D8C3}" type="datetimeFigureOut">
              <a:rPr lang="es-CL" smtClean="0"/>
              <a:t>17-11-2023</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DB79B78B-F1F0-4A02-A307-29CA1E43FF55}" type="slidenum">
              <a:rPr lang="es-CL" smtClean="0"/>
              <a:t>‹Nº›</a:t>
            </a:fld>
            <a:endParaRPr lang="es-CL"/>
          </a:p>
        </p:txBody>
      </p:sp>
    </p:spTree>
    <p:extLst>
      <p:ext uri="{BB962C8B-B14F-4D97-AF65-F5344CB8AC3E}">
        <p14:creationId xmlns:p14="http://schemas.microsoft.com/office/powerpoint/2010/main" val="31828461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FC8D1AAA-B18F-4B5D-A7C0-67F0D7B1D8C3}" type="datetimeFigureOut">
              <a:rPr lang="es-CL" smtClean="0"/>
              <a:t>17-11-2023</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DB79B78B-F1F0-4A02-A307-29CA1E43FF55}" type="slidenum">
              <a:rPr lang="es-CL" smtClean="0"/>
              <a:t>‹Nº›</a:t>
            </a:fld>
            <a:endParaRPr lang="es-CL"/>
          </a:p>
        </p:txBody>
      </p:sp>
    </p:spTree>
    <p:extLst>
      <p:ext uri="{BB962C8B-B14F-4D97-AF65-F5344CB8AC3E}">
        <p14:creationId xmlns:p14="http://schemas.microsoft.com/office/powerpoint/2010/main" val="172172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FC8D1AAA-B18F-4B5D-A7C0-67F0D7B1D8C3}" type="datetimeFigureOut">
              <a:rPr lang="es-CL" smtClean="0"/>
              <a:t>17-11-2023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DB79B78B-F1F0-4A02-A307-29CA1E43FF55}" type="slidenum">
              <a:rPr lang="es-CL" smtClean="0"/>
              <a:t>‹Nº›</a:t>
            </a:fld>
            <a:endParaRPr lang="es-CL"/>
          </a:p>
        </p:txBody>
      </p:sp>
    </p:spTree>
    <p:extLst>
      <p:ext uri="{BB962C8B-B14F-4D97-AF65-F5344CB8AC3E}">
        <p14:creationId xmlns:p14="http://schemas.microsoft.com/office/powerpoint/2010/main" val="42932452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FC8D1AAA-B18F-4B5D-A7C0-67F0D7B1D8C3}" type="datetimeFigureOut">
              <a:rPr lang="es-CL" smtClean="0"/>
              <a:t>17-11-2023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DB79B78B-F1F0-4A02-A307-29CA1E43FF55}" type="slidenum">
              <a:rPr lang="es-CL" smtClean="0"/>
              <a:t>‹Nº›</a:t>
            </a:fld>
            <a:endParaRPr lang="es-CL"/>
          </a:p>
        </p:txBody>
      </p:sp>
    </p:spTree>
    <p:extLst>
      <p:ext uri="{BB962C8B-B14F-4D97-AF65-F5344CB8AC3E}">
        <p14:creationId xmlns:p14="http://schemas.microsoft.com/office/powerpoint/2010/main" val="40959715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FC8D1AAA-B18F-4B5D-A7C0-67F0D7B1D8C3}" type="datetimeFigureOut">
              <a:rPr lang="es-CL" smtClean="0"/>
              <a:t>17-11-2023</a:t>
            </a:fld>
            <a:endParaRPr lang="es-CL"/>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s-CL"/>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DB79B78B-F1F0-4A02-A307-29CA1E43FF55}" type="slidenum">
              <a:rPr lang="es-CL" smtClean="0"/>
              <a:t>‹Nº›</a:t>
            </a:fld>
            <a:endParaRPr lang="es-CL"/>
          </a:p>
        </p:txBody>
      </p:sp>
    </p:spTree>
    <p:extLst>
      <p:ext uri="{BB962C8B-B14F-4D97-AF65-F5344CB8AC3E}">
        <p14:creationId xmlns:p14="http://schemas.microsoft.com/office/powerpoint/2010/main" val="143692098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0C4619-4EA0-4792-35A3-02B5C6343C8F}"/>
              </a:ext>
            </a:extLst>
          </p:cNvPr>
          <p:cNvSpPr>
            <a:spLocks noGrp="1"/>
          </p:cNvSpPr>
          <p:nvPr>
            <p:ph type="ctrTitle"/>
          </p:nvPr>
        </p:nvSpPr>
        <p:spPr/>
        <p:txBody>
          <a:bodyPr>
            <a:normAutofit/>
          </a:bodyPr>
          <a:lstStyle/>
          <a:p>
            <a:r>
              <a:rPr lang="es-MX" dirty="0"/>
              <a:t>Disminución de contaminación acústica vehicular </a:t>
            </a:r>
            <a:endParaRPr lang="es-CL" dirty="0"/>
          </a:p>
        </p:txBody>
      </p:sp>
      <p:sp>
        <p:nvSpPr>
          <p:cNvPr id="3" name="Subtítulo 2">
            <a:extLst>
              <a:ext uri="{FF2B5EF4-FFF2-40B4-BE49-F238E27FC236}">
                <a16:creationId xmlns:a16="http://schemas.microsoft.com/office/drawing/2014/main" id="{00C6CD87-E0AD-DB5A-316C-5A9FF909D425}"/>
              </a:ext>
            </a:extLst>
          </p:cNvPr>
          <p:cNvSpPr>
            <a:spLocks noGrp="1"/>
          </p:cNvSpPr>
          <p:nvPr>
            <p:ph type="subTitle" idx="1"/>
          </p:nvPr>
        </p:nvSpPr>
        <p:spPr/>
        <p:txBody>
          <a:bodyPr>
            <a:normAutofit fontScale="55000" lnSpcReduction="20000"/>
          </a:bodyPr>
          <a:lstStyle/>
          <a:p>
            <a:pPr algn="l"/>
            <a:r>
              <a:rPr lang="es-MX" dirty="0"/>
              <a:t>Nombres : Víctor Lagos Matías Reyes Diego San Martin</a:t>
            </a:r>
          </a:p>
          <a:p>
            <a:pPr algn="l"/>
            <a:r>
              <a:rPr lang="es-MX" dirty="0"/>
              <a:t>Profesor : Lissette Andrea Salamanca Mella</a:t>
            </a:r>
          </a:p>
          <a:p>
            <a:pPr algn="l"/>
            <a:r>
              <a:rPr lang="es-MX" dirty="0"/>
              <a:t>Asignatura : Funciones Y Geometría </a:t>
            </a:r>
          </a:p>
          <a:p>
            <a:pPr algn="l"/>
            <a:r>
              <a:rPr lang="es-MX" dirty="0"/>
              <a:t>Carrera : </a:t>
            </a:r>
            <a:r>
              <a:rPr lang="es-MX" dirty="0" err="1"/>
              <a:t>Tec</a:t>
            </a:r>
            <a:r>
              <a:rPr lang="es-MX" dirty="0"/>
              <a:t>. Mecánica y Electromovilidad Automotriz</a:t>
            </a:r>
          </a:p>
          <a:p>
            <a:pPr algn="l"/>
            <a:r>
              <a:rPr lang="es-MX" dirty="0" err="1"/>
              <a:t>Seccion</a:t>
            </a:r>
            <a:r>
              <a:rPr lang="es-MX" dirty="0"/>
              <a:t> : 22</a:t>
            </a:r>
          </a:p>
        </p:txBody>
      </p:sp>
    </p:spTree>
    <p:extLst>
      <p:ext uri="{BB962C8B-B14F-4D97-AF65-F5344CB8AC3E}">
        <p14:creationId xmlns:p14="http://schemas.microsoft.com/office/powerpoint/2010/main" val="9419547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F125754-4541-48BA-B49B-23BA59AB3B62}"/>
              </a:ext>
            </a:extLst>
          </p:cNvPr>
          <p:cNvSpPr>
            <a:spLocks noGrp="1"/>
          </p:cNvSpPr>
          <p:nvPr>
            <p:ph type="title"/>
          </p:nvPr>
        </p:nvSpPr>
        <p:spPr/>
        <p:txBody>
          <a:bodyPr/>
          <a:lstStyle/>
          <a:p>
            <a:r>
              <a:rPr lang="es-MX" dirty="0"/>
              <a:t>Definición del proyecto</a:t>
            </a:r>
            <a:endParaRPr lang="es-CL" dirty="0"/>
          </a:p>
        </p:txBody>
      </p:sp>
      <p:sp>
        <p:nvSpPr>
          <p:cNvPr id="3" name="Marcador de contenido 2">
            <a:extLst>
              <a:ext uri="{FF2B5EF4-FFF2-40B4-BE49-F238E27FC236}">
                <a16:creationId xmlns:a16="http://schemas.microsoft.com/office/drawing/2014/main" id="{48EB8553-5B01-74F0-80D1-7E079E56596D}"/>
              </a:ext>
            </a:extLst>
          </p:cNvPr>
          <p:cNvSpPr>
            <a:spLocks noGrp="1"/>
          </p:cNvSpPr>
          <p:nvPr>
            <p:ph idx="1"/>
          </p:nvPr>
        </p:nvSpPr>
        <p:spPr/>
        <p:txBody>
          <a:bodyPr/>
          <a:lstStyle/>
          <a:p>
            <a:r>
              <a:rPr lang="es-MX" dirty="0"/>
              <a:t>La contaminación acústica es algo que nos afecta a todos, ya sea en la vía publica o en el hogar por lo que nuestro proyecto lo que busca es que se disminuya esa contaminación acústica causada por los vehículos con escapes modificados</a:t>
            </a:r>
            <a:endParaRPr lang="es-CL" dirty="0"/>
          </a:p>
        </p:txBody>
      </p:sp>
    </p:spTree>
    <p:extLst>
      <p:ext uri="{BB962C8B-B14F-4D97-AF65-F5344CB8AC3E}">
        <p14:creationId xmlns:p14="http://schemas.microsoft.com/office/powerpoint/2010/main" val="29778656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0D0DF5-FF97-AF5E-AC14-D454DACB649C}"/>
              </a:ext>
            </a:extLst>
          </p:cNvPr>
          <p:cNvSpPr>
            <a:spLocks noGrp="1"/>
          </p:cNvSpPr>
          <p:nvPr>
            <p:ph type="title"/>
          </p:nvPr>
        </p:nvSpPr>
        <p:spPr/>
        <p:txBody>
          <a:bodyPr/>
          <a:lstStyle/>
          <a:p>
            <a:r>
              <a:rPr lang="es-MX" dirty="0"/>
              <a:t>Problemáticas a abordar</a:t>
            </a:r>
            <a:endParaRPr lang="es-CL" dirty="0"/>
          </a:p>
        </p:txBody>
      </p:sp>
      <p:sp>
        <p:nvSpPr>
          <p:cNvPr id="3" name="Marcador de contenido 2">
            <a:extLst>
              <a:ext uri="{FF2B5EF4-FFF2-40B4-BE49-F238E27FC236}">
                <a16:creationId xmlns:a16="http://schemas.microsoft.com/office/drawing/2014/main" id="{65C973F7-D9BB-D270-6270-80968D43F907}"/>
              </a:ext>
            </a:extLst>
          </p:cNvPr>
          <p:cNvSpPr>
            <a:spLocks noGrp="1"/>
          </p:cNvSpPr>
          <p:nvPr>
            <p:ph idx="1"/>
          </p:nvPr>
        </p:nvSpPr>
        <p:spPr/>
        <p:txBody>
          <a:bodyPr/>
          <a:lstStyle/>
          <a:p>
            <a:r>
              <a:rPr lang="es-MX" dirty="0"/>
              <a:t>La principal problemática a la que se enfoca nuestro proyecto es al ruido generado por los vehículos que circulan con los escapes modificados los cuales generan un alto nivel de ruido(decibeles)</a:t>
            </a:r>
            <a:endParaRPr lang="es-CL" dirty="0"/>
          </a:p>
        </p:txBody>
      </p:sp>
    </p:spTree>
    <p:extLst>
      <p:ext uri="{BB962C8B-B14F-4D97-AF65-F5344CB8AC3E}">
        <p14:creationId xmlns:p14="http://schemas.microsoft.com/office/powerpoint/2010/main" val="4347978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A97634-5041-ABEE-3446-5ACB9403DE50}"/>
              </a:ext>
            </a:extLst>
          </p:cNvPr>
          <p:cNvSpPr>
            <a:spLocks noGrp="1"/>
          </p:cNvSpPr>
          <p:nvPr>
            <p:ph type="title"/>
          </p:nvPr>
        </p:nvSpPr>
        <p:spPr/>
        <p:txBody>
          <a:bodyPr/>
          <a:lstStyle/>
          <a:p>
            <a:r>
              <a:rPr lang="es-MX" dirty="0"/>
              <a:t>Objetivos y preguntas</a:t>
            </a:r>
            <a:endParaRPr lang="es-CL" dirty="0"/>
          </a:p>
        </p:txBody>
      </p:sp>
      <p:sp>
        <p:nvSpPr>
          <p:cNvPr id="3" name="Marcador de contenido 2">
            <a:extLst>
              <a:ext uri="{FF2B5EF4-FFF2-40B4-BE49-F238E27FC236}">
                <a16:creationId xmlns:a16="http://schemas.microsoft.com/office/drawing/2014/main" id="{7F8731F1-47FD-9579-579A-72252C798D62}"/>
              </a:ext>
            </a:extLst>
          </p:cNvPr>
          <p:cNvSpPr>
            <a:spLocks noGrp="1"/>
          </p:cNvSpPr>
          <p:nvPr>
            <p:ph idx="1"/>
          </p:nvPr>
        </p:nvSpPr>
        <p:spPr/>
        <p:txBody>
          <a:bodyPr/>
          <a:lstStyle/>
          <a:p>
            <a:pPr marL="0" indent="0">
              <a:buNone/>
            </a:pPr>
            <a:r>
              <a:rPr lang="es-MX" dirty="0"/>
              <a:t>Disminuir el uso de vehículos con escape modificado en la vía publica.</a:t>
            </a:r>
          </a:p>
          <a:p>
            <a:pPr marL="0" indent="0">
              <a:buNone/>
            </a:pPr>
            <a:r>
              <a:rPr lang="es-MX" dirty="0"/>
              <a:t>¿Cuál es el limite legal de decibeles en los vehículos motorizados?</a:t>
            </a:r>
          </a:p>
          <a:p>
            <a:pPr marL="0" indent="0">
              <a:buNone/>
            </a:pPr>
            <a:r>
              <a:rPr lang="es-MX" dirty="0"/>
              <a:t>Según el decreto numero 7 del Ministerio del Medio Ambiente establece que los vehículos livianos/medianos pueden emitir un ruido igual o menos a 80 decibeles.</a:t>
            </a:r>
          </a:p>
          <a:p>
            <a:pPr marL="0" indent="0">
              <a:buNone/>
            </a:pPr>
            <a:r>
              <a:rPr lang="es-MX" dirty="0"/>
              <a:t>¿Quién controla el ruido de los vehículos motorizados?</a:t>
            </a:r>
          </a:p>
          <a:p>
            <a:pPr marL="0" indent="0">
              <a:buNone/>
            </a:pPr>
            <a:r>
              <a:rPr lang="es-MX" dirty="0"/>
              <a:t>Actualmente no hay controles que fiscalicen el ruido producido por el escape de un vehículo, solo se enfocan en que estén homologados con el certificado de emisiones en las revisiones técnicas(PRT), pero en las vías publicas nadie fiscaliza el ruido generado.</a:t>
            </a:r>
          </a:p>
          <a:p>
            <a:pPr marL="0" indent="0">
              <a:buNone/>
            </a:pPr>
            <a:r>
              <a:rPr lang="es-MX" dirty="0"/>
              <a:t>¿Cómo se mide el nivel de decibeles de un vehículo?</a:t>
            </a:r>
          </a:p>
          <a:p>
            <a:pPr marL="0" indent="0">
              <a:buNone/>
            </a:pPr>
            <a:endParaRPr lang="es-MX" dirty="0"/>
          </a:p>
          <a:p>
            <a:pPr marL="0" indent="0">
              <a:buNone/>
            </a:pPr>
            <a:endParaRPr lang="es-MX" dirty="0"/>
          </a:p>
          <a:p>
            <a:pPr marL="0" indent="0">
              <a:buNone/>
            </a:pPr>
            <a:endParaRPr lang="es-MX" dirty="0"/>
          </a:p>
        </p:txBody>
      </p:sp>
    </p:spTree>
    <p:extLst>
      <p:ext uri="{BB962C8B-B14F-4D97-AF65-F5344CB8AC3E}">
        <p14:creationId xmlns:p14="http://schemas.microsoft.com/office/powerpoint/2010/main" val="21143122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39755B-FDBF-02E3-511B-63628A54EF73}"/>
              </a:ext>
            </a:extLst>
          </p:cNvPr>
          <p:cNvSpPr>
            <a:spLocks noGrp="1"/>
          </p:cNvSpPr>
          <p:nvPr>
            <p:ph type="title"/>
          </p:nvPr>
        </p:nvSpPr>
        <p:spPr/>
        <p:txBody>
          <a:bodyPr/>
          <a:lstStyle/>
          <a:p>
            <a:r>
              <a:rPr lang="es-MX" dirty="0"/>
              <a:t>Temas iniciales involucrados</a:t>
            </a:r>
            <a:endParaRPr lang="es-CL" dirty="0"/>
          </a:p>
        </p:txBody>
      </p:sp>
      <p:sp>
        <p:nvSpPr>
          <p:cNvPr id="3" name="Marcador de contenido 2">
            <a:extLst>
              <a:ext uri="{FF2B5EF4-FFF2-40B4-BE49-F238E27FC236}">
                <a16:creationId xmlns:a16="http://schemas.microsoft.com/office/drawing/2014/main" id="{215BAAA1-CA0C-9B05-FE28-E88CC0C90ACB}"/>
              </a:ext>
            </a:extLst>
          </p:cNvPr>
          <p:cNvSpPr>
            <a:spLocks noGrp="1"/>
          </p:cNvSpPr>
          <p:nvPr>
            <p:ph idx="1"/>
          </p:nvPr>
        </p:nvSpPr>
        <p:spPr/>
        <p:txBody>
          <a:bodyPr/>
          <a:lstStyle/>
          <a:p>
            <a:r>
              <a:rPr lang="es-CL" dirty="0"/>
              <a:t>Contaminacion acustica vehicular</a:t>
            </a:r>
            <a:r>
              <a:rPr lang="es-419" dirty="0"/>
              <a:t>.</a:t>
            </a:r>
          </a:p>
          <a:p>
            <a:r>
              <a:rPr lang="es-419" dirty="0"/>
              <a:t>Fa</a:t>
            </a:r>
            <a:r>
              <a:rPr lang="es-CL" dirty="0"/>
              <a:t>lta de fiscalizacion enfocada en el ruido generado por los automoviles</a:t>
            </a:r>
          </a:p>
        </p:txBody>
      </p:sp>
    </p:spTree>
    <p:extLst>
      <p:ext uri="{BB962C8B-B14F-4D97-AF65-F5344CB8AC3E}">
        <p14:creationId xmlns:p14="http://schemas.microsoft.com/office/powerpoint/2010/main" val="13901075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2A64F5-04F4-FD18-93A0-DFCA43EA6CB7}"/>
              </a:ext>
            </a:extLst>
          </p:cNvPr>
          <p:cNvSpPr>
            <a:spLocks noGrp="1"/>
          </p:cNvSpPr>
          <p:nvPr>
            <p:ph type="title"/>
          </p:nvPr>
        </p:nvSpPr>
        <p:spPr/>
        <p:txBody>
          <a:bodyPr/>
          <a:lstStyle/>
          <a:p>
            <a:r>
              <a:rPr lang="es-MX" dirty="0"/>
              <a:t>Cronograma</a:t>
            </a:r>
            <a:endParaRPr lang="es-CL" dirty="0"/>
          </a:p>
        </p:txBody>
      </p:sp>
      <p:pic>
        <p:nvPicPr>
          <p:cNvPr id="4" name="Marcador de contenido 3">
            <a:extLst>
              <a:ext uri="{FF2B5EF4-FFF2-40B4-BE49-F238E27FC236}">
                <a16:creationId xmlns:a16="http://schemas.microsoft.com/office/drawing/2014/main" id="{AFA7CA9E-9B25-D3C3-5D2C-12CCEF4437A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237487" y="1691322"/>
            <a:ext cx="9692641" cy="4044459"/>
          </a:xfrm>
        </p:spPr>
      </p:pic>
      <p:sp>
        <p:nvSpPr>
          <p:cNvPr id="5" name="CuadroTexto 4">
            <a:extLst>
              <a:ext uri="{FF2B5EF4-FFF2-40B4-BE49-F238E27FC236}">
                <a16:creationId xmlns:a16="http://schemas.microsoft.com/office/drawing/2014/main" id="{BADCEC4E-4F2E-A1A6-28BE-19AAFEB4F4E7}"/>
              </a:ext>
            </a:extLst>
          </p:cNvPr>
          <p:cNvSpPr txBox="1"/>
          <p:nvPr/>
        </p:nvSpPr>
        <p:spPr>
          <a:xfrm>
            <a:off x="1261871" y="3244334"/>
            <a:ext cx="1892010" cy="369332"/>
          </a:xfrm>
          <a:prstGeom prst="rect">
            <a:avLst/>
          </a:prstGeom>
          <a:noFill/>
        </p:spPr>
        <p:txBody>
          <a:bodyPr wrap="square" rtlCol="0">
            <a:spAutoFit/>
          </a:bodyPr>
          <a:lstStyle/>
          <a:p>
            <a:pPr algn="l"/>
            <a:endParaRPr lang="es-CL" dirty="0"/>
          </a:p>
        </p:txBody>
      </p:sp>
      <p:sp>
        <p:nvSpPr>
          <p:cNvPr id="3" name="CuadroTexto 2">
            <a:extLst>
              <a:ext uri="{FF2B5EF4-FFF2-40B4-BE49-F238E27FC236}">
                <a16:creationId xmlns:a16="http://schemas.microsoft.com/office/drawing/2014/main" id="{1A0868CA-0509-1C5D-F331-AC2D020F333F}"/>
              </a:ext>
            </a:extLst>
          </p:cNvPr>
          <p:cNvSpPr txBox="1"/>
          <p:nvPr/>
        </p:nvSpPr>
        <p:spPr>
          <a:xfrm>
            <a:off x="1372707" y="2598003"/>
            <a:ext cx="1892010" cy="830997"/>
          </a:xfrm>
          <a:prstGeom prst="rect">
            <a:avLst/>
          </a:prstGeom>
          <a:noFill/>
        </p:spPr>
        <p:txBody>
          <a:bodyPr wrap="square" rtlCol="0">
            <a:spAutoFit/>
          </a:bodyPr>
          <a:lstStyle/>
          <a:p>
            <a:r>
              <a:rPr lang="es-ES" sz="1200" dirty="0"/>
              <a:t>Tomar nota de los vehículos con escapes ruidosos que pasan alrededor de Inacap.</a:t>
            </a:r>
            <a:endParaRPr lang="es-CL" sz="1200" dirty="0"/>
          </a:p>
        </p:txBody>
      </p:sp>
      <p:sp>
        <p:nvSpPr>
          <p:cNvPr id="6" name="CuadroTexto 5">
            <a:extLst>
              <a:ext uri="{FF2B5EF4-FFF2-40B4-BE49-F238E27FC236}">
                <a16:creationId xmlns:a16="http://schemas.microsoft.com/office/drawing/2014/main" id="{FEA56022-36D3-B3BF-39C6-2643372EE882}"/>
              </a:ext>
            </a:extLst>
          </p:cNvPr>
          <p:cNvSpPr txBox="1"/>
          <p:nvPr/>
        </p:nvSpPr>
        <p:spPr>
          <a:xfrm>
            <a:off x="3153881" y="2598003"/>
            <a:ext cx="2000010" cy="1200329"/>
          </a:xfrm>
          <a:prstGeom prst="rect">
            <a:avLst/>
          </a:prstGeom>
          <a:noFill/>
        </p:spPr>
        <p:txBody>
          <a:bodyPr wrap="square" rtlCol="0">
            <a:spAutoFit/>
          </a:bodyPr>
          <a:lstStyle/>
          <a:p>
            <a:r>
              <a:rPr lang="es-ES" sz="1200" dirty="0"/>
              <a:t>Una estadística sobre cuantos vehículos que circulan durante un rango de horas tienen escapes ruidosos o modificados.</a:t>
            </a:r>
            <a:endParaRPr lang="es-CL" sz="1200" dirty="0"/>
          </a:p>
        </p:txBody>
      </p:sp>
      <p:sp>
        <p:nvSpPr>
          <p:cNvPr id="7" name="CuadroTexto 6">
            <a:extLst>
              <a:ext uri="{FF2B5EF4-FFF2-40B4-BE49-F238E27FC236}">
                <a16:creationId xmlns:a16="http://schemas.microsoft.com/office/drawing/2014/main" id="{C9D3A92E-C16E-50E4-CF71-F7214EC18E43}"/>
              </a:ext>
            </a:extLst>
          </p:cNvPr>
          <p:cNvSpPr txBox="1"/>
          <p:nvPr/>
        </p:nvSpPr>
        <p:spPr>
          <a:xfrm>
            <a:off x="8982075" y="2644168"/>
            <a:ext cx="1948054" cy="461665"/>
          </a:xfrm>
          <a:prstGeom prst="rect">
            <a:avLst/>
          </a:prstGeom>
          <a:noFill/>
        </p:spPr>
        <p:txBody>
          <a:bodyPr wrap="square" rtlCol="0">
            <a:spAutoFit/>
          </a:bodyPr>
          <a:lstStyle/>
          <a:p>
            <a:r>
              <a:rPr lang="es-ES" sz="1200" dirty="0"/>
              <a:t>Una bitácora y lápiz para tomar nota.</a:t>
            </a:r>
            <a:endParaRPr lang="es-CL" sz="1200" dirty="0"/>
          </a:p>
        </p:txBody>
      </p:sp>
      <p:sp>
        <p:nvSpPr>
          <p:cNvPr id="8" name="CuadroTexto 7">
            <a:extLst>
              <a:ext uri="{FF2B5EF4-FFF2-40B4-BE49-F238E27FC236}">
                <a16:creationId xmlns:a16="http://schemas.microsoft.com/office/drawing/2014/main" id="{390521EC-A7F2-E346-346C-4AC124F3C60B}"/>
              </a:ext>
            </a:extLst>
          </p:cNvPr>
          <p:cNvSpPr txBox="1"/>
          <p:nvPr/>
        </p:nvSpPr>
        <p:spPr>
          <a:xfrm>
            <a:off x="7092902" y="2644168"/>
            <a:ext cx="1948054" cy="461665"/>
          </a:xfrm>
          <a:prstGeom prst="rect">
            <a:avLst/>
          </a:prstGeom>
          <a:noFill/>
        </p:spPr>
        <p:txBody>
          <a:bodyPr wrap="square" rtlCol="0">
            <a:spAutoFit/>
          </a:bodyPr>
          <a:lstStyle/>
          <a:p>
            <a:r>
              <a:rPr lang="es-ES" sz="1200" dirty="0"/>
              <a:t>Diego San Martin y Víctor Lagos.</a:t>
            </a:r>
            <a:endParaRPr lang="es-CL" sz="1200" dirty="0"/>
          </a:p>
        </p:txBody>
      </p:sp>
      <p:sp>
        <p:nvSpPr>
          <p:cNvPr id="9" name="CuadroTexto 8">
            <a:extLst>
              <a:ext uri="{FF2B5EF4-FFF2-40B4-BE49-F238E27FC236}">
                <a16:creationId xmlns:a16="http://schemas.microsoft.com/office/drawing/2014/main" id="{E1157E67-8EE0-C4D5-6867-F72BDDF05D42}"/>
              </a:ext>
            </a:extLst>
          </p:cNvPr>
          <p:cNvSpPr txBox="1"/>
          <p:nvPr/>
        </p:nvSpPr>
        <p:spPr>
          <a:xfrm>
            <a:off x="5153891" y="2644168"/>
            <a:ext cx="1914628" cy="276999"/>
          </a:xfrm>
          <a:prstGeom prst="rect">
            <a:avLst/>
          </a:prstGeom>
          <a:noFill/>
        </p:spPr>
        <p:txBody>
          <a:bodyPr wrap="square" rtlCol="0">
            <a:spAutoFit/>
          </a:bodyPr>
          <a:lstStyle/>
          <a:p>
            <a:r>
              <a:rPr lang="es-ES" sz="1200" dirty="0"/>
              <a:t>Para el jueves 23-11.</a:t>
            </a:r>
            <a:endParaRPr lang="es-CL" sz="1200" dirty="0"/>
          </a:p>
        </p:txBody>
      </p:sp>
      <p:sp>
        <p:nvSpPr>
          <p:cNvPr id="10" name="CuadroTexto 9">
            <a:extLst>
              <a:ext uri="{FF2B5EF4-FFF2-40B4-BE49-F238E27FC236}">
                <a16:creationId xmlns:a16="http://schemas.microsoft.com/office/drawing/2014/main" id="{8266D3BF-4B1B-4734-8E4F-C0E65548AA28}"/>
              </a:ext>
            </a:extLst>
          </p:cNvPr>
          <p:cNvSpPr txBox="1"/>
          <p:nvPr/>
        </p:nvSpPr>
        <p:spPr>
          <a:xfrm>
            <a:off x="1372707" y="3797560"/>
            <a:ext cx="1781174" cy="646331"/>
          </a:xfrm>
          <a:prstGeom prst="rect">
            <a:avLst/>
          </a:prstGeom>
          <a:noFill/>
        </p:spPr>
        <p:txBody>
          <a:bodyPr wrap="square" rtlCol="0">
            <a:spAutoFit/>
          </a:bodyPr>
          <a:lstStyle/>
          <a:p>
            <a:r>
              <a:rPr lang="es-ES" sz="1200" dirty="0"/>
              <a:t>Tratar de medir los decibelios que los escapes.</a:t>
            </a:r>
            <a:endParaRPr lang="es-CL" sz="1200" dirty="0"/>
          </a:p>
        </p:txBody>
      </p:sp>
      <p:sp>
        <p:nvSpPr>
          <p:cNvPr id="11" name="CuadroTexto 10">
            <a:extLst>
              <a:ext uri="{FF2B5EF4-FFF2-40B4-BE49-F238E27FC236}">
                <a16:creationId xmlns:a16="http://schemas.microsoft.com/office/drawing/2014/main" id="{78A0A108-F8C7-D3F4-2869-6466CDAA259F}"/>
              </a:ext>
            </a:extLst>
          </p:cNvPr>
          <p:cNvSpPr txBox="1"/>
          <p:nvPr/>
        </p:nvSpPr>
        <p:spPr>
          <a:xfrm>
            <a:off x="3153880" y="3751779"/>
            <a:ext cx="1781174" cy="646331"/>
          </a:xfrm>
          <a:prstGeom prst="rect">
            <a:avLst/>
          </a:prstGeom>
          <a:noFill/>
        </p:spPr>
        <p:txBody>
          <a:bodyPr wrap="square" rtlCol="0">
            <a:spAutoFit/>
          </a:bodyPr>
          <a:lstStyle/>
          <a:p>
            <a:r>
              <a:rPr lang="es-ES" sz="1200" dirty="0"/>
              <a:t>Comprobar si están dentro del rango legal de decibeles.</a:t>
            </a:r>
            <a:endParaRPr lang="es-CL" sz="1200" dirty="0"/>
          </a:p>
        </p:txBody>
      </p:sp>
      <p:sp>
        <p:nvSpPr>
          <p:cNvPr id="12" name="CuadroTexto 11">
            <a:extLst>
              <a:ext uri="{FF2B5EF4-FFF2-40B4-BE49-F238E27FC236}">
                <a16:creationId xmlns:a16="http://schemas.microsoft.com/office/drawing/2014/main" id="{435369F4-FEC8-7732-E142-2EF10D1F64F3}"/>
              </a:ext>
            </a:extLst>
          </p:cNvPr>
          <p:cNvSpPr txBox="1"/>
          <p:nvPr/>
        </p:nvSpPr>
        <p:spPr>
          <a:xfrm>
            <a:off x="5153891" y="3751779"/>
            <a:ext cx="1914627" cy="276999"/>
          </a:xfrm>
          <a:prstGeom prst="rect">
            <a:avLst/>
          </a:prstGeom>
          <a:noFill/>
        </p:spPr>
        <p:txBody>
          <a:bodyPr wrap="square" rtlCol="0">
            <a:spAutoFit/>
          </a:bodyPr>
          <a:lstStyle/>
          <a:p>
            <a:r>
              <a:rPr lang="es-ES" sz="1200" dirty="0"/>
              <a:t>Para el jueves 23-11.</a:t>
            </a:r>
            <a:endParaRPr lang="es-CL" sz="1200" dirty="0"/>
          </a:p>
        </p:txBody>
      </p:sp>
      <p:sp>
        <p:nvSpPr>
          <p:cNvPr id="13" name="CuadroTexto 12">
            <a:extLst>
              <a:ext uri="{FF2B5EF4-FFF2-40B4-BE49-F238E27FC236}">
                <a16:creationId xmlns:a16="http://schemas.microsoft.com/office/drawing/2014/main" id="{54096788-91FF-5F38-3656-5FAA4531E7EF}"/>
              </a:ext>
            </a:extLst>
          </p:cNvPr>
          <p:cNvSpPr txBox="1"/>
          <p:nvPr/>
        </p:nvSpPr>
        <p:spPr>
          <a:xfrm>
            <a:off x="7092902" y="3751779"/>
            <a:ext cx="1948054" cy="461665"/>
          </a:xfrm>
          <a:prstGeom prst="rect">
            <a:avLst/>
          </a:prstGeom>
          <a:noFill/>
        </p:spPr>
        <p:txBody>
          <a:bodyPr wrap="square" rtlCol="0">
            <a:spAutoFit/>
          </a:bodyPr>
          <a:lstStyle/>
          <a:p>
            <a:r>
              <a:rPr lang="es-ES" sz="1200" dirty="0"/>
              <a:t>Diego San Martin y Víctor Lagos.</a:t>
            </a:r>
            <a:endParaRPr lang="es-CL" sz="1200" dirty="0"/>
          </a:p>
        </p:txBody>
      </p:sp>
      <p:sp>
        <p:nvSpPr>
          <p:cNvPr id="14" name="CuadroTexto 13">
            <a:extLst>
              <a:ext uri="{FF2B5EF4-FFF2-40B4-BE49-F238E27FC236}">
                <a16:creationId xmlns:a16="http://schemas.microsoft.com/office/drawing/2014/main" id="{AA82789D-4F6A-3F21-2D0E-DF5422E97D0C}"/>
              </a:ext>
            </a:extLst>
          </p:cNvPr>
          <p:cNvSpPr txBox="1"/>
          <p:nvPr/>
        </p:nvSpPr>
        <p:spPr>
          <a:xfrm>
            <a:off x="9006458" y="3715093"/>
            <a:ext cx="1948054" cy="830997"/>
          </a:xfrm>
          <a:prstGeom prst="rect">
            <a:avLst/>
          </a:prstGeom>
          <a:noFill/>
        </p:spPr>
        <p:txBody>
          <a:bodyPr wrap="square" rtlCol="0">
            <a:spAutoFit/>
          </a:bodyPr>
          <a:lstStyle/>
          <a:p>
            <a:r>
              <a:rPr lang="es-ES" sz="1200" dirty="0"/>
              <a:t>Una bitácora, lápiz para tomar nota y un sonómetro o el teléfono con una aplicación.</a:t>
            </a:r>
            <a:endParaRPr lang="es-CL" sz="1200" dirty="0"/>
          </a:p>
        </p:txBody>
      </p:sp>
      <p:sp>
        <p:nvSpPr>
          <p:cNvPr id="15" name="CuadroTexto 14">
            <a:extLst>
              <a:ext uri="{FF2B5EF4-FFF2-40B4-BE49-F238E27FC236}">
                <a16:creationId xmlns:a16="http://schemas.microsoft.com/office/drawing/2014/main" id="{E75A6D3A-D9FD-837F-A781-DB3AA127065B}"/>
              </a:ext>
            </a:extLst>
          </p:cNvPr>
          <p:cNvSpPr txBox="1"/>
          <p:nvPr/>
        </p:nvSpPr>
        <p:spPr>
          <a:xfrm>
            <a:off x="1378767" y="4766670"/>
            <a:ext cx="1775113" cy="646331"/>
          </a:xfrm>
          <a:prstGeom prst="rect">
            <a:avLst/>
          </a:prstGeom>
          <a:noFill/>
        </p:spPr>
        <p:txBody>
          <a:bodyPr wrap="square" rtlCol="0">
            <a:spAutoFit/>
          </a:bodyPr>
          <a:lstStyle/>
          <a:p>
            <a:r>
              <a:rPr lang="es-ES" sz="1200" dirty="0"/>
              <a:t>Interpretar los datos obtenidos en las tareas anteriores</a:t>
            </a:r>
            <a:endParaRPr lang="es-CL" sz="1200" dirty="0"/>
          </a:p>
        </p:txBody>
      </p:sp>
      <p:sp>
        <p:nvSpPr>
          <p:cNvPr id="16" name="CuadroTexto 15">
            <a:extLst>
              <a:ext uri="{FF2B5EF4-FFF2-40B4-BE49-F238E27FC236}">
                <a16:creationId xmlns:a16="http://schemas.microsoft.com/office/drawing/2014/main" id="{C1A93F8E-2D39-6C1F-EDD0-98AF9C8FE126}"/>
              </a:ext>
            </a:extLst>
          </p:cNvPr>
          <p:cNvSpPr txBox="1"/>
          <p:nvPr/>
        </p:nvSpPr>
        <p:spPr>
          <a:xfrm>
            <a:off x="3153881" y="4766669"/>
            <a:ext cx="1922944" cy="1015663"/>
          </a:xfrm>
          <a:prstGeom prst="rect">
            <a:avLst/>
          </a:prstGeom>
          <a:noFill/>
        </p:spPr>
        <p:txBody>
          <a:bodyPr wrap="square" rtlCol="0">
            <a:spAutoFit/>
          </a:bodyPr>
          <a:lstStyle/>
          <a:p>
            <a:r>
              <a:rPr lang="es-ES" sz="1200" dirty="0"/>
              <a:t>Un porcentaje sobre cuantos vehículos que pasan alrededor de la institución tienen el escape modificado</a:t>
            </a:r>
            <a:endParaRPr lang="es-CL" sz="1200" dirty="0"/>
          </a:p>
        </p:txBody>
      </p:sp>
      <p:sp>
        <p:nvSpPr>
          <p:cNvPr id="17" name="CuadroTexto 16">
            <a:extLst>
              <a:ext uri="{FF2B5EF4-FFF2-40B4-BE49-F238E27FC236}">
                <a16:creationId xmlns:a16="http://schemas.microsoft.com/office/drawing/2014/main" id="{AA7BED55-A188-2AA3-0FE0-E984CFC94A96}"/>
              </a:ext>
            </a:extLst>
          </p:cNvPr>
          <p:cNvSpPr txBox="1"/>
          <p:nvPr/>
        </p:nvSpPr>
        <p:spPr>
          <a:xfrm>
            <a:off x="5123218" y="4790140"/>
            <a:ext cx="1914627" cy="276999"/>
          </a:xfrm>
          <a:prstGeom prst="rect">
            <a:avLst/>
          </a:prstGeom>
          <a:noFill/>
        </p:spPr>
        <p:txBody>
          <a:bodyPr wrap="square" rtlCol="0">
            <a:spAutoFit/>
          </a:bodyPr>
          <a:lstStyle/>
          <a:p>
            <a:r>
              <a:rPr lang="es-ES" sz="1200" dirty="0"/>
              <a:t>Para el jueves 23-11.</a:t>
            </a:r>
            <a:endParaRPr lang="es-CL" sz="1200" dirty="0"/>
          </a:p>
        </p:txBody>
      </p:sp>
      <p:sp>
        <p:nvSpPr>
          <p:cNvPr id="18" name="CuadroTexto 17">
            <a:extLst>
              <a:ext uri="{FF2B5EF4-FFF2-40B4-BE49-F238E27FC236}">
                <a16:creationId xmlns:a16="http://schemas.microsoft.com/office/drawing/2014/main" id="{BC54DA35-DED5-E5F6-AAED-EF797B50A9C0}"/>
              </a:ext>
            </a:extLst>
          </p:cNvPr>
          <p:cNvSpPr txBox="1"/>
          <p:nvPr/>
        </p:nvSpPr>
        <p:spPr>
          <a:xfrm>
            <a:off x="7058404" y="4760390"/>
            <a:ext cx="1948054" cy="461665"/>
          </a:xfrm>
          <a:prstGeom prst="rect">
            <a:avLst/>
          </a:prstGeom>
          <a:noFill/>
        </p:spPr>
        <p:txBody>
          <a:bodyPr wrap="square" rtlCol="0">
            <a:spAutoFit/>
          </a:bodyPr>
          <a:lstStyle/>
          <a:p>
            <a:r>
              <a:rPr lang="es-ES" sz="1200" dirty="0"/>
              <a:t>Diego San Martin y Víctor Lagos.</a:t>
            </a:r>
            <a:endParaRPr lang="es-CL" sz="1200" dirty="0"/>
          </a:p>
        </p:txBody>
      </p:sp>
      <p:sp>
        <p:nvSpPr>
          <p:cNvPr id="20" name="CuadroTexto 19">
            <a:extLst>
              <a:ext uri="{FF2B5EF4-FFF2-40B4-BE49-F238E27FC236}">
                <a16:creationId xmlns:a16="http://schemas.microsoft.com/office/drawing/2014/main" id="{C77266EF-C9E6-F0D6-D7F4-F6F32C8B82BA}"/>
              </a:ext>
            </a:extLst>
          </p:cNvPr>
          <p:cNvSpPr txBox="1"/>
          <p:nvPr/>
        </p:nvSpPr>
        <p:spPr>
          <a:xfrm>
            <a:off x="8969882" y="4739851"/>
            <a:ext cx="1948054" cy="461665"/>
          </a:xfrm>
          <a:prstGeom prst="rect">
            <a:avLst/>
          </a:prstGeom>
          <a:noFill/>
        </p:spPr>
        <p:txBody>
          <a:bodyPr wrap="square" rtlCol="0">
            <a:spAutoFit/>
          </a:bodyPr>
          <a:lstStyle/>
          <a:p>
            <a:r>
              <a:rPr lang="es-ES" sz="1200" dirty="0"/>
              <a:t>Una bitácora, lápiz y calculadora.</a:t>
            </a:r>
            <a:endParaRPr lang="es-CL" sz="1200" dirty="0"/>
          </a:p>
        </p:txBody>
      </p:sp>
    </p:spTree>
    <p:extLst>
      <p:ext uri="{BB962C8B-B14F-4D97-AF65-F5344CB8AC3E}">
        <p14:creationId xmlns:p14="http://schemas.microsoft.com/office/powerpoint/2010/main" val="1888259605"/>
      </p:ext>
    </p:extLst>
  </p:cSld>
  <p:clrMapOvr>
    <a:masterClrMapping/>
  </p:clrMapOvr>
</p:sld>
</file>

<file path=ppt/theme/theme1.xml><?xml version="1.0" encoding="utf-8"?>
<a:theme xmlns:a="http://schemas.openxmlformats.org/drawingml/2006/main" name="Vista">
  <a:themeElements>
    <a:clrScheme name="Vista">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sta">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sta">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TM03457515[[fn=Vista]]</Template>
  <TotalTime>238</TotalTime>
  <Words>407</Words>
  <Application>Microsoft Office PowerPoint</Application>
  <PresentationFormat>Panorámica</PresentationFormat>
  <Paragraphs>38</Paragraphs>
  <Slides>6</Slides>
  <Notes>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6</vt:i4>
      </vt:variant>
    </vt:vector>
  </HeadingPairs>
  <TitlesOfParts>
    <vt:vector size="11" baseType="lpstr">
      <vt:lpstr>Arial</vt:lpstr>
      <vt:lpstr>Calibri</vt:lpstr>
      <vt:lpstr>Century Schoolbook</vt:lpstr>
      <vt:lpstr>Wingdings 2</vt:lpstr>
      <vt:lpstr>Vista</vt:lpstr>
      <vt:lpstr>Disminución de contaminación acústica vehicular </vt:lpstr>
      <vt:lpstr>Definición del proyecto</vt:lpstr>
      <vt:lpstr>Problemáticas a abordar</vt:lpstr>
      <vt:lpstr>Objetivos y preguntas</vt:lpstr>
      <vt:lpstr>Temas iniciales involucrados</vt:lpstr>
      <vt:lpstr>Cronograma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Disminución de contaminación acústica vehicular </dc:title>
  <dc:creator>Rafael San Martin</dc:creator>
  <cp:lastModifiedBy>MR</cp:lastModifiedBy>
  <cp:revision>5</cp:revision>
  <dcterms:created xsi:type="dcterms:W3CDTF">2023-11-16T20:29:52Z</dcterms:created>
  <dcterms:modified xsi:type="dcterms:W3CDTF">2023-11-18T00:44:29Z</dcterms:modified>
</cp:coreProperties>
</file>