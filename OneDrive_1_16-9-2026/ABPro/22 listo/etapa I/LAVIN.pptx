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2029301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6561"/>
              </a:lnSpc>
              <a:buNone/>
            </a:pPr>
            <a:r>
              <a:rPr lang="en-US" sz="5249" dirty="0">
                <a:solidFill>
                  <a:srgbClr val="FFFFFF"/>
                </a:solidFill>
                <a:latin typeface="Barlow, sans-serif" pitchFamily="34" charset="0"/>
                <a:ea typeface="Barlow, sans-serif" pitchFamily="34" charset="-122"/>
                <a:cs typeface="Barlow, sans-serif" pitchFamily="34" charset="-120"/>
              </a:rPr>
              <a:t>Totem de Información sobre Neumáticos</a:t>
            </a:r>
            <a:endParaRPr lang="en-US" sz="5249" dirty="0"/>
          </a:p>
        </p:txBody>
      </p:sp>
      <p:sp>
        <p:nvSpPr>
          <p:cNvPr id="6" name="Text 2"/>
          <p:cNvSpPr/>
          <p:nvPr/>
        </p:nvSpPr>
        <p:spPr>
          <a:xfrm>
            <a:off x="833199" y="4028956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Nombres: Joacin Ferrada, Daniel Sandoval, Angelo Lavin, Bastian Guzman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33199" y="4634270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Docente: Lisette Salamanca 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833199" y="5239583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Asignatura: Funciones y Geometría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833199" y="5844897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Carrera: Mecánica automotriz y Electromovilidad </a:t>
            </a:r>
            <a:endParaRPr lang="en-US" sz="1750" dirty="0"/>
          </a:p>
        </p:txBody>
      </p:sp>
      <p:pic>
        <p:nvPicPr>
          <p:cNvPr id="10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624376" y="2665095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¿Qué es un tótem de información sobre neumáticos?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624376" y="4498181"/>
            <a:ext cx="9381649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 tótem de información sobre neumáticos es una estructura vertical que brinda datos esenciales y consejos útiles sobre los neumáticos. Sirve como una guía informativa para los conductores, ofreciendo información de manera rápida y accesible.</a:t>
            </a:r>
            <a:endParaRPr lang="en-US" sz="1750" dirty="0"/>
          </a:p>
        </p:txBody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624376" y="652701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Función y beneficios de un tótem de información sobre neumáticos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2624376" y="265938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17138" y="2701052"/>
            <a:ext cx="1143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4"/>
          <p:cNvSpPr/>
          <p:nvPr/>
        </p:nvSpPr>
        <p:spPr>
          <a:xfrm>
            <a:off x="3346490" y="2735699"/>
            <a:ext cx="2256949" cy="70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Informar y educar </a:t>
            </a:r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📚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3346490" y="3667482"/>
            <a:ext cx="2256949" cy="355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proporcionan información clave sobre neumáticos, como presión adecuada y mantenimiento, ayudando a los conductores a tomar decisiones informadas.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825609" y="265938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4081" y="2701052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8"/>
          <p:cNvSpPr/>
          <p:nvPr/>
        </p:nvSpPr>
        <p:spPr>
          <a:xfrm>
            <a:off x="6547723" y="2735699"/>
            <a:ext cx="2256949" cy="70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Mejorar la seguridad vial </a:t>
            </a:r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🚗</a:t>
            </a: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6547723" y="3667482"/>
            <a:ext cx="2256949" cy="28432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 educar a los conductores sobre la importancia de tener buenos neumáticos, los tótems fomentan la seguridad vial y reducen el riesgo de accidentes.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026843" y="265938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89125" y="2701052"/>
            <a:ext cx="17526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2"/>
          <p:cNvSpPr/>
          <p:nvPr/>
        </p:nvSpPr>
        <p:spPr>
          <a:xfrm>
            <a:off x="9748957" y="2735699"/>
            <a:ext cx="2256949" cy="70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Brindar conveniencia </a:t>
            </a:r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🕒</a:t>
            </a:r>
            <a:endParaRPr lang="en-US" sz="2187" dirty="0"/>
          </a:p>
        </p:txBody>
      </p:sp>
      <p:sp>
        <p:nvSpPr>
          <p:cNvPr id="16" name="Text 13"/>
          <p:cNvSpPr/>
          <p:nvPr/>
        </p:nvSpPr>
        <p:spPr>
          <a:xfrm>
            <a:off x="9748957" y="3667482"/>
            <a:ext cx="2256949" cy="3909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de información se ubican en lugares estratégicos, como estaciones de servicio o áreas de descanso, para que los conductores puedan acceder a la información de manera práctica y rápida.</a:t>
            </a:r>
            <a:endParaRPr lang="en-US" sz="1750" dirty="0"/>
          </a:p>
        </p:txBody>
      </p:sp>
      <p:pic>
        <p:nvPicPr>
          <p:cNvPr id="17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1787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310295" y="671632"/>
            <a:ext cx="8009692" cy="11853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68"/>
              </a:lnSpc>
              <a:buNone/>
            </a:pPr>
            <a:r>
              <a:rPr lang="en-US" sz="373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Elementos principales de un tótem de información sobre neumáticos</a:t>
            </a:r>
            <a:endParaRPr lang="en-US" sz="3734" dirty="0"/>
          </a:p>
        </p:txBody>
      </p:sp>
      <p:sp>
        <p:nvSpPr>
          <p:cNvPr id="5" name="Shape 2"/>
          <p:cNvSpPr/>
          <p:nvPr/>
        </p:nvSpPr>
        <p:spPr>
          <a:xfrm>
            <a:off x="3310295" y="2236351"/>
            <a:ext cx="3910013" cy="2717602"/>
          </a:xfrm>
          <a:prstGeom prst="roundRect">
            <a:avLst>
              <a:gd name="adj" fmla="val 3141"/>
            </a:avLst>
          </a:prstGeom>
          <a:solidFill>
            <a:srgbClr val="790709"/>
          </a:solidFill>
          <a:ln w="11787">
            <a:solidFill>
              <a:srgbClr val="9108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511748" y="2437805"/>
            <a:ext cx="1897023" cy="3117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34"/>
              </a:lnSpc>
              <a:buNone/>
            </a:pPr>
            <a:r>
              <a:rPr lang="en-US" sz="186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Pantalla digital </a:t>
            </a:r>
            <a:pPr indent="0" marL="0">
              <a:lnSpc>
                <a:spcPts val="2334"/>
              </a:lnSpc>
              <a:buNone/>
            </a:pPr>
            <a:r>
              <a:rPr lang="en-US" sz="186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🖥️</a:t>
            </a:r>
            <a:endParaRPr lang="en-US" sz="1867" dirty="0"/>
          </a:p>
        </p:txBody>
      </p:sp>
      <p:sp>
        <p:nvSpPr>
          <p:cNvPr id="7" name="Text 4"/>
          <p:cNvSpPr/>
          <p:nvPr/>
        </p:nvSpPr>
        <p:spPr>
          <a:xfrm>
            <a:off x="3511748" y="2939177"/>
            <a:ext cx="3507105" cy="910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90"/>
              </a:lnSpc>
              <a:buNone/>
            </a:pPr>
            <a:r>
              <a:rPr lang="en-US" sz="1494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pantalla muestra mensajes claros y concisos sobre las características y el mantenimiento de los neumáticos.</a:t>
            </a:r>
            <a:endParaRPr lang="en-US" sz="1494" dirty="0"/>
          </a:p>
        </p:txBody>
      </p:sp>
      <p:sp>
        <p:nvSpPr>
          <p:cNvPr id="8" name="Shape 5"/>
          <p:cNvSpPr/>
          <p:nvPr/>
        </p:nvSpPr>
        <p:spPr>
          <a:xfrm>
            <a:off x="7409974" y="2236351"/>
            <a:ext cx="3910013" cy="2717602"/>
          </a:xfrm>
          <a:prstGeom prst="roundRect">
            <a:avLst>
              <a:gd name="adj" fmla="val 3141"/>
            </a:avLst>
          </a:prstGeom>
          <a:solidFill>
            <a:srgbClr val="790709"/>
          </a:solidFill>
          <a:ln w="11787">
            <a:solidFill>
              <a:srgbClr val="9108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1428" y="2437805"/>
            <a:ext cx="3507105" cy="6081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34"/>
              </a:lnSpc>
              <a:buNone/>
            </a:pPr>
            <a:r>
              <a:rPr lang="en-US" sz="186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Gráficos e ilustraciones llamativas </a:t>
            </a:r>
            <a:pPr indent="0" marL="0">
              <a:lnSpc>
                <a:spcPts val="2334"/>
              </a:lnSpc>
              <a:buNone/>
            </a:pPr>
            <a:r>
              <a:rPr lang="en-US" sz="186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🎨</a:t>
            </a:r>
            <a:endParaRPr lang="en-US" sz="1867" dirty="0"/>
          </a:p>
        </p:txBody>
      </p:sp>
      <p:sp>
        <p:nvSpPr>
          <p:cNvPr id="10" name="Text 7"/>
          <p:cNvSpPr/>
          <p:nvPr/>
        </p:nvSpPr>
        <p:spPr>
          <a:xfrm>
            <a:off x="7611428" y="3235643"/>
            <a:ext cx="3507105" cy="151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90"/>
              </a:lnSpc>
              <a:buNone/>
            </a:pPr>
            <a:r>
              <a:rPr lang="en-US" sz="1494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elementos visuales atractivos captan la atención y facilitan la comprensión de la información, incluso para aquellos que tienen menos conocimientos sobre neumáticos.</a:t>
            </a:r>
            <a:endParaRPr lang="en-US" sz="1494" dirty="0"/>
          </a:p>
        </p:txBody>
      </p:sp>
      <p:sp>
        <p:nvSpPr>
          <p:cNvPr id="11" name="Shape 8"/>
          <p:cNvSpPr/>
          <p:nvPr/>
        </p:nvSpPr>
        <p:spPr>
          <a:xfrm>
            <a:off x="3310295" y="5143619"/>
            <a:ext cx="3910013" cy="2414230"/>
          </a:xfrm>
          <a:prstGeom prst="roundRect">
            <a:avLst>
              <a:gd name="adj" fmla="val 3536"/>
            </a:avLst>
          </a:prstGeom>
          <a:solidFill>
            <a:srgbClr val="790709"/>
          </a:solidFill>
          <a:ln w="11787">
            <a:solidFill>
              <a:srgbClr val="9108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11748" y="5345073"/>
            <a:ext cx="3507105" cy="6081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34"/>
              </a:lnSpc>
              <a:buNone/>
            </a:pPr>
            <a:r>
              <a:rPr lang="en-US" sz="186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Estructura resistente y duradera </a:t>
            </a:r>
            <a:pPr indent="0" marL="0">
              <a:lnSpc>
                <a:spcPts val="2334"/>
              </a:lnSpc>
              <a:buNone/>
            </a:pPr>
            <a:r>
              <a:rPr lang="en-US" sz="186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💪</a:t>
            </a:r>
            <a:endParaRPr lang="en-US" sz="1867" dirty="0"/>
          </a:p>
        </p:txBody>
      </p:sp>
      <p:sp>
        <p:nvSpPr>
          <p:cNvPr id="13" name="Text 10"/>
          <p:cNvSpPr/>
          <p:nvPr/>
        </p:nvSpPr>
        <p:spPr>
          <a:xfrm>
            <a:off x="3511748" y="6142911"/>
            <a:ext cx="3507105" cy="1213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90"/>
              </a:lnSpc>
              <a:buNone/>
            </a:pPr>
            <a:r>
              <a:rPr lang="en-US" sz="1494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están diseñados para soportar condiciones climáticas adversas y el paso del tiempo, asegurando que la información esté disponible en todo momento.</a:t>
            </a:r>
            <a:endParaRPr lang="en-US" sz="1494" dirty="0"/>
          </a:p>
        </p:txBody>
      </p:sp>
      <p:sp>
        <p:nvSpPr>
          <p:cNvPr id="14" name="Shape 11"/>
          <p:cNvSpPr/>
          <p:nvPr/>
        </p:nvSpPr>
        <p:spPr>
          <a:xfrm>
            <a:off x="7409974" y="5143619"/>
            <a:ext cx="3910013" cy="2414230"/>
          </a:xfrm>
          <a:prstGeom prst="roundRect">
            <a:avLst>
              <a:gd name="adj" fmla="val 3536"/>
            </a:avLst>
          </a:prstGeom>
          <a:solidFill>
            <a:srgbClr val="790709"/>
          </a:solidFill>
          <a:ln w="11787">
            <a:solidFill>
              <a:srgbClr val="9108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11428" y="5345073"/>
            <a:ext cx="2011680" cy="3117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34"/>
              </a:lnSpc>
              <a:buNone/>
            </a:pPr>
            <a:r>
              <a:rPr lang="en-US" sz="186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Iluminación LED </a:t>
            </a:r>
            <a:pPr indent="0" marL="0">
              <a:lnSpc>
                <a:spcPts val="2334"/>
              </a:lnSpc>
              <a:buNone/>
            </a:pPr>
            <a:r>
              <a:rPr lang="en-US" sz="186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🌟</a:t>
            </a:r>
            <a:endParaRPr lang="en-US" sz="1867" dirty="0"/>
          </a:p>
        </p:txBody>
      </p:sp>
      <p:sp>
        <p:nvSpPr>
          <p:cNvPr id="16" name="Text 13"/>
          <p:cNvSpPr/>
          <p:nvPr/>
        </p:nvSpPr>
        <p:spPr>
          <a:xfrm>
            <a:off x="7611428" y="5846445"/>
            <a:ext cx="3507105" cy="1213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90"/>
              </a:lnSpc>
              <a:buNone/>
            </a:pPr>
            <a:r>
              <a:rPr lang="en-US" sz="1494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Las luces LED mejoran la visibilidad del tótem durante la noche, asegurando que los conductores puedan acceder a la información sin importar la hora del día.</a:t>
            </a:r>
            <a:endParaRPr lang="en-US" sz="1494" dirty="0"/>
          </a:p>
        </p:txBody>
      </p:sp>
      <p:pic>
        <p:nvPicPr>
          <p:cNvPr id="17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624376" y="702707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Ubicación de un tótem de información sobre neumáticos</a:t>
            </a:r>
            <a:endParaRPr lang="en-US" sz="437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76" y="2535793"/>
            <a:ext cx="5554980" cy="34331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24376" y="6246614"/>
            <a:ext cx="26746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Ubicación estratégica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624376" y="6815971"/>
            <a:ext cx="9381649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se encuentran en lugares de alto tráfico, como estaciones de servicio, para garantizar que alcancen a la mayor cantidad de conductores posible.</a:t>
            </a:r>
            <a:endParaRPr lang="en-US" sz="1750" dirty="0"/>
          </a:p>
        </p:txBody>
      </p:sp>
      <p:pic>
        <p:nvPicPr>
          <p:cNvPr id="8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2025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90888" y="684252"/>
            <a:ext cx="8190905" cy="1818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774"/>
              </a:lnSpc>
              <a:buNone/>
            </a:pPr>
            <a:r>
              <a:rPr lang="en-US" sz="3819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Importancia de la información proporcionada en un tótem de información sobre neumáticos</a:t>
            </a:r>
            <a:endParaRPr lang="en-US" sz="3819" dirty="0"/>
          </a:p>
        </p:txBody>
      </p:sp>
      <p:sp>
        <p:nvSpPr>
          <p:cNvPr id="6" name="Shape 2"/>
          <p:cNvSpPr/>
          <p:nvPr/>
        </p:nvSpPr>
        <p:spPr>
          <a:xfrm>
            <a:off x="1390888" y="2945249"/>
            <a:ext cx="436483" cy="436483"/>
          </a:xfrm>
          <a:prstGeom prst="roundRect">
            <a:avLst>
              <a:gd name="adj" fmla="val 20001"/>
            </a:avLst>
          </a:prstGeom>
          <a:solidFill>
            <a:srgbClr val="790709"/>
          </a:solidFill>
          <a:ln w="12025">
            <a:solidFill>
              <a:srgbClr val="9108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559600" y="2981563"/>
            <a:ext cx="99060" cy="3637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864"/>
              </a:lnSpc>
              <a:buNone/>
            </a:pPr>
            <a:r>
              <a:rPr lang="en-US" sz="2291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291" dirty="0"/>
          </a:p>
        </p:txBody>
      </p:sp>
      <p:sp>
        <p:nvSpPr>
          <p:cNvPr id="8" name="Text 4"/>
          <p:cNvSpPr/>
          <p:nvPr/>
        </p:nvSpPr>
        <p:spPr>
          <a:xfrm>
            <a:off x="2021324" y="3011924"/>
            <a:ext cx="3543300" cy="318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Mejor desempeño del vehículo </a:t>
            </a:r>
            <a:pPr indent="0" marL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🚙</a:t>
            </a:r>
            <a:endParaRPr lang="en-US" sz="1909" dirty="0"/>
          </a:p>
        </p:txBody>
      </p:sp>
      <p:sp>
        <p:nvSpPr>
          <p:cNvPr id="9" name="Text 5"/>
          <p:cNvSpPr/>
          <p:nvPr/>
        </p:nvSpPr>
        <p:spPr>
          <a:xfrm>
            <a:off x="2021324" y="3524250"/>
            <a:ext cx="7560469" cy="9308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44"/>
              </a:lnSpc>
              <a:buNone/>
            </a:pP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información del tótem ayuda a los conductores a mantener sus neumáticos en buen estado, lo que se traduce en un mejor rendimiento del vehículo y una conducción más segura.</a:t>
            </a:r>
            <a:endParaRPr lang="en-US" sz="1528" dirty="0"/>
          </a:p>
        </p:txBody>
      </p:sp>
      <p:sp>
        <p:nvSpPr>
          <p:cNvPr id="10" name="Shape 6"/>
          <p:cNvSpPr/>
          <p:nvPr/>
        </p:nvSpPr>
        <p:spPr>
          <a:xfrm>
            <a:off x="1390888" y="4800600"/>
            <a:ext cx="436483" cy="436483"/>
          </a:xfrm>
          <a:prstGeom prst="roundRect">
            <a:avLst>
              <a:gd name="adj" fmla="val 20001"/>
            </a:avLst>
          </a:prstGeom>
          <a:solidFill>
            <a:srgbClr val="790709"/>
          </a:solidFill>
          <a:ln w="12025">
            <a:solidFill>
              <a:srgbClr val="9108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529120" y="4836914"/>
            <a:ext cx="160020" cy="3637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864"/>
              </a:lnSpc>
              <a:buNone/>
            </a:pPr>
            <a:r>
              <a:rPr lang="en-US" sz="2291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291" dirty="0"/>
          </a:p>
        </p:txBody>
      </p:sp>
      <p:sp>
        <p:nvSpPr>
          <p:cNvPr id="12" name="Text 8"/>
          <p:cNvSpPr/>
          <p:nvPr/>
        </p:nvSpPr>
        <p:spPr>
          <a:xfrm>
            <a:off x="2021324" y="4867275"/>
            <a:ext cx="2141220" cy="318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Ahorro de dinero </a:t>
            </a:r>
            <a:pPr indent="0" marL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💰</a:t>
            </a:r>
            <a:endParaRPr lang="en-US" sz="1909" dirty="0"/>
          </a:p>
        </p:txBody>
      </p:sp>
      <p:sp>
        <p:nvSpPr>
          <p:cNvPr id="13" name="Text 9"/>
          <p:cNvSpPr/>
          <p:nvPr/>
        </p:nvSpPr>
        <p:spPr>
          <a:xfrm>
            <a:off x="2021324" y="5379601"/>
            <a:ext cx="7560469" cy="6205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44"/>
              </a:lnSpc>
              <a:buNone/>
            </a:pP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 conocer cómo cuidar adecuadamente sus neumáticos, los conductores pueden evitar gastos innecesarios, como reemplazos prematuros debido a un mantenimiento deficiente.</a:t>
            </a:r>
            <a:endParaRPr lang="en-US" sz="1528" dirty="0"/>
          </a:p>
        </p:txBody>
      </p:sp>
      <p:sp>
        <p:nvSpPr>
          <p:cNvPr id="14" name="Shape 10"/>
          <p:cNvSpPr/>
          <p:nvPr/>
        </p:nvSpPr>
        <p:spPr>
          <a:xfrm>
            <a:off x="1390888" y="6345674"/>
            <a:ext cx="436483" cy="436483"/>
          </a:xfrm>
          <a:prstGeom prst="roundRect">
            <a:avLst>
              <a:gd name="adj" fmla="val 20001"/>
            </a:avLst>
          </a:prstGeom>
          <a:solidFill>
            <a:srgbClr val="790709"/>
          </a:solidFill>
          <a:ln w="12025">
            <a:solidFill>
              <a:srgbClr val="91080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532930" y="6381988"/>
            <a:ext cx="152400" cy="3637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864"/>
              </a:lnSpc>
              <a:buNone/>
            </a:pPr>
            <a:r>
              <a:rPr lang="en-US" sz="2291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291" dirty="0"/>
          </a:p>
        </p:txBody>
      </p:sp>
      <p:sp>
        <p:nvSpPr>
          <p:cNvPr id="16" name="Text 12"/>
          <p:cNvSpPr/>
          <p:nvPr/>
        </p:nvSpPr>
        <p:spPr>
          <a:xfrm>
            <a:off x="2021324" y="6412349"/>
            <a:ext cx="2644140" cy="318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Conciencia ambiental </a:t>
            </a:r>
            <a:pPr indent="0" marL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🌍</a:t>
            </a:r>
            <a:endParaRPr lang="en-US" sz="1909" dirty="0"/>
          </a:p>
        </p:txBody>
      </p:sp>
      <p:sp>
        <p:nvSpPr>
          <p:cNvPr id="17" name="Text 13"/>
          <p:cNvSpPr/>
          <p:nvPr/>
        </p:nvSpPr>
        <p:spPr>
          <a:xfrm>
            <a:off x="2021324" y="6924675"/>
            <a:ext cx="7560469" cy="6205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44"/>
              </a:lnSpc>
              <a:buNone/>
            </a:pP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información sobre neumáticos eficientes y ecológicos que se suministra en los tótems fomenta la conducción sostenible y la reducción de la huella de carbono.</a:t>
            </a:r>
            <a:endParaRPr lang="en-US" sz="1528" dirty="0"/>
          </a:p>
        </p:txBody>
      </p:sp>
      <p:pic>
        <p:nvPicPr>
          <p:cNvPr id="18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0478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762494" y="463868"/>
            <a:ext cx="7105293" cy="1051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141"/>
              </a:lnSpc>
              <a:buNone/>
            </a:pPr>
            <a:r>
              <a:rPr lang="en-US" sz="3313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Objetivo y preguntas sobre la investigación </a:t>
            </a:r>
            <a:endParaRPr lang="en-US" sz="3313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018" y="1852136"/>
            <a:ext cx="2524244" cy="25242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62494" y="4586645"/>
            <a:ext cx="7105293" cy="2690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concientizar a los usuarios sobre que neumáticos necesitan sus vehículos</a:t>
            </a:r>
            <a:endParaRPr lang="en-US" sz="1325" dirty="0"/>
          </a:p>
        </p:txBody>
      </p:sp>
      <p:sp>
        <p:nvSpPr>
          <p:cNvPr id="7" name="Text 3"/>
          <p:cNvSpPr/>
          <p:nvPr/>
        </p:nvSpPr>
        <p:spPr>
          <a:xfrm>
            <a:off x="3762494" y="5007173"/>
            <a:ext cx="7105293" cy="2690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¿Porque los usuarios no tienen información sobre los neumáticos que deberían comprar?</a:t>
            </a:r>
            <a:endParaRPr lang="en-US" sz="1325" dirty="0"/>
          </a:p>
        </p:txBody>
      </p:sp>
      <p:sp>
        <p:nvSpPr>
          <p:cNvPr id="8" name="Text 4"/>
          <p:cNvSpPr/>
          <p:nvPr/>
        </p:nvSpPr>
        <p:spPr>
          <a:xfrm>
            <a:off x="3762494" y="5427702"/>
            <a:ext cx="7105293" cy="5381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¿Cuántos conductores conocen la vida útil recomendada de los neumáticos y cuándo deberían reemplazarlos incluso si parecen en buen estado?</a:t>
            </a:r>
            <a:endParaRPr lang="en-US" sz="1325" dirty="0"/>
          </a:p>
        </p:txBody>
      </p:sp>
      <p:sp>
        <p:nvSpPr>
          <p:cNvPr id="9" name="Text 5"/>
          <p:cNvSpPr/>
          <p:nvPr/>
        </p:nvSpPr>
        <p:spPr>
          <a:xfrm>
            <a:off x="3762494" y="6117312"/>
            <a:ext cx="7105293" cy="2690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¿Qué tan familiarizados están con los números y letras impresos en el lateral del neumático?</a:t>
            </a:r>
            <a:endParaRPr lang="en-US" sz="1325" dirty="0"/>
          </a:p>
        </p:txBody>
      </p:sp>
      <p:sp>
        <p:nvSpPr>
          <p:cNvPr id="10" name="Text 6"/>
          <p:cNvSpPr/>
          <p:nvPr/>
        </p:nvSpPr>
        <p:spPr>
          <a:xfrm>
            <a:off x="3762494" y="6537841"/>
            <a:ext cx="7105293" cy="5381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¿Cuántos conductores tienen en cuenta las condiciones específicas de manejo y climáticas al seleccionar neumáticos?</a:t>
            </a:r>
            <a:endParaRPr lang="en-US" sz="1325" dirty="0"/>
          </a:p>
        </p:txBody>
      </p:sp>
      <p:sp>
        <p:nvSpPr>
          <p:cNvPr id="11" name="Text 7"/>
          <p:cNvSpPr/>
          <p:nvPr/>
        </p:nvSpPr>
        <p:spPr>
          <a:xfrm>
            <a:off x="3762494" y="7227451"/>
            <a:ext cx="7105293" cy="5381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¿Creen que la falta de información podría tener consecuencias significativas en términos de seguridad y rendimiento?</a:t>
            </a:r>
            <a:endParaRPr lang="en-US" sz="1325" dirty="0"/>
          </a:p>
        </p:txBody>
      </p:sp>
      <p:pic>
        <p:nvPicPr>
          <p:cNvPr id="12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624376" y="1934885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Tema de investigación, nociones matemáticas y problemática a abordar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624376" y="3767971"/>
            <a:ext cx="938164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características y comparación sobre los neumáticos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624376" y="4373285"/>
            <a:ext cx="9381649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Geometría del neumático, área del contacto, Diseño</a:t>
            </a:r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del dibujo de la banda de rodadura, </a:t>
            </a:r>
            <a:pPr indent="0" marL="0">
              <a:lnSpc>
                <a:spcPts val="2799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Modelado de deformación y flexión.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2624376" y="5334000"/>
            <a:ext cx="938164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nula informacion sobre los neumáticos que el usuario necesita 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2624376" y="5939314"/>
            <a:ext cx="938164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9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3423285"/>
            <a:ext cx="69799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Temas iniciales involucrados</a:t>
            </a:r>
            <a:endParaRPr lang="en-US" sz="4374" dirty="0"/>
          </a:p>
        </p:txBody>
      </p:sp>
      <p:sp>
        <p:nvSpPr>
          <p:cNvPr id="6" name="Text 2"/>
          <p:cNvSpPr/>
          <p:nvPr/>
        </p:nvSpPr>
        <p:spPr>
          <a:xfrm>
            <a:off x="833199" y="4450913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 información y características y comparación sobre los neumáticos</a:t>
            </a:r>
            <a:endParaRPr lang="en-US" sz="1750" dirty="0"/>
          </a:p>
        </p:txBody>
      </p:sp>
      <p:pic>
        <p:nvPicPr>
          <p:cNvPr id="7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2712482"/>
            <a:ext cx="46939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Materiales a utilizar</a:t>
            </a:r>
            <a:endParaRPr lang="en-US" sz="4374" dirty="0"/>
          </a:p>
        </p:txBody>
      </p:sp>
      <p:sp>
        <p:nvSpPr>
          <p:cNvPr id="6" name="Text 2"/>
          <p:cNvSpPr/>
          <p:nvPr/>
        </p:nvSpPr>
        <p:spPr>
          <a:xfrm>
            <a:off x="833199" y="3740110"/>
            <a:ext cx="747760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acero inoxidable, acero corten, aluminio o metacrilato. Estos materiales permiten crear la estructura del totem publicitario o monolitos y ser adornados con vinilos de corte o vinilos impresos en formato digital. Pantalla de 22 pulgadas para mostrar la informacion, mas cableado necesario para su energizacion</a:t>
            </a:r>
            <a:endParaRPr lang="en-US" sz="1750" dirty="0"/>
          </a:p>
        </p:txBody>
      </p:sp>
      <p:pic>
        <p:nvPicPr>
          <p:cNvPr id="7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30314"/>
          </a:xfrm>
          <a:prstGeom prst="rect">
            <a:avLst/>
          </a:prstGeom>
          <a:solidFill>
            <a:srgbClr val="0C0C0C">
              <a:alpha val="75000"/>
            </a:srgbClr>
          </a:solidFill>
          <a:ln w="11668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357324" y="515541"/>
            <a:ext cx="3749516" cy="5859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4613"/>
              </a:lnSpc>
              <a:buNone/>
            </a:pPr>
            <a:r>
              <a:rPr lang="en-US" sz="3691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Cronograma </a:t>
            </a:r>
            <a:endParaRPr lang="en-US" sz="3691" dirty="0"/>
          </a:p>
        </p:txBody>
      </p:sp>
      <p:sp>
        <p:nvSpPr>
          <p:cNvPr id="5" name="Text 2"/>
          <p:cNvSpPr/>
          <p:nvPr/>
        </p:nvSpPr>
        <p:spPr>
          <a:xfrm>
            <a:off x="3357324" y="1476375"/>
            <a:ext cx="7915751" cy="3000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62"/>
              </a:lnSpc>
              <a:buNone/>
            </a:pPr>
            <a:endParaRPr lang="en-US" sz="147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24" y="1987272"/>
            <a:ext cx="6955512" cy="52166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7324" y="7414736"/>
            <a:ext cx="7915751" cy="3000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362"/>
              </a:lnSpc>
              <a:buNone/>
            </a:pPr>
            <a:endParaRPr lang="en-US" sz="1476" dirty="0"/>
          </a:p>
        </p:txBody>
      </p:sp>
      <p:pic>
        <p:nvPicPr>
          <p:cNvPr id="8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2023-11-17T00:42:05Z</dcterms:created>
  <dcterms:modified xsi:type="dcterms:W3CDTF">2023-11-17T00:42:05Z</dcterms:modified>
</cp:coreProperties>
</file>