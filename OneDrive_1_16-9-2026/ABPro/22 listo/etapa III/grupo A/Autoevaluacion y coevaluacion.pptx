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4" r:id="rId1"/>
  </p:sldMasterIdLst>
  <p:sldIdLst>
    <p:sldId id="333" r:id="rId2"/>
    <p:sldId id="336" r:id="rId3"/>
    <p:sldId id="337" r:id="rId4"/>
  </p:sldIdLst>
  <p:sldSz cx="9144000" cy="6858000" type="screen4x3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864" autoAdjust="0"/>
    <p:restoredTop sz="94709" autoAdjust="0"/>
  </p:normalViewPr>
  <p:slideViewPr>
    <p:cSldViewPr snapToGrid="0" snapToObjects="1">
      <p:cViewPr varScale="1">
        <p:scale>
          <a:sx n="82" d="100"/>
          <a:sy n="82" d="100"/>
        </p:scale>
        <p:origin x="1603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9654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2416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7002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54546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62025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3169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19474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6894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los estilos de texto del patrón
Segundo nivel
Tercer nivel
Cuarto nivel
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954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92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Editar los estilos de texto del patrón
Segundo nivel
Tercer nivel
Cuarto nivel
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4106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/>
              <a:t>Clic para editar título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604C90-5466-0B48-96CB-E2890ED738F2}" type="datetimeFigureOut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13/12/2023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C25825-B1DE-1B44-BAFE-9EA3DBC1CEEA}" type="slidenum">
              <a:rPr lang="es-ES" smtClean="0">
                <a:solidFill>
                  <a:prstClr val="black">
                    <a:tint val="75000"/>
                  </a:prstClr>
                </a:solidFill>
                <a:latin typeface="Calibri"/>
              </a:rPr>
              <a:pPr/>
              <a:t>‹Nº›</a:t>
            </a:fld>
            <a:endParaRPr lang="es-ES">
              <a:solidFill>
                <a:prstClr val="black">
                  <a:tint val="75000"/>
                </a:prstClr>
              </a:solidFill>
              <a:latin typeface="Calibri"/>
            </a:endParaRPr>
          </a:p>
        </p:txBody>
      </p:sp>
      <p:pic>
        <p:nvPicPr>
          <p:cNvPr id="9" name="Imagen 8" descr="PPT6.jpg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51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979CFA0-C47E-B646-3192-DF2C66011D70}"/>
              </a:ext>
            </a:extLst>
          </p:cNvPr>
          <p:cNvSpPr txBox="1"/>
          <p:nvPr/>
        </p:nvSpPr>
        <p:spPr>
          <a:xfrm>
            <a:off x="1604865" y="2304661"/>
            <a:ext cx="55890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3200" b="1" i="1" dirty="0"/>
              <a:t>Autoevaluación y coevaluación </a:t>
            </a:r>
          </a:p>
        </p:txBody>
      </p:sp>
    </p:spTree>
    <p:extLst>
      <p:ext uri="{BB962C8B-B14F-4D97-AF65-F5344CB8AC3E}">
        <p14:creationId xmlns:p14="http://schemas.microsoft.com/office/powerpoint/2010/main" val="3013230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A73336F-2016-BC4F-BA9E-A0A1EE2D2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191" y="600033"/>
            <a:ext cx="7257073" cy="6021827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7B941657-EB27-15D3-65EF-9FE5E43C6B62}"/>
              </a:ext>
            </a:extLst>
          </p:cNvPr>
          <p:cNvSpPr txBox="1"/>
          <p:nvPr/>
        </p:nvSpPr>
        <p:spPr>
          <a:xfrm>
            <a:off x="2452878" y="2101334"/>
            <a:ext cx="1744824" cy="3385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sz="1600" dirty="0"/>
              <a:t>Daniel Sandoval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C71422D-EEF9-D88C-C001-711B155C5FD5}"/>
              </a:ext>
            </a:extLst>
          </p:cNvPr>
          <p:cNvSpPr txBox="1"/>
          <p:nvPr/>
        </p:nvSpPr>
        <p:spPr>
          <a:xfrm>
            <a:off x="4197702" y="2070556"/>
            <a:ext cx="1568616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dirty="0" err="1"/>
              <a:t>Angelo</a:t>
            </a:r>
            <a:r>
              <a:rPr lang="es-CL" dirty="0"/>
              <a:t> </a:t>
            </a:r>
            <a:r>
              <a:rPr lang="es-CL" dirty="0" err="1"/>
              <a:t>Lavin</a:t>
            </a:r>
            <a:endParaRPr lang="es-CL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D0F1A6A-E8F8-CF85-53FC-FB86EEC9C5D8}"/>
              </a:ext>
            </a:extLst>
          </p:cNvPr>
          <p:cNvSpPr txBox="1"/>
          <p:nvPr/>
        </p:nvSpPr>
        <p:spPr>
          <a:xfrm>
            <a:off x="5850294" y="2101334"/>
            <a:ext cx="189197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dirty="0" err="1"/>
              <a:t>Bastian</a:t>
            </a:r>
            <a:r>
              <a:rPr lang="es-CL" dirty="0"/>
              <a:t> </a:t>
            </a:r>
            <a:r>
              <a:rPr lang="es-CL" dirty="0" err="1"/>
              <a:t>Guzman</a:t>
            </a:r>
            <a:endParaRPr lang="es-CL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10DB626-E392-F182-9E1E-3558DFFF1A3C}"/>
              </a:ext>
            </a:extLst>
          </p:cNvPr>
          <p:cNvSpPr txBox="1"/>
          <p:nvPr/>
        </p:nvSpPr>
        <p:spPr>
          <a:xfrm>
            <a:off x="2584580" y="2575249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8291E9D-122A-62F7-E709-145FACFE27B0}"/>
              </a:ext>
            </a:extLst>
          </p:cNvPr>
          <p:cNvSpPr txBox="1"/>
          <p:nvPr/>
        </p:nvSpPr>
        <p:spPr>
          <a:xfrm>
            <a:off x="2584580" y="3275044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F7A492D-BF40-FFD1-6822-C79EB44061D1}"/>
              </a:ext>
            </a:extLst>
          </p:cNvPr>
          <p:cNvSpPr txBox="1"/>
          <p:nvPr/>
        </p:nvSpPr>
        <p:spPr>
          <a:xfrm>
            <a:off x="4565780" y="2663117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EE63ADCB-C6BC-C26F-E04F-235B0290FB5E}"/>
              </a:ext>
            </a:extLst>
          </p:cNvPr>
          <p:cNvSpPr txBox="1"/>
          <p:nvPr/>
        </p:nvSpPr>
        <p:spPr>
          <a:xfrm>
            <a:off x="4671527" y="3328891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D873924-305B-A658-D964-F3A78038DBA9}"/>
              </a:ext>
            </a:extLst>
          </p:cNvPr>
          <p:cNvSpPr txBox="1"/>
          <p:nvPr/>
        </p:nvSpPr>
        <p:spPr>
          <a:xfrm>
            <a:off x="6417317" y="2663117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D6A6A4D-046E-A841-A867-9F445DA0FEE0}"/>
              </a:ext>
            </a:extLst>
          </p:cNvPr>
          <p:cNvSpPr txBox="1"/>
          <p:nvPr/>
        </p:nvSpPr>
        <p:spPr>
          <a:xfrm>
            <a:off x="2631233" y="3988954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DF556D6-FDF3-B187-A95F-78A5F9A1CC53}"/>
              </a:ext>
            </a:extLst>
          </p:cNvPr>
          <p:cNvSpPr txBox="1"/>
          <p:nvPr/>
        </p:nvSpPr>
        <p:spPr>
          <a:xfrm>
            <a:off x="6341117" y="3463329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6C8944B-8717-7FC7-951B-45D6E4EE16D0}"/>
              </a:ext>
            </a:extLst>
          </p:cNvPr>
          <p:cNvSpPr txBox="1"/>
          <p:nvPr/>
        </p:nvSpPr>
        <p:spPr>
          <a:xfrm>
            <a:off x="2593911" y="5428744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28BAF19E-5159-9D68-2FC7-DC3D21AC45E9}"/>
              </a:ext>
            </a:extLst>
          </p:cNvPr>
          <p:cNvSpPr txBox="1"/>
          <p:nvPr/>
        </p:nvSpPr>
        <p:spPr>
          <a:xfrm>
            <a:off x="2631233" y="4708849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D4DC877-61A6-E9A2-2E24-2A307DEF8B5F}"/>
              </a:ext>
            </a:extLst>
          </p:cNvPr>
          <p:cNvSpPr txBox="1"/>
          <p:nvPr/>
        </p:nvSpPr>
        <p:spPr>
          <a:xfrm>
            <a:off x="6341117" y="4018003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E7894F78-33B1-C289-2CEF-D2FDE9334068}"/>
              </a:ext>
            </a:extLst>
          </p:cNvPr>
          <p:cNvSpPr txBox="1"/>
          <p:nvPr/>
        </p:nvSpPr>
        <p:spPr>
          <a:xfrm>
            <a:off x="4735769" y="4076368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98DAE2D-1228-DAC0-5458-1E60678A1E30}"/>
              </a:ext>
            </a:extLst>
          </p:cNvPr>
          <p:cNvSpPr txBox="1"/>
          <p:nvPr/>
        </p:nvSpPr>
        <p:spPr>
          <a:xfrm>
            <a:off x="4771053" y="5382309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CC879C9-2073-887D-8D95-5953C16D6342}"/>
              </a:ext>
            </a:extLst>
          </p:cNvPr>
          <p:cNvSpPr txBox="1"/>
          <p:nvPr/>
        </p:nvSpPr>
        <p:spPr>
          <a:xfrm>
            <a:off x="6347927" y="4746171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CD98EAD3-1D5F-FE39-2DFB-1A7D8FD7DED0}"/>
              </a:ext>
            </a:extLst>
          </p:cNvPr>
          <p:cNvSpPr txBox="1"/>
          <p:nvPr/>
        </p:nvSpPr>
        <p:spPr>
          <a:xfrm>
            <a:off x="2631232" y="5907352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7A9FFDAA-1FE8-AB41-F2F6-8876B696A817}"/>
              </a:ext>
            </a:extLst>
          </p:cNvPr>
          <p:cNvSpPr txBox="1"/>
          <p:nvPr/>
        </p:nvSpPr>
        <p:spPr>
          <a:xfrm>
            <a:off x="6385249" y="5428744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B2646B6E-C48A-643C-C1C9-5B82E462921C}"/>
              </a:ext>
            </a:extLst>
          </p:cNvPr>
          <p:cNvSpPr txBox="1"/>
          <p:nvPr/>
        </p:nvSpPr>
        <p:spPr>
          <a:xfrm>
            <a:off x="4718180" y="4726201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0E48B266-017D-3C78-3C74-6AF812BF50D1}"/>
              </a:ext>
            </a:extLst>
          </p:cNvPr>
          <p:cNvSpPr txBox="1"/>
          <p:nvPr/>
        </p:nvSpPr>
        <p:spPr>
          <a:xfrm>
            <a:off x="4771053" y="6002748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EB995828-A9C4-C154-D57A-A60DA4B29412}"/>
              </a:ext>
            </a:extLst>
          </p:cNvPr>
          <p:cNvSpPr txBox="1"/>
          <p:nvPr/>
        </p:nvSpPr>
        <p:spPr>
          <a:xfrm>
            <a:off x="6446864" y="6002748"/>
            <a:ext cx="13249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038227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CF998B82-3BD8-4944-A269-C7BFC471F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262" y="32456"/>
            <a:ext cx="7582388" cy="583494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8F426EF1-A061-8488-F920-01E11045FD85}"/>
              </a:ext>
            </a:extLst>
          </p:cNvPr>
          <p:cNvSpPr txBox="1"/>
          <p:nvPr/>
        </p:nvSpPr>
        <p:spPr>
          <a:xfrm>
            <a:off x="4842588" y="1688841"/>
            <a:ext cx="2286000" cy="36933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s-CL" dirty="0"/>
              <a:t>Joacin Ferrada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5FE51CA-D54D-4F9A-5EA9-1ED697BDF01E}"/>
              </a:ext>
            </a:extLst>
          </p:cNvPr>
          <p:cNvSpPr txBox="1"/>
          <p:nvPr/>
        </p:nvSpPr>
        <p:spPr>
          <a:xfrm>
            <a:off x="4302969" y="2403421"/>
            <a:ext cx="64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7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7BE2BE5-254C-5ECA-4BDB-B67D6D17A5F3}"/>
              </a:ext>
            </a:extLst>
          </p:cNvPr>
          <p:cNvSpPr txBox="1"/>
          <p:nvPr/>
        </p:nvSpPr>
        <p:spPr>
          <a:xfrm>
            <a:off x="4302969" y="3190292"/>
            <a:ext cx="64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7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7E03A25-CEB4-714E-4369-4DE3D4D7F07F}"/>
              </a:ext>
            </a:extLst>
          </p:cNvPr>
          <p:cNvSpPr txBox="1"/>
          <p:nvPr/>
        </p:nvSpPr>
        <p:spPr>
          <a:xfrm>
            <a:off x="4351176" y="3778120"/>
            <a:ext cx="64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7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AC393E8-C969-E9EC-44D5-EA9A25CE1F36}"/>
              </a:ext>
            </a:extLst>
          </p:cNvPr>
          <p:cNvSpPr txBox="1"/>
          <p:nvPr/>
        </p:nvSpPr>
        <p:spPr>
          <a:xfrm>
            <a:off x="4360507" y="4430496"/>
            <a:ext cx="64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7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B25E9AF-59F5-F6CC-EA05-4B738C687329}"/>
              </a:ext>
            </a:extLst>
          </p:cNvPr>
          <p:cNvSpPr txBox="1"/>
          <p:nvPr/>
        </p:nvSpPr>
        <p:spPr>
          <a:xfrm>
            <a:off x="4360507" y="5265575"/>
            <a:ext cx="6438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039462990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U2 Cinemática" id="{3686FD48-DE98-A746-A7A5-47EF494658E2}" vid="{DD2B0039-592C-6042-9754-64177824BB8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1_Tema de Office</Template>
  <TotalTime>34</TotalTime>
  <Words>34</Words>
  <Application>Microsoft Office PowerPoint</Application>
  <PresentationFormat>Presentación en pantalla (4:3)</PresentationFormat>
  <Paragraphs>28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6" baseType="lpstr">
      <vt:lpstr>Arial</vt:lpstr>
      <vt:lpstr>Calibri</vt:lpstr>
      <vt:lpstr>1_Tema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LISSETTE ANDREA SALAMANCA MELLA</dc:creator>
  <cp:lastModifiedBy>JOACIN ABRAHAM FERRADA MUNOZ</cp:lastModifiedBy>
  <cp:revision>2</cp:revision>
  <cp:lastPrinted>2018-08-19T15:05:53Z</cp:lastPrinted>
  <dcterms:created xsi:type="dcterms:W3CDTF">2023-11-08T15:09:41Z</dcterms:created>
  <dcterms:modified xsi:type="dcterms:W3CDTF">2023-12-13T21:07:19Z</dcterms:modified>
</cp:coreProperties>
</file>