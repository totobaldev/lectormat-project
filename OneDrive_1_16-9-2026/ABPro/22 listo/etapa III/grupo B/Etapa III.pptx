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333" r:id="rId2"/>
    <p:sldId id="334" r:id="rId3"/>
    <p:sldId id="335" r:id="rId4"/>
    <p:sldId id="336" r:id="rId5"/>
    <p:sldId id="337" r:id="rId6"/>
  </p:sldIdLst>
  <p:sldSz cx="9144000" cy="6858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64" autoAdjust="0"/>
    <p:restoredTop sz="94709" autoAdjust="0"/>
  </p:normalViewPr>
  <p:slideViewPr>
    <p:cSldViewPr snapToGrid="0" snapToObjects="1">
      <p:cViewPr varScale="1">
        <p:scale>
          <a:sx n="88" d="100"/>
          <a:sy n="88" d="100"/>
        </p:scale>
        <p:origin x="1435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14/12/2023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9654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14/12/2023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24168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14/12/2023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002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14/12/2023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4546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14/12/2023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62025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14/12/2023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3169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14/12/2023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947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14/12/2023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6894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14/12/2023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2954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14/12/2023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929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14/12/2023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74106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14/12/2023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9" name="Imagen 8" descr="PPT6.jp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751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004353D-6CDF-E64A-9743-BDA446B0A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209550"/>
            <a:ext cx="7366000" cy="643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230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0EEB162-AA74-184E-AE9A-B839202DE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93" y="931985"/>
            <a:ext cx="8176719" cy="374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053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D4C58B6-454F-C442-906C-E4587C7D5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69" y="607176"/>
            <a:ext cx="7469554" cy="5530343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12FA9920-7708-B042-AE5A-A08E7BEB65B8}"/>
              </a:ext>
            </a:extLst>
          </p:cNvPr>
          <p:cNvSpPr/>
          <p:nvPr/>
        </p:nvSpPr>
        <p:spPr>
          <a:xfrm>
            <a:off x="4611078" y="2281534"/>
            <a:ext cx="4339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1200" b="1" dirty="0">
                <a:solidFill>
                  <a:schemeClr val="accent1"/>
                </a:solidFill>
              </a:rPr>
              <a:t>https://www.youtube.com/watch?v=rVwBnwbs9M4&amp;list=PLKZer9NphMpxpE9VzE--si96DHD4QrczJ&amp;index=6</a:t>
            </a:r>
          </a:p>
        </p:txBody>
      </p:sp>
    </p:spTree>
    <p:extLst>
      <p:ext uri="{BB962C8B-B14F-4D97-AF65-F5344CB8AC3E}">
        <p14:creationId xmlns:p14="http://schemas.microsoft.com/office/powerpoint/2010/main" val="2344708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A73336F-2016-BC4F-BA9E-A0A1EE2D2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85" y="131323"/>
            <a:ext cx="7257073" cy="6021827"/>
          </a:xfrm>
          <a:prstGeom prst="rect">
            <a:avLst/>
          </a:prstGeom>
        </p:spPr>
      </p:pic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1323924"/>
              </p:ext>
            </p:extLst>
          </p:nvPr>
        </p:nvGraphicFramePr>
        <p:xfrm>
          <a:off x="2211976" y="1618550"/>
          <a:ext cx="5007429" cy="43455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9143">
                  <a:extLst>
                    <a:ext uri="{9D8B030D-6E8A-4147-A177-3AD203B41FA5}">
                      <a16:colId xmlns:a16="http://schemas.microsoft.com/office/drawing/2014/main" val="2708234901"/>
                    </a:ext>
                  </a:extLst>
                </a:gridCol>
                <a:gridCol w="1669143">
                  <a:extLst>
                    <a:ext uri="{9D8B030D-6E8A-4147-A177-3AD203B41FA5}">
                      <a16:colId xmlns:a16="http://schemas.microsoft.com/office/drawing/2014/main" val="669048495"/>
                    </a:ext>
                  </a:extLst>
                </a:gridCol>
                <a:gridCol w="1669143">
                  <a:extLst>
                    <a:ext uri="{9D8B030D-6E8A-4147-A177-3AD203B41FA5}">
                      <a16:colId xmlns:a16="http://schemas.microsoft.com/office/drawing/2014/main" val="228354359"/>
                    </a:ext>
                  </a:extLst>
                </a:gridCol>
              </a:tblGrid>
              <a:tr h="366699">
                <a:tc>
                  <a:txBody>
                    <a:bodyPr/>
                    <a:lstStyle/>
                    <a:p>
                      <a:r>
                        <a:rPr lang="es-CL" sz="1600" baseline="0" dirty="0" smtClean="0">
                          <a:solidFill>
                            <a:schemeClr val="tx1"/>
                          </a:solidFill>
                        </a:rPr>
                        <a:t>Diego San Martin</a:t>
                      </a:r>
                      <a:endParaRPr lang="en-US" sz="16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aseline="0" dirty="0" err="1" smtClean="0">
                          <a:solidFill>
                            <a:schemeClr val="tx1"/>
                          </a:solidFill>
                        </a:rPr>
                        <a:t>Victor</a:t>
                      </a:r>
                      <a:r>
                        <a:rPr lang="es-CL" sz="1600" baseline="0" dirty="0" smtClean="0">
                          <a:solidFill>
                            <a:schemeClr val="tx1"/>
                          </a:solidFill>
                        </a:rPr>
                        <a:t> Lagos</a:t>
                      </a:r>
                      <a:endParaRPr lang="en-US" sz="16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2443569"/>
                  </a:ext>
                </a:extLst>
              </a:tr>
              <a:tr h="644740">
                <a:tc>
                  <a:txBody>
                    <a:bodyPr/>
                    <a:lstStyle/>
                    <a:p>
                      <a:r>
                        <a:rPr lang="es-CL" sz="1600" baseline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6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aseline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6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9962987"/>
                  </a:ext>
                </a:extLst>
              </a:tr>
              <a:tr h="809897">
                <a:tc>
                  <a:txBody>
                    <a:bodyPr/>
                    <a:lstStyle/>
                    <a:p>
                      <a:r>
                        <a:rPr lang="es-CL" sz="1600" baseline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6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aseline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6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66792451"/>
                  </a:ext>
                </a:extLst>
              </a:tr>
              <a:tr h="618308">
                <a:tc>
                  <a:txBody>
                    <a:bodyPr/>
                    <a:lstStyle/>
                    <a:p>
                      <a:r>
                        <a:rPr lang="es-CL" sz="1600" baseline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6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aseline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6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89767123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r>
                        <a:rPr lang="es-CL" sz="1600" baseline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6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aseline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6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4368062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r>
                        <a:rPr lang="es-CL" sz="1600" baseline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6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aseline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6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7125777"/>
                  </a:ext>
                </a:extLst>
              </a:tr>
              <a:tr h="582194">
                <a:tc>
                  <a:txBody>
                    <a:bodyPr/>
                    <a:lstStyle/>
                    <a:p>
                      <a:r>
                        <a:rPr lang="es-CL" sz="1600" baseline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6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aseline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6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6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71992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8227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CF998B82-3BD8-4944-A269-C7BFC471F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62" y="32456"/>
            <a:ext cx="7582388" cy="5834944"/>
          </a:xfrm>
          <a:prstGeom prst="rect">
            <a:avLst/>
          </a:prstGeom>
        </p:spPr>
      </p:pic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0385112"/>
              </p:ext>
            </p:extLst>
          </p:nvPr>
        </p:nvGraphicFramePr>
        <p:xfrm>
          <a:off x="3997234" y="1689465"/>
          <a:ext cx="3317966" cy="3997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7966">
                  <a:extLst>
                    <a:ext uri="{9D8B030D-6E8A-4147-A177-3AD203B41FA5}">
                      <a16:colId xmlns:a16="http://schemas.microsoft.com/office/drawing/2014/main" val="4152015698"/>
                    </a:ext>
                  </a:extLst>
                </a:gridCol>
              </a:tblGrid>
              <a:tr h="348341">
                <a:tc>
                  <a:txBody>
                    <a:bodyPr/>
                    <a:lstStyle/>
                    <a:p>
                      <a:r>
                        <a:rPr lang="es-CL" dirty="0" smtClean="0">
                          <a:solidFill>
                            <a:schemeClr val="tx1"/>
                          </a:solidFill>
                        </a:rPr>
                        <a:t>Matias Reyes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9447152"/>
                  </a:ext>
                </a:extLst>
              </a:tr>
              <a:tr h="489636">
                <a:tc>
                  <a:txBody>
                    <a:bodyPr/>
                    <a:lstStyle/>
                    <a:p>
                      <a:r>
                        <a:rPr lang="es-CL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31831891"/>
                  </a:ext>
                </a:extLst>
              </a:tr>
              <a:tr h="620715">
                <a:tc>
                  <a:txBody>
                    <a:bodyPr/>
                    <a:lstStyle/>
                    <a:p>
                      <a:r>
                        <a:rPr lang="es-CL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7175909"/>
                  </a:ext>
                </a:extLst>
              </a:tr>
              <a:tr h="465898">
                <a:tc>
                  <a:txBody>
                    <a:bodyPr/>
                    <a:lstStyle/>
                    <a:p>
                      <a:r>
                        <a:rPr lang="es-CL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4974837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s-CL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0011944"/>
                  </a:ext>
                </a:extLst>
              </a:tr>
              <a:tr h="896983">
                <a:tc>
                  <a:txBody>
                    <a:bodyPr/>
                    <a:lstStyle/>
                    <a:p>
                      <a:r>
                        <a:rPr lang="es-CL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750358"/>
                  </a:ext>
                </a:extLst>
              </a:tr>
              <a:tr h="548668">
                <a:tc>
                  <a:txBody>
                    <a:bodyPr/>
                    <a:lstStyle/>
                    <a:p>
                      <a:r>
                        <a:rPr lang="es-CL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1462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9462990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2 Cinemática" id="{3686FD48-DE98-A746-A7A5-47EF494658E2}" vid="{DD2B0039-592C-6042-9754-64177824BB8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1_Tema de Office</Template>
  <TotalTime>29</TotalTime>
  <Words>30</Words>
  <Application>Microsoft Office PowerPoint</Application>
  <PresentationFormat>Presentación en pantalla (4:3)</PresentationFormat>
  <Paragraphs>22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LISSETTE ANDREA SALAMANCA MELLA</dc:creator>
  <cp:lastModifiedBy>Matias</cp:lastModifiedBy>
  <cp:revision>4</cp:revision>
  <cp:lastPrinted>2018-08-19T15:05:53Z</cp:lastPrinted>
  <dcterms:created xsi:type="dcterms:W3CDTF">2023-11-08T15:09:41Z</dcterms:created>
  <dcterms:modified xsi:type="dcterms:W3CDTF">2023-12-15T01:47:05Z</dcterms:modified>
</cp:coreProperties>
</file>