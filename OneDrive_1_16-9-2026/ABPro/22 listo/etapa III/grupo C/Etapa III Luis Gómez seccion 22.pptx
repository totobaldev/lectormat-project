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4" r:id="rId3"/>
    <p:sldId id="335" r:id="rId4"/>
    <p:sldId id="336" r:id="rId5"/>
    <p:sldId id="337" r:id="rId6"/>
    <p:sldId id="338" r:id="rId7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9" d="100"/>
          <a:sy n="79" d="100"/>
        </p:scale>
        <p:origin x="12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61f5MhsajK8?si=d50hVORfD5KhQA_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04353D-6CDF-E64A-9743-BDA446B0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09550"/>
            <a:ext cx="7366000" cy="643890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889000" y="3681984"/>
            <a:ext cx="20126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b="1" u="sng" dirty="0" smtClean="0"/>
              <a:t>Luis Gómez </a:t>
            </a:r>
          </a:p>
          <a:p>
            <a:pPr algn="ctr"/>
            <a:r>
              <a:rPr lang="es-ES" sz="3000" b="1" u="sng" dirty="0" smtClean="0"/>
              <a:t>Sección 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EEB162-AA74-184E-AE9A-B839202D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3" y="931985"/>
            <a:ext cx="8176719" cy="37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4C58B6-454F-C442-906C-E4587C7D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" y="607176"/>
            <a:ext cx="7469554" cy="553034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2FA9920-7708-B042-AE5A-A08E7BEB65B8}"/>
              </a:ext>
            </a:extLst>
          </p:cNvPr>
          <p:cNvSpPr/>
          <p:nvPr/>
        </p:nvSpPr>
        <p:spPr>
          <a:xfrm>
            <a:off x="4611078" y="2281534"/>
            <a:ext cx="4339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200" b="1" dirty="0">
                <a:solidFill>
                  <a:schemeClr val="accent1"/>
                </a:solidFill>
              </a:rPr>
              <a:t>https://www.youtube.com/watch?v=rVwBnwbs9M4&amp;list=PLKZer9NphMpxpE9VzE--si96DHD4QrczJ&amp;index=6</a:t>
            </a:r>
          </a:p>
        </p:txBody>
      </p:sp>
    </p:spTree>
    <p:extLst>
      <p:ext uri="{BB962C8B-B14F-4D97-AF65-F5344CB8AC3E}">
        <p14:creationId xmlns:p14="http://schemas.microsoft.com/office/powerpoint/2010/main" val="234470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71174"/>
              </p:ext>
            </p:extLst>
          </p:nvPr>
        </p:nvGraphicFramePr>
        <p:xfrm>
          <a:off x="658366" y="1048511"/>
          <a:ext cx="7729732" cy="49987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2433">
                  <a:extLst>
                    <a:ext uri="{9D8B030D-6E8A-4147-A177-3AD203B41FA5}">
                      <a16:colId xmlns:a16="http://schemas.microsoft.com/office/drawing/2014/main" val="2674724299"/>
                    </a:ext>
                  </a:extLst>
                </a:gridCol>
                <a:gridCol w="1932433">
                  <a:extLst>
                    <a:ext uri="{9D8B030D-6E8A-4147-A177-3AD203B41FA5}">
                      <a16:colId xmlns:a16="http://schemas.microsoft.com/office/drawing/2014/main" val="1218700378"/>
                    </a:ext>
                  </a:extLst>
                </a:gridCol>
                <a:gridCol w="1932433">
                  <a:extLst>
                    <a:ext uri="{9D8B030D-6E8A-4147-A177-3AD203B41FA5}">
                      <a16:colId xmlns:a16="http://schemas.microsoft.com/office/drawing/2014/main" val="593867852"/>
                    </a:ext>
                  </a:extLst>
                </a:gridCol>
                <a:gridCol w="1932433">
                  <a:extLst>
                    <a:ext uri="{9D8B030D-6E8A-4147-A177-3AD203B41FA5}">
                      <a16:colId xmlns:a16="http://schemas.microsoft.com/office/drawing/2014/main" val="3208436194"/>
                    </a:ext>
                  </a:extLst>
                </a:gridCol>
              </a:tblGrid>
              <a:tr h="2556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Criterios.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Joaquin Merino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Brayan </a:t>
                      </a:r>
                      <a:r>
                        <a:rPr lang="es-ES" sz="1100">
                          <a:effectLst/>
                        </a:rPr>
                        <a:t>Gatica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Rodrigo </a:t>
                      </a:r>
                      <a:r>
                        <a:rPr lang="es-ES" sz="1100">
                          <a:effectLst/>
                        </a:rPr>
                        <a:t>Garay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6436063"/>
                  </a:ext>
                </a:extLst>
              </a:tr>
              <a:tr h="10579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Participa activamente en cada etapa de la evaluación.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0129466"/>
                  </a:ext>
                </a:extLst>
              </a:tr>
              <a:tr h="10579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Cumple con las tareas designadas en los plazos estipulados.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5676804"/>
                  </a:ext>
                </a:extLst>
              </a:tr>
              <a:tr h="7905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Realiza su trabajo con un nivel óptimo de calidad.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7606609"/>
                  </a:ext>
                </a:extLst>
              </a:tr>
              <a:tr h="10579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Respeta las ideas planteadas por los otros miembros del equipo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333389"/>
                  </a:ext>
                </a:extLst>
              </a:tr>
              <a:tr h="5230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Cumple los acuerdos de normas grupales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5064522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Promedio nota final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6054656"/>
                  </a:ext>
                </a:extLst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780288" y="231648"/>
            <a:ext cx="3791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u="sng" dirty="0" smtClean="0"/>
              <a:t>Coevaluación</a:t>
            </a:r>
            <a:r>
              <a:rPr lang="es-E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22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CuadroTexto 2235"/>
          <p:cNvSpPr txBox="1"/>
          <p:nvPr/>
        </p:nvSpPr>
        <p:spPr>
          <a:xfrm>
            <a:off x="512064" y="353568"/>
            <a:ext cx="3621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u="sng" dirty="0" smtClean="0"/>
              <a:t>Autoevaluación</a:t>
            </a:r>
            <a:r>
              <a:rPr lang="es-ES" dirty="0" smtClean="0"/>
              <a:t> </a:t>
            </a:r>
            <a:endParaRPr lang="en-US" dirty="0"/>
          </a:p>
        </p:txBody>
      </p:sp>
      <p:graphicFrame>
        <p:nvGraphicFramePr>
          <p:cNvPr id="2237" name="Tabla 2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220082"/>
              </p:ext>
            </p:extLst>
          </p:nvPr>
        </p:nvGraphicFramePr>
        <p:xfrm>
          <a:off x="341376" y="1158240"/>
          <a:ext cx="8436864" cy="4949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18432">
                  <a:extLst>
                    <a:ext uri="{9D8B030D-6E8A-4147-A177-3AD203B41FA5}">
                      <a16:colId xmlns:a16="http://schemas.microsoft.com/office/drawing/2014/main" val="2499130577"/>
                    </a:ext>
                  </a:extLst>
                </a:gridCol>
                <a:gridCol w="4218432">
                  <a:extLst>
                    <a:ext uri="{9D8B030D-6E8A-4147-A177-3AD203B41FA5}">
                      <a16:colId xmlns:a16="http://schemas.microsoft.com/office/drawing/2014/main" val="366792435"/>
                    </a:ext>
                  </a:extLst>
                </a:gridCol>
              </a:tblGrid>
              <a:tr h="3476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Criterios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Luis Gómez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8452692"/>
                  </a:ext>
                </a:extLst>
              </a:tr>
              <a:tr h="7112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Construyo de manera efectiva y participó activamente en el equipo de trabajo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5832495"/>
                  </a:ext>
                </a:extLst>
              </a:tr>
              <a:tr h="7112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Mi habilidad para comunicarme y colaborar de manera constructiva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7409200"/>
                  </a:ext>
                </a:extLst>
              </a:tr>
              <a:tr h="7112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Resuelvo conflictos y potencio un ambiente de trabajo positivo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2333724"/>
                  </a:ext>
                </a:extLst>
              </a:tr>
              <a:tr h="7112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Cumplo responsablemente con las fechas de las tareas designadas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4278811"/>
                  </a:ext>
                </a:extLst>
              </a:tr>
              <a:tr h="14386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Acojo positivamente la retroalimentación hecha por el docente, o bien replanteo la situación observada mejorando sustancialmente.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410845"/>
                  </a:ext>
                </a:extLst>
              </a:tr>
              <a:tr h="3185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Promedio nota final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7641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46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36192" y="1121664"/>
            <a:ext cx="425500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Link video:</a:t>
            </a:r>
          </a:p>
          <a:p>
            <a:pPr algn="ctr"/>
            <a:r>
              <a:rPr lang="es-ES" sz="2400" b="1" dirty="0">
                <a:hlinkClick r:id="rId2"/>
              </a:rPr>
              <a:t>https://</a:t>
            </a:r>
            <a:r>
              <a:rPr lang="es-ES" sz="2400" b="1" dirty="0" smtClean="0">
                <a:hlinkClick r:id="rId2"/>
              </a:rPr>
              <a:t>youtu.be/61f5MhsajK8?si=d50hVORfD5KhQA_0</a:t>
            </a:r>
            <a:endParaRPr lang="es-ES" sz="2400" b="1" dirty="0" smtClean="0"/>
          </a:p>
          <a:p>
            <a:pPr algn="ctr"/>
            <a:endParaRPr lang="es-ES" sz="2400" b="1" dirty="0" smtClean="0"/>
          </a:p>
          <a:p>
            <a:pPr algn="ctr"/>
            <a:endParaRPr lang="es-ES" sz="2400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88954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102</TotalTime>
  <Words>159</Words>
  <Application>Microsoft Office PowerPoint</Application>
  <PresentationFormat>Presentación en pantalla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Luis</cp:lastModifiedBy>
  <cp:revision>10</cp:revision>
  <cp:lastPrinted>2018-08-19T15:05:53Z</cp:lastPrinted>
  <dcterms:created xsi:type="dcterms:W3CDTF">2023-11-08T15:09:41Z</dcterms:created>
  <dcterms:modified xsi:type="dcterms:W3CDTF">2023-12-15T01:48:18Z</dcterms:modified>
</cp:coreProperties>
</file>