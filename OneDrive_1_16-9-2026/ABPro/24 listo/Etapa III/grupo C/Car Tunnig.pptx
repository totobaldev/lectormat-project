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4"/>
  </p:sldMasterIdLst>
  <p:notesMasterIdLst>
    <p:notesMasterId r:id="rId19"/>
  </p:notesMasterIdLst>
  <p:sldIdLst>
    <p:sldId id="256" r:id="rId5"/>
    <p:sldId id="257" r:id="rId6"/>
    <p:sldId id="260" r:id="rId7"/>
    <p:sldId id="258" r:id="rId8"/>
    <p:sldId id="259" r:id="rId9"/>
    <p:sldId id="261" r:id="rId10"/>
    <p:sldId id="263" r:id="rId11"/>
    <p:sldId id="264" r:id="rId12"/>
    <p:sldId id="262" r:id="rId13"/>
    <p:sldId id="265" r:id="rId14"/>
    <p:sldId id="266" r:id="rId15"/>
    <p:sldId id="267" r:id="rId16"/>
    <p:sldId id="268" r:id="rId17"/>
    <p:sldId id="26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6D6A02-F2B5-EE0C-922E-D78E0FF5186B}" name="RACHELLE ALHELI PEREZ BASCUR" initials="RP" userId="S::rachelle.perez@inacapmail.cl::219a0df4-2578-4deb-a922-c31ce5af8fa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088" autoAdjust="0"/>
    <p:restoredTop sz="95062" autoAdjust="0"/>
  </p:normalViewPr>
  <p:slideViewPr>
    <p:cSldViewPr snapToGrid="0" snapToObjects="1">
      <p:cViewPr varScale="1">
        <p:scale>
          <a:sx n="27" d="100"/>
          <a:sy n="27" d="100"/>
        </p:scale>
        <p:origin x="184" y="15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9T16:49:41.238" idx="1">
    <p:pos x="10" y="10"/>
    <p:text>mejorar redacción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9T16:50:00.269" idx="2">
    <p:pos x="10" y="10"/>
    <p:text>falta descripción de cada imagen y uso de APA para cada una de ellas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9T16:50:26.332" idx="3">
    <p:pos x="10" y="10"/>
    <p:text>buen uso de referencias bibliográficas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9T16:50:44.051" idx="4">
    <p:pos x="10" y="10"/>
    <p:text>falta detalle de tareas durante el periodo que se desarrollo el proyecto</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9T16:51:18.499" idx="5">
    <p:pos x="10" y="10"/>
    <p:text>si bien nombran varios cálculos posibles no muestran ni realizan ninguno.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9T16:51:51.735" idx="6">
    <p:pos x="10" y="10"/>
    <p:text>falta APA</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9T16:52:02.292" idx="7">
    <p:pos x="10" y="10"/>
    <p:text>falta mayor relación cálculos, medidas y referencias para basarse y dar las conclusiones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19T16:52:58.493" idx="8">
    <p:pos x="10" y="10"/>
    <p:text>buen uso de APA para la bibliografía</p:text>
    <p:extLst>
      <p:ext uri="{C676402C-5697-4E1C-873F-D02D1690AC5C}">
        <p15:threadingInfo xmlns:p15="http://schemas.microsoft.com/office/powerpoint/2012/main" timeZoneBias="180"/>
      </p:ext>
    </p:extLst>
  </p:cm>
  <p:cm authorId="1" dt="2023-12-19T16:55:13.551" idx="9">
    <p:pos x="3699" y="3971"/>
    <p:text>el link muestra cualquier cosa menos su video</p:text>
    <p:extLst>
      <p:ext uri="{C676402C-5697-4E1C-873F-D02D1690AC5C}">
        <p15:threadingInfo xmlns:p15="http://schemas.microsoft.com/office/powerpoint/2012/main" timeZoneBias="180"/>
      </p:ext>
    </p:extLst>
  </p:cm>
</p:cmLst>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5B6C0C-C464-40D7-9084-A05BE5F9E18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9B082E9-78ED-4093-8B23-E1A17BD177AA}">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y </a:t>
          </a:r>
          <a:r>
            <a:rPr lang="en-US" sz="1200" dirty="0" err="1">
              <a:latin typeface="Times New Roman" panose="02020603050405020304" pitchFamily="18" charset="0"/>
              <a:cs typeface="Times New Roman" panose="02020603050405020304" pitchFamily="18" charset="0"/>
            </a:rPr>
            <a:t>calcular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fuerza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presión</a:t>
          </a:r>
          <a:r>
            <a:rPr lang="en-US" sz="1200" dirty="0">
              <a:latin typeface="Times New Roman" panose="02020603050405020304" pitchFamily="18" charset="0"/>
              <a:cs typeface="Times New Roman" panose="02020603050405020304" pitchFamily="18" charset="0"/>
            </a:rPr>
            <a:t> de la </a:t>
          </a:r>
          <a:r>
            <a:rPr lang="en-US" sz="1200" dirty="0" err="1">
              <a:latin typeface="Times New Roman" panose="02020603050405020304" pitchFamily="18" charset="0"/>
              <a:cs typeface="Times New Roman" panose="02020603050405020304" pitchFamily="18" charset="0"/>
            </a:rPr>
            <a:t>cámara</a:t>
          </a:r>
          <a:r>
            <a:rPr lang="en-US" sz="1200" dirty="0">
              <a:latin typeface="Times New Roman" panose="02020603050405020304" pitchFamily="18" charset="0"/>
              <a:cs typeface="Times New Roman" panose="02020603050405020304" pitchFamily="18" charset="0"/>
            </a:rPr>
            <a:t> de </a:t>
          </a:r>
          <a:r>
            <a:rPr lang="en-US" sz="1200" dirty="0" err="1">
              <a:latin typeface="Times New Roman" panose="02020603050405020304" pitchFamily="18" charset="0"/>
              <a:cs typeface="Times New Roman" panose="02020603050405020304" pitchFamily="18" charset="0"/>
            </a:rPr>
            <a:t>combustión</a:t>
          </a:r>
          <a:r>
            <a:rPr lang="en-US" sz="1200" dirty="0">
              <a:latin typeface="Times New Roman" panose="02020603050405020304" pitchFamily="18" charset="0"/>
              <a:cs typeface="Times New Roman" panose="02020603050405020304" pitchFamily="18" charset="0"/>
            </a:rPr>
            <a:t> del </a:t>
          </a:r>
          <a:r>
            <a:rPr lang="en-US" sz="1200" dirty="0" err="1">
              <a:latin typeface="Times New Roman" panose="02020603050405020304" pitchFamily="18" charset="0"/>
              <a:cs typeface="Times New Roman" panose="02020603050405020304" pitchFamily="18" charset="0"/>
            </a:rPr>
            <a:t>vehiculó</a:t>
          </a:r>
          <a:r>
            <a:rPr lang="en-US" sz="1200" dirty="0">
              <a:latin typeface="Times New Roman" panose="02020603050405020304" pitchFamily="18" charset="0"/>
              <a:cs typeface="Times New Roman" panose="02020603050405020304" pitchFamily="18" charset="0"/>
            </a:rPr>
            <a:t>.</a:t>
          </a:r>
        </a:p>
      </dgm:t>
    </dgm:pt>
    <dgm:pt modelId="{D6B8DD92-AE6D-429A-93A6-442F80542D55}" type="parTrans" cxnId="{896AB0F3-86AA-4CD0-9D4A-50196B52D878}">
      <dgm:prSet/>
      <dgm:spPr/>
      <dgm:t>
        <a:bodyPr/>
        <a:lstStyle/>
        <a:p>
          <a:endParaRPr lang="en-US"/>
        </a:p>
      </dgm:t>
    </dgm:pt>
    <dgm:pt modelId="{F95178AF-33A0-4A96-B6C7-685459D4701D}" type="sibTrans" cxnId="{896AB0F3-86AA-4CD0-9D4A-50196B52D878}">
      <dgm:prSet/>
      <dgm:spPr/>
      <dgm:t>
        <a:bodyPr/>
        <a:lstStyle/>
        <a:p>
          <a:pPr>
            <a:lnSpc>
              <a:spcPct val="100000"/>
            </a:lnSpc>
          </a:pPr>
          <a:endParaRPr lang="en-US"/>
        </a:p>
      </dgm:t>
    </dgm:pt>
    <dgm:pt modelId="{24A9E0B2-6777-4087-B00B-53268083351D}">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la </a:t>
          </a:r>
          <a:r>
            <a:rPr lang="en-US" sz="1200" dirty="0" err="1">
              <a:latin typeface="Times New Roman" panose="02020603050405020304" pitchFamily="18" charset="0"/>
              <a:cs typeface="Times New Roman" panose="02020603050405020304" pitchFamily="18" charset="0"/>
            </a:rPr>
            <a:t>energía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química</a:t>
          </a:r>
          <a:r>
            <a:rPr lang="en-US" sz="1200" dirty="0">
              <a:latin typeface="Times New Roman" panose="02020603050405020304" pitchFamily="18" charset="0"/>
              <a:cs typeface="Times New Roman" panose="02020603050405020304" pitchFamily="18" charset="0"/>
            </a:rPr>
            <a:t> de la </a:t>
          </a:r>
          <a:r>
            <a:rPr lang="en-US" sz="1200" dirty="0" err="1">
              <a:latin typeface="Times New Roman" panose="02020603050405020304" pitchFamily="18" charset="0"/>
              <a:cs typeface="Times New Roman" panose="02020603050405020304" pitchFamily="18" charset="0"/>
            </a:rPr>
            <a:t>cámara</a:t>
          </a:r>
          <a:r>
            <a:rPr lang="en-US" sz="1200" dirty="0">
              <a:latin typeface="Times New Roman" panose="02020603050405020304" pitchFamily="18" charset="0"/>
              <a:cs typeface="Times New Roman" panose="02020603050405020304" pitchFamily="18" charset="0"/>
            </a:rPr>
            <a:t> de </a:t>
          </a:r>
          <a:r>
            <a:rPr lang="en-US" sz="1200" dirty="0" err="1">
              <a:latin typeface="Times New Roman" panose="02020603050405020304" pitchFamily="18" charset="0"/>
              <a:cs typeface="Times New Roman" panose="02020603050405020304" pitchFamily="18" charset="0"/>
            </a:rPr>
            <a:t>combustión</a:t>
          </a:r>
          <a:r>
            <a:rPr lang="en-US" sz="1200" dirty="0">
              <a:latin typeface="Times New Roman" panose="02020603050405020304" pitchFamily="18" charset="0"/>
              <a:cs typeface="Times New Roman" panose="02020603050405020304" pitchFamily="18" charset="0"/>
            </a:rPr>
            <a:t>.</a:t>
          </a:r>
        </a:p>
      </dgm:t>
    </dgm:pt>
    <dgm:pt modelId="{2B2AF191-E97F-4B4E-9AB9-D624E2282F00}" type="parTrans" cxnId="{F2DE267B-34FA-427A-811D-C746100AF810}">
      <dgm:prSet/>
      <dgm:spPr/>
      <dgm:t>
        <a:bodyPr/>
        <a:lstStyle/>
        <a:p>
          <a:endParaRPr lang="en-US"/>
        </a:p>
      </dgm:t>
    </dgm:pt>
    <dgm:pt modelId="{9E71B376-B9CC-4405-A84D-0571DB4E008F}" type="sibTrans" cxnId="{F2DE267B-34FA-427A-811D-C746100AF810}">
      <dgm:prSet/>
      <dgm:spPr/>
      <dgm:t>
        <a:bodyPr/>
        <a:lstStyle/>
        <a:p>
          <a:pPr>
            <a:lnSpc>
              <a:spcPct val="100000"/>
            </a:lnSpc>
          </a:pPr>
          <a:endParaRPr lang="en-US"/>
        </a:p>
      </dgm:t>
    </dgm:pt>
    <dgm:pt modelId="{AF72C78D-F4F7-43DF-89C1-6D18E9FB884B}">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pistones</a:t>
          </a:r>
          <a:r>
            <a:rPr lang="en-US" sz="1200" dirty="0">
              <a:latin typeface="Times New Roman" panose="02020603050405020304" pitchFamily="18" charset="0"/>
              <a:cs typeface="Times New Roman" panose="02020603050405020304" pitchFamily="18" charset="0"/>
            </a:rPr>
            <a:t> y </a:t>
          </a:r>
          <a:r>
            <a:rPr lang="en-US" sz="1200" dirty="0" err="1">
              <a:latin typeface="Times New Roman" panose="02020603050405020304" pitchFamily="18" charset="0"/>
              <a:cs typeface="Times New Roman" panose="02020603050405020304" pitchFamily="18" charset="0"/>
            </a:rPr>
            <a:t>presión</a:t>
          </a:r>
          <a:r>
            <a:rPr lang="en-US" sz="1200" dirty="0">
              <a:latin typeface="Times New Roman" panose="02020603050405020304" pitchFamily="18" charset="0"/>
              <a:cs typeface="Times New Roman" panose="02020603050405020304" pitchFamily="18" charset="0"/>
            </a:rPr>
            <a:t> de combustible del </a:t>
          </a:r>
          <a:r>
            <a:rPr lang="en-US" sz="1200" dirty="0" err="1">
              <a:latin typeface="Times New Roman" panose="02020603050405020304" pitchFamily="18" charset="0"/>
              <a:cs typeface="Times New Roman" panose="02020603050405020304" pitchFamily="18" charset="0"/>
            </a:rPr>
            <a:t>vehículo</a:t>
          </a:r>
          <a:endParaRPr lang="en-US" sz="1200" dirty="0">
            <a:latin typeface="Times New Roman" panose="02020603050405020304" pitchFamily="18" charset="0"/>
            <a:cs typeface="Times New Roman" panose="02020603050405020304" pitchFamily="18" charset="0"/>
          </a:endParaRPr>
        </a:p>
      </dgm:t>
    </dgm:pt>
    <dgm:pt modelId="{CEB46D93-AD47-48D0-8AD5-2EECD7C7AF54}" type="parTrans" cxnId="{60F71985-78E7-461A-B827-020A6AD2539E}">
      <dgm:prSet/>
      <dgm:spPr/>
      <dgm:t>
        <a:bodyPr/>
        <a:lstStyle/>
        <a:p>
          <a:endParaRPr lang="en-US"/>
        </a:p>
      </dgm:t>
    </dgm:pt>
    <dgm:pt modelId="{BE7C6901-43AD-43E2-97A9-3EABA9EEF471}" type="sibTrans" cxnId="{60F71985-78E7-461A-B827-020A6AD2539E}">
      <dgm:prSet/>
      <dgm:spPr/>
      <dgm:t>
        <a:bodyPr/>
        <a:lstStyle/>
        <a:p>
          <a:pPr>
            <a:lnSpc>
              <a:spcPct val="100000"/>
            </a:lnSpc>
          </a:pPr>
          <a:endParaRPr lang="en-US"/>
        </a:p>
      </dgm:t>
    </dgm:pt>
    <dgm:pt modelId="{CECB9670-CCB6-4931-A6D2-7A30BFD49F73}">
      <dgm:prSet custT="1"/>
      <dgm:spPr/>
      <dgm:t>
        <a:bodyPr/>
        <a:lstStyle/>
        <a:p>
          <a:pPr>
            <a:lnSpc>
              <a:spcPct val="100000"/>
            </a:lnSpc>
          </a:pPr>
          <a:r>
            <a:rPr lang="en-US" sz="1200" dirty="0">
              <a:latin typeface="Times New Roman" panose="02020603050405020304" pitchFamily="18" charset="0"/>
              <a:cs typeface="Times New Roman" panose="02020603050405020304" pitchFamily="18" charset="0"/>
            </a:rPr>
            <a:t>Cambio de </a:t>
          </a:r>
          <a:r>
            <a:rPr lang="en-US" sz="1200" dirty="0" err="1">
              <a:latin typeface="Times New Roman" panose="02020603050405020304" pitchFamily="18" charset="0"/>
              <a:cs typeface="Times New Roman" panose="02020603050405020304" pitchFamily="18" charset="0"/>
            </a:rPr>
            <a:t>componentes</a:t>
          </a:r>
          <a:r>
            <a:rPr lang="en-US" sz="1200" dirty="0">
              <a:latin typeface="Times New Roman" panose="02020603050405020304" pitchFamily="18" charset="0"/>
              <a:cs typeface="Times New Roman" panose="02020603050405020304" pitchFamily="18" charset="0"/>
            </a:rPr>
            <a:t> del motor del </a:t>
          </a:r>
          <a:r>
            <a:rPr lang="en-US" sz="1200" dirty="0" err="1">
              <a:latin typeface="Times New Roman" panose="02020603050405020304" pitchFamily="18" charset="0"/>
              <a:cs typeface="Times New Roman" panose="02020603050405020304" pitchFamily="18" charset="0"/>
            </a:rPr>
            <a:t>vehículo</a:t>
          </a:r>
          <a:endParaRPr lang="en-US" sz="1200" dirty="0">
            <a:latin typeface="Times New Roman" panose="02020603050405020304" pitchFamily="18" charset="0"/>
            <a:cs typeface="Times New Roman" panose="02020603050405020304" pitchFamily="18" charset="0"/>
          </a:endParaRPr>
        </a:p>
      </dgm:t>
    </dgm:pt>
    <dgm:pt modelId="{E0F2641A-A2F9-488C-80EF-FB072C5C2285}" type="parTrans" cxnId="{9A902020-BD93-49DA-A4E5-7A00480FFCA7}">
      <dgm:prSet/>
      <dgm:spPr/>
      <dgm:t>
        <a:bodyPr/>
        <a:lstStyle/>
        <a:p>
          <a:endParaRPr lang="en-US"/>
        </a:p>
      </dgm:t>
    </dgm:pt>
    <dgm:pt modelId="{C179B0FC-EB78-4AD5-838D-4DC085905043}" type="sibTrans" cxnId="{9A902020-BD93-49DA-A4E5-7A00480FFCA7}">
      <dgm:prSet/>
      <dgm:spPr/>
      <dgm:t>
        <a:bodyPr/>
        <a:lstStyle/>
        <a:p>
          <a:endParaRPr lang="en-US"/>
        </a:p>
      </dgm:t>
    </dgm:pt>
    <dgm:pt modelId="{926CF191-FB84-4165-8E18-A8851D7C0DE7}" type="pres">
      <dgm:prSet presAssocID="{DC5B6C0C-C464-40D7-9084-A05BE5F9E18C}" presName="root" presStyleCnt="0">
        <dgm:presLayoutVars>
          <dgm:dir/>
          <dgm:resizeHandles val="exact"/>
        </dgm:presLayoutVars>
      </dgm:prSet>
      <dgm:spPr/>
    </dgm:pt>
    <dgm:pt modelId="{54FFCCDA-214E-4866-B5E3-9FB896D9E78D}" type="pres">
      <dgm:prSet presAssocID="{DC5B6C0C-C464-40D7-9084-A05BE5F9E18C}" presName="container" presStyleCnt="0">
        <dgm:presLayoutVars>
          <dgm:dir/>
          <dgm:resizeHandles val="exact"/>
        </dgm:presLayoutVars>
      </dgm:prSet>
      <dgm:spPr/>
    </dgm:pt>
    <dgm:pt modelId="{7B909AF0-1F42-485C-8DC5-2FEC7BE76070}" type="pres">
      <dgm:prSet presAssocID="{69B082E9-78ED-4093-8B23-E1A17BD177AA}" presName="compNode" presStyleCnt="0"/>
      <dgm:spPr/>
    </dgm:pt>
    <dgm:pt modelId="{32257571-D929-4B24-997B-60091751C2EB}" type="pres">
      <dgm:prSet presAssocID="{69B082E9-78ED-4093-8B23-E1A17BD177AA}" presName="iconBgRect" presStyleLbl="bgShp" presStyleIdx="0" presStyleCnt="4"/>
      <dgm:spPr/>
    </dgm:pt>
    <dgm:pt modelId="{B7B35179-2AB1-4752-8D7A-4B3E0583FB5F}" type="pres">
      <dgm:prSet presAssocID="{69B082E9-78ED-4093-8B23-E1A17BD177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culadora"/>
        </a:ext>
      </dgm:extLst>
    </dgm:pt>
    <dgm:pt modelId="{CDBFF3CF-13B3-4DF8-BFD8-D0BCE27B2CCE}" type="pres">
      <dgm:prSet presAssocID="{69B082E9-78ED-4093-8B23-E1A17BD177AA}" presName="spaceRect" presStyleCnt="0"/>
      <dgm:spPr/>
    </dgm:pt>
    <dgm:pt modelId="{97B22A7A-2C0F-45C7-AC2A-EDD0936F1C59}" type="pres">
      <dgm:prSet presAssocID="{69B082E9-78ED-4093-8B23-E1A17BD177AA}" presName="textRect" presStyleLbl="revTx" presStyleIdx="0" presStyleCnt="4">
        <dgm:presLayoutVars>
          <dgm:chMax val="1"/>
          <dgm:chPref val="1"/>
        </dgm:presLayoutVars>
      </dgm:prSet>
      <dgm:spPr/>
    </dgm:pt>
    <dgm:pt modelId="{EDC161D1-05C8-4ED0-8CDE-90066761E7E1}" type="pres">
      <dgm:prSet presAssocID="{F95178AF-33A0-4A96-B6C7-685459D4701D}" presName="sibTrans" presStyleLbl="sibTrans2D1" presStyleIdx="0" presStyleCnt="0"/>
      <dgm:spPr/>
    </dgm:pt>
    <dgm:pt modelId="{450BE26C-E6AC-4DBA-9F15-3DF7D2AB44BA}" type="pres">
      <dgm:prSet presAssocID="{24A9E0B2-6777-4087-B00B-53268083351D}" presName="compNode" presStyleCnt="0"/>
      <dgm:spPr/>
    </dgm:pt>
    <dgm:pt modelId="{699231DB-6E0F-4D33-BC05-EAB5D344C8E7}" type="pres">
      <dgm:prSet presAssocID="{24A9E0B2-6777-4087-B00B-53268083351D}" presName="iconBgRect" presStyleLbl="bgShp" presStyleIdx="1" presStyleCnt="4"/>
      <dgm:spPr/>
    </dgm:pt>
    <dgm:pt modelId="{615B2191-C6E2-4B65-9D50-7A20EEB048B1}" type="pres">
      <dgm:prSet presAssocID="{24A9E0B2-6777-4087-B00B-53268083351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aso de precipitado"/>
        </a:ext>
      </dgm:extLst>
    </dgm:pt>
    <dgm:pt modelId="{9875352C-B715-4392-B056-68E2E8F012D9}" type="pres">
      <dgm:prSet presAssocID="{24A9E0B2-6777-4087-B00B-53268083351D}" presName="spaceRect" presStyleCnt="0"/>
      <dgm:spPr/>
    </dgm:pt>
    <dgm:pt modelId="{CB81DDEE-6943-46B5-AE9E-37848CF335E0}" type="pres">
      <dgm:prSet presAssocID="{24A9E0B2-6777-4087-B00B-53268083351D}" presName="textRect" presStyleLbl="revTx" presStyleIdx="1" presStyleCnt="4">
        <dgm:presLayoutVars>
          <dgm:chMax val="1"/>
          <dgm:chPref val="1"/>
        </dgm:presLayoutVars>
      </dgm:prSet>
      <dgm:spPr/>
    </dgm:pt>
    <dgm:pt modelId="{8C305CAE-3DF3-4162-A79A-5B04EB3DCC8F}" type="pres">
      <dgm:prSet presAssocID="{9E71B376-B9CC-4405-A84D-0571DB4E008F}" presName="sibTrans" presStyleLbl="sibTrans2D1" presStyleIdx="0" presStyleCnt="0"/>
      <dgm:spPr/>
    </dgm:pt>
    <dgm:pt modelId="{EF613431-19C9-42AC-9353-D703E359BEB8}" type="pres">
      <dgm:prSet presAssocID="{AF72C78D-F4F7-43DF-89C1-6D18E9FB884B}" presName="compNode" presStyleCnt="0"/>
      <dgm:spPr/>
    </dgm:pt>
    <dgm:pt modelId="{43232828-6A4B-4E18-88B8-93A5A9A6C335}" type="pres">
      <dgm:prSet presAssocID="{AF72C78D-F4F7-43DF-89C1-6D18E9FB884B}" presName="iconBgRect" presStyleLbl="bgShp" presStyleIdx="2" presStyleCnt="4"/>
      <dgm:spPr/>
    </dgm:pt>
    <dgm:pt modelId="{0F844B00-DB3F-4B48-B0BF-3685C1D96331}" type="pres">
      <dgm:prSet presAssocID="{AF72C78D-F4F7-43DF-89C1-6D18E9FB884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ndicador"/>
        </a:ext>
      </dgm:extLst>
    </dgm:pt>
    <dgm:pt modelId="{D01F18DE-83E5-4446-B450-5F3EB03727EC}" type="pres">
      <dgm:prSet presAssocID="{AF72C78D-F4F7-43DF-89C1-6D18E9FB884B}" presName="spaceRect" presStyleCnt="0"/>
      <dgm:spPr/>
    </dgm:pt>
    <dgm:pt modelId="{C6B16694-593A-440C-9830-52636DE30FD6}" type="pres">
      <dgm:prSet presAssocID="{AF72C78D-F4F7-43DF-89C1-6D18E9FB884B}" presName="textRect" presStyleLbl="revTx" presStyleIdx="2" presStyleCnt="4">
        <dgm:presLayoutVars>
          <dgm:chMax val="1"/>
          <dgm:chPref val="1"/>
        </dgm:presLayoutVars>
      </dgm:prSet>
      <dgm:spPr/>
    </dgm:pt>
    <dgm:pt modelId="{77F0636F-5159-4937-BA18-6BF6561333D6}" type="pres">
      <dgm:prSet presAssocID="{BE7C6901-43AD-43E2-97A9-3EABA9EEF471}" presName="sibTrans" presStyleLbl="sibTrans2D1" presStyleIdx="0" presStyleCnt="0"/>
      <dgm:spPr/>
    </dgm:pt>
    <dgm:pt modelId="{B8B3AF1B-C50C-44AC-B4A7-D66E843EF283}" type="pres">
      <dgm:prSet presAssocID="{CECB9670-CCB6-4931-A6D2-7A30BFD49F73}" presName="compNode" presStyleCnt="0"/>
      <dgm:spPr/>
    </dgm:pt>
    <dgm:pt modelId="{F746C02B-A38B-4278-ABB0-3F0A4CEB7B8E}" type="pres">
      <dgm:prSet presAssocID="{CECB9670-CCB6-4931-A6D2-7A30BFD49F73}" presName="iconBgRect" presStyleLbl="bgShp" presStyleIdx="3" presStyleCnt="4"/>
      <dgm:spPr/>
    </dgm:pt>
    <dgm:pt modelId="{7BEF4E97-4650-48EB-9832-173A6B65B603}" type="pres">
      <dgm:prSet presAssocID="{CECB9670-CCB6-4931-A6D2-7A30BFD49F7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che"/>
        </a:ext>
      </dgm:extLst>
    </dgm:pt>
    <dgm:pt modelId="{8432B339-48EA-4B61-92E1-3E629DE7BB42}" type="pres">
      <dgm:prSet presAssocID="{CECB9670-CCB6-4931-A6D2-7A30BFD49F73}" presName="spaceRect" presStyleCnt="0"/>
      <dgm:spPr/>
    </dgm:pt>
    <dgm:pt modelId="{D7CAA210-D757-4863-8516-0BA68689D239}" type="pres">
      <dgm:prSet presAssocID="{CECB9670-CCB6-4931-A6D2-7A30BFD49F73}" presName="textRect" presStyleLbl="revTx" presStyleIdx="3" presStyleCnt="4">
        <dgm:presLayoutVars>
          <dgm:chMax val="1"/>
          <dgm:chPref val="1"/>
        </dgm:presLayoutVars>
      </dgm:prSet>
      <dgm:spPr/>
    </dgm:pt>
  </dgm:ptLst>
  <dgm:cxnLst>
    <dgm:cxn modelId="{6BFB9919-76D5-46BD-9C79-9E568D2F4CD2}" type="presOf" srcId="{AF72C78D-F4F7-43DF-89C1-6D18E9FB884B}" destId="{C6B16694-593A-440C-9830-52636DE30FD6}" srcOrd="0" destOrd="0" presId="urn:microsoft.com/office/officeart/2018/2/layout/IconCircleList"/>
    <dgm:cxn modelId="{9A902020-BD93-49DA-A4E5-7A00480FFCA7}" srcId="{DC5B6C0C-C464-40D7-9084-A05BE5F9E18C}" destId="{CECB9670-CCB6-4931-A6D2-7A30BFD49F73}" srcOrd="3" destOrd="0" parTransId="{E0F2641A-A2F9-488C-80EF-FB072C5C2285}" sibTransId="{C179B0FC-EB78-4AD5-838D-4DC085905043}"/>
    <dgm:cxn modelId="{992B9154-D4F7-428F-B16E-97B760921669}" type="presOf" srcId="{24A9E0B2-6777-4087-B00B-53268083351D}" destId="{CB81DDEE-6943-46B5-AE9E-37848CF335E0}" srcOrd="0" destOrd="0" presId="urn:microsoft.com/office/officeart/2018/2/layout/IconCircleList"/>
    <dgm:cxn modelId="{12A53970-EC7F-4654-BC4B-64FEE33327E6}" type="presOf" srcId="{CECB9670-CCB6-4931-A6D2-7A30BFD49F73}" destId="{D7CAA210-D757-4863-8516-0BA68689D239}" srcOrd="0" destOrd="0" presId="urn:microsoft.com/office/officeart/2018/2/layout/IconCircleList"/>
    <dgm:cxn modelId="{F2DE267B-34FA-427A-811D-C746100AF810}" srcId="{DC5B6C0C-C464-40D7-9084-A05BE5F9E18C}" destId="{24A9E0B2-6777-4087-B00B-53268083351D}" srcOrd="1" destOrd="0" parTransId="{2B2AF191-E97F-4B4E-9AB9-D624E2282F00}" sibTransId="{9E71B376-B9CC-4405-A84D-0571DB4E008F}"/>
    <dgm:cxn modelId="{60F71985-78E7-461A-B827-020A6AD2539E}" srcId="{DC5B6C0C-C464-40D7-9084-A05BE5F9E18C}" destId="{AF72C78D-F4F7-43DF-89C1-6D18E9FB884B}" srcOrd="2" destOrd="0" parTransId="{CEB46D93-AD47-48D0-8AD5-2EECD7C7AF54}" sibTransId="{BE7C6901-43AD-43E2-97A9-3EABA9EEF471}"/>
    <dgm:cxn modelId="{AD998B95-7554-42BD-A87B-21EEBD0E52B1}" type="presOf" srcId="{BE7C6901-43AD-43E2-97A9-3EABA9EEF471}" destId="{77F0636F-5159-4937-BA18-6BF6561333D6}" srcOrd="0" destOrd="0" presId="urn:microsoft.com/office/officeart/2018/2/layout/IconCircleList"/>
    <dgm:cxn modelId="{F6C7F29D-B462-479D-923C-C707E6971F53}" type="presOf" srcId="{F95178AF-33A0-4A96-B6C7-685459D4701D}" destId="{EDC161D1-05C8-4ED0-8CDE-90066761E7E1}" srcOrd="0" destOrd="0" presId="urn:microsoft.com/office/officeart/2018/2/layout/IconCircleList"/>
    <dgm:cxn modelId="{1E511FC4-89B6-43C4-BDB0-A13BF72E1CCC}" type="presOf" srcId="{9E71B376-B9CC-4405-A84D-0571DB4E008F}" destId="{8C305CAE-3DF3-4162-A79A-5B04EB3DCC8F}" srcOrd="0" destOrd="0" presId="urn:microsoft.com/office/officeart/2018/2/layout/IconCircleList"/>
    <dgm:cxn modelId="{F025B8D3-8151-47EB-B284-80F2BB023149}" type="presOf" srcId="{69B082E9-78ED-4093-8B23-E1A17BD177AA}" destId="{97B22A7A-2C0F-45C7-AC2A-EDD0936F1C59}" srcOrd="0" destOrd="0" presId="urn:microsoft.com/office/officeart/2018/2/layout/IconCircleList"/>
    <dgm:cxn modelId="{0870DFEC-3046-41B3-8AA0-4315F4C87DBB}" type="presOf" srcId="{DC5B6C0C-C464-40D7-9084-A05BE5F9E18C}" destId="{926CF191-FB84-4165-8E18-A8851D7C0DE7}" srcOrd="0" destOrd="0" presId="urn:microsoft.com/office/officeart/2018/2/layout/IconCircleList"/>
    <dgm:cxn modelId="{896AB0F3-86AA-4CD0-9D4A-50196B52D878}" srcId="{DC5B6C0C-C464-40D7-9084-A05BE5F9E18C}" destId="{69B082E9-78ED-4093-8B23-E1A17BD177AA}" srcOrd="0" destOrd="0" parTransId="{D6B8DD92-AE6D-429A-93A6-442F80542D55}" sibTransId="{F95178AF-33A0-4A96-B6C7-685459D4701D}"/>
    <dgm:cxn modelId="{DDB342CF-060B-40FC-B68B-C0320F557DA6}" type="presParOf" srcId="{926CF191-FB84-4165-8E18-A8851D7C0DE7}" destId="{54FFCCDA-214E-4866-B5E3-9FB896D9E78D}" srcOrd="0" destOrd="0" presId="urn:microsoft.com/office/officeart/2018/2/layout/IconCircleList"/>
    <dgm:cxn modelId="{AD679F30-173E-4422-8A19-81A5EF6396AD}" type="presParOf" srcId="{54FFCCDA-214E-4866-B5E3-9FB896D9E78D}" destId="{7B909AF0-1F42-485C-8DC5-2FEC7BE76070}" srcOrd="0" destOrd="0" presId="urn:microsoft.com/office/officeart/2018/2/layout/IconCircleList"/>
    <dgm:cxn modelId="{B6EFE3B6-2D34-4592-A5D9-1551D54B2982}" type="presParOf" srcId="{7B909AF0-1F42-485C-8DC5-2FEC7BE76070}" destId="{32257571-D929-4B24-997B-60091751C2EB}" srcOrd="0" destOrd="0" presId="urn:microsoft.com/office/officeart/2018/2/layout/IconCircleList"/>
    <dgm:cxn modelId="{BD380E84-57CC-4B61-924F-24DEBD457B75}" type="presParOf" srcId="{7B909AF0-1F42-485C-8DC5-2FEC7BE76070}" destId="{B7B35179-2AB1-4752-8D7A-4B3E0583FB5F}" srcOrd="1" destOrd="0" presId="urn:microsoft.com/office/officeart/2018/2/layout/IconCircleList"/>
    <dgm:cxn modelId="{96C60007-F135-40E0-B2E4-A1AECB1512D9}" type="presParOf" srcId="{7B909AF0-1F42-485C-8DC5-2FEC7BE76070}" destId="{CDBFF3CF-13B3-4DF8-BFD8-D0BCE27B2CCE}" srcOrd="2" destOrd="0" presId="urn:microsoft.com/office/officeart/2018/2/layout/IconCircleList"/>
    <dgm:cxn modelId="{5DA6156C-999B-46FC-B946-F4FABD049F91}" type="presParOf" srcId="{7B909AF0-1F42-485C-8DC5-2FEC7BE76070}" destId="{97B22A7A-2C0F-45C7-AC2A-EDD0936F1C59}" srcOrd="3" destOrd="0" presId="urn:microsoft.com/office/officeart/2018/2/layout/IconCircleList"/>
    <dgm:cxn modelId="{1C476198-EFF2-4680-A936-AE85D9AB01EF}" type="presParOf" srcId="{54FFCCDA-214E-4866-B5E3-9FB896D9E78D}" destId="{EDC161D1-05C8-4ED0-8CDE-90066761E7E1}" srcOrd="1" destOrd="0" presId="urn:microsoft.com/office/officeart/2018/2/layout/IconCircleList"/>
    <dgm:cxn modelId="{5D08C797-E08E-4A4B-BED0-9A92C6ACBBB9}" type="presParOf" srcId="{54FFCCDA-214E-4866-B5E3-9FB896D9E78D}" destId="{450BE26C-E6AC-4DBA-9F15-3DF7D2AB44BA}" srcOrd="2" destOrd="0" presId="urn:microsoft.com/office/officeart/2018/2/layout/IconCircleList"/>
    <dgm:cxn modelId="{A7370BD9-3E4B-442D-B8FF-1E471458CEAF}" type="presParOf" srcId="{450BE26C-E6AC-4DBA-9F15-3DF7D2AB44BA}" destId="{699231DB-6E0F-4D33-BC05-EAB5D344C8E7}" srcOrd="0" destOrd="0" presId="urn:microsoft.com/office/officeart/2018/2/layout/IconCircleList"/>
    <dgm:cxn modelId="{A87801AE-CA0C-47E1-8FF3-AE11FB1BDEE3}" type="presParOf" srcId="{450BE26C-E6AC-4DBA-9F15-3DF7D2AB44BA}" destId="{615B2191-C6E2-4B65-9D50-7A20EEB048B1}" srcOrd="1" destOrd="0" presId="urn:microsoft.com/office/officeart/2018/2/layout/IconCircleList"/>
    <dgm:cxn modelId="{77E8150E-8F9C-4C07-8E83-7E8E2A0DB798}" type="presParOf" srcId="{450BE26C-E6AC-4DBA-9F15-3DF7D2AB44BA}" destId="{9875352C-B715-4392-B056-68E2E8F012D9}" srcOrd="2" destOrd="0" presId="urn:microsoft.com/office/officeart/2018/2/layout/IconCircleList"/>
    <dgm:cxn modelId="{33AE967B-655B-4A02-A79A-D8A627D5C280}" type="presParOf" srcId="{450BE26C-E6AC-4DBA-9F15-3DF7D2AB44BA}" destId="{CB81DDEE-6943-46B5-AE9E-37848CF335E0}" srcOrd="3" destOrd="0" presId="urn:microsoft.com/office/officeart/2018/2/layout/IconCircleList"/>
    <dgm:cxn modelId="{727B2BA1-8167-490D-A710-492971999249}" type="presParOf" srcId="{54FFCCDA-214E-4866-B5E3-9FB896D9E78D}" destId="{8C305CAE-3DF3-4162-A79A-5B04EB3DCC8F}" srcOrd="3" destOrd="0" presId="urn:microsoft.com/office/officeart/2018/2/layout/IconCircleList"/>
    <dgm:cxn modelId="{3F3E2AF7-1403-4604-81E9-7B1FF9C1FB38}" type="presParOf" srcId="{54FFCCDA-214E-4866-B5E3-9FB896D9E78D}" destId="{EF613431-19C9-42AC-9353-D703E359BEB8}" srcOrd="4" destOrd="0" presId="urn:microsoft.com/office/officeart/2018/2/layout/IconCircleList"/>
    <dgm:cxn modelId="{EF8B34BD-963B-47DF-A081-F1BC14522DDC}" type="presParOf" srcId="{EF613431-19C9-42AC-9353-D703E359BEB8}" destId="{43232828-6A4B-4E18-88B8-93A5A9A6C335}" srcOrd="0" destOrd="0" presId="urn:microsoft.com/office/officeart/2018/2/layout/IconCircleList"/>
    <dgm:cxn modelId="{32CD6591-A49A-420B-ACDD-6BC8E1A4F024}" type="presParOf" srcId="{EF613431-19C9-42AC-9353-D703E359BEB8}" destId="{0F844B00-DB3F-4B48-B0BF-3685C1D96331}" srcOrd="1" destOrd="0" presId="urn:microsoft.com/office/officeart/2018/2/layout/IconCircleList"/>
    <dgm:cxn modelId="{288DFFF4-AD9F-4B91-8BA8-9DE3A08C5758}" type="presParOf" srcId="{EF613431-19C9-42AC-9353-D703E359BEB8}" destId="{D01F18DE-83E5-4446-B450-5F3EB03727EC}" srcOrd="2" destOrd="0" presId="urn:microsoft.com/office/officeart/2018/2/layout/IconCircleList"/>
    <dgm:cxn modelId="{9B4F3E8A-3CE3-41DC-B98B-15BEBFFD8ACA}" type="presParOf" srcId="{EF613431-19C9-42AC-9353-D703E359BEB8}" destId="{C6B16694-593A-440C-9830-52636DE30FD6}" srcOrd="3" destOrd="0" presId="urn:microsoft.com/office/officeart/2018/2/layout/IconCircleList"/>
    <dgm:cxn modelId="{8E5279C7-C288-457E-8B3B-2A3F8B7BDAB9}" type="presParOf" srcId="{54FFCCDA-214E-4866-B5E3-9FB896D9E78D}" destId="{77F0636F-5159-4937-BA18-6BF6561333D6}" srcOrd="5" destOrd="0" presId="urn:microsoft.com/office/officeart/2018/2/layout/IconCircleList"/>
    <dgm:cxn modelId="{5549063F-E196-4497-B349-3C6D69E97934}" type="presParOf" srcId="{54FFCCDA-214E-4866-B5E3-9FB896D9E78D}" destId="{B8B3AF1B-C50C-44AC-B4A7-D66E843EF283}" srcOrd="6" destOrd="0" presId="urn:microsoft.com/office/officeart/2018/2/layout/IconCircleList"/>
    <dgm:cxn modelId="{1E669388-39EF-4582-A85E-15C9B1F82E86}" type="presParOf" srcId="{B8B3AF1B-C50C-44AC-B4A7-D66E843EF283}" destId="{F746C02B-A38B-4278-ABB0-3F0A4CEB7B8E}" srcOrd="0" destOrd="0" presId="urn:microsoft.com/office/officeart/2018/2/layout/IconCircleList"/>
    <dgm:cxn modelId="{451DE975-0630-424F-B158-555C57C4BEA3}" type="presParOf" srcId="{B8B3AF1B-C50C-44AC-B4A7-D66E843EF283}" destId="{7BEF4E97-4650-48EB-9832-173A6B65B603}" srcOrd="1" destOrd="0" presId="urn:microsoft.com/office/officeart/2018/2/layout/IconCircleList"/>
    <dgm:cxn modelId="{1F9A8254-2CFB-4878-BB0F-B91BCA334516}" type="presParOf" srcId="{B8B3AF1B-C50C-44AC-B4A7-D66E843EF283}" destId="{8432B339-48EA-4B61-92E1-3E629DE7BB42}" srcOrd="2" destOrd="0" presId="urn:microsoft.com/office/officeart/2018/2/layout/IconCircleList"/>
    <dgm:cxn modelId="{2C3B6412-5DE5-4B88-A15F-F1A7EE0F1CB7}" type="presParOf" srcId="{B8B3AF1B-C50C-44AC-B4A7-D66E843EF283}" destId="{D7CAA210-D757-4863-8516-0BA68689D239}"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05DB92-526E-48B5-8D3D-4EAB0EE48409}" type="doc">
      <dgm:prSet loTypeId="urn:microsoft.com/office/officeart/2005/8/layout/orgChart1" loCatId="hierarchy" qsTypeId="urn:microsoft.com/office/officeart/2005/8/quickstyle/simple5" qsCatId="simple" csTypeId="urn:microsoft.com/office/officeart/2005/8/colors/accent0_3" csCatId="mainScheme"/>
      <dgm:spPr/>
      <dgm:t>
        <a:bodyPr/>
        <a:lstStyle/>
        <a:p>
          <a:endParaRPr lang="en-US"/>
        </a:p>
      </dgm:t>
    </dgm:pt>
    <dgm:pt modelId="{277E46C7-7AE1-4735-93D0-398C5E571D96}">
      <dgm:prSet custT="1"/>
      <dgm:spPr/>
      <dgm:t>
        <a:bodyPr/>
        <a:lstStyle/>
        <a:p>
          <a:r>
            <a:rPr lang="en-US" sz="1100" dirty="0">
              <a:latin typeface="Times New Roman" panose="02020603050405020304" pitchFamily="18" charset="0"/>
              <a:cs typeface="Times New Roman" panose="02020603050405020304" pitchFamily="18" charset="0"/>
            </a:rPr>
            <a:t>Los </a:t>
          </a:r>
          <a:r>
            <a:rPr lang="en-US" sz="1100" dirty="0" err="1">
              <a:latin typeface="Times New Roman" panose="02020603050405020304" pitchFamily="18" charset="0"/>
              <a:cs typeface="Times New Roman" panose="02020603050405020304" pitchFamily="18" charset="0"/>
            </a:rPr>
            <a:t>materiales</a:t>
          </a:r>
          <a:r>
            <a:rPr lang="en-US" sz="1100" dirty="0">
              <a:latin typeface="Times New Roman" panose="02020603050405020304" pitchFamily="18" charset="0"/>
              <a:cs typeface="Times New Roman" panose="02020603050405020304" pitchFamily="18" charset="0"/>
            </a:rPr>
            <a:t> que </a:t>
          </a:r>
          <a:r>
            <a:rPr lang="en-US" sz="1100" dirty="0" err="1">
              <a:latin typeface="Times New Roman" panose="02020603050405020304" pitchFamily="18" charset="0"/>
              <a:cs typeface="Times New Roman" panose="02020603050405020304" pitchFamily="18" charset="0"/>
            </a:rPr>
            <a:t>vamos</a:t>
          </a:r>
          <a:r>
            <a:rPr lang="en-US" sz="1100" dirty="0">
              <a:latin typeface="Times New Roman" panose="02020603050405020304" pitchFamily="18" charset="0"/>
              <a:cs typeface="Times New Roman" panose="02020603050405020304" pitchFamily="18" charset="0"/>
            </a:rPr>
            <a:t> a tener que </a:t>
          </a:r>
          <a:r>
            <a:rPr lang="en-US" sz="1100" dirty="0" err="1">
              <a:latin typeface="Times New Roman" panose="02020603050405020304" pitchFamily="18" charset="0"/>
              <a:cs typeface="Times New Roman" panose="02020603050405020304" pitchFamily="18" charset="0"/>
            </a:rPr>
            <a:t>utilizar</a:t>
          </a:r>
          <a:r>
            <a:rPr lang="en-US" sz="1100" dirty="0">
              <a:latin typeface="Times New Roman" panose="02020603050405020304" pitchFamily="18" charset="0"/>
              <a:cs typeface="Times New Roman" panose="02020603050405020304" pitchFamily="18" charset="0"/>
            </a:rPr>
            <a:t> son los </a:t>
          </a:r>
          <a:r>
            <a:rPr lang="en-US" sz="1100" dirty="0" err="1">
              <a:latin typeface="Times New Roman" panose="02020603050405020304" pitchFamily="18" charset="0"/>
              <a:cs typeface="Times New Roman" panose="02020603050405020304" pitchFamily="18" charset="0"/>
            </a:rPr>
            <a:t>siguientes</a:t>
          </a:r>
          <a:r>
            <a:rPr lang="en-US" sz="1100" dirty="0">
              <a:latin typeface="Times New Roman" panose="02020603050405020304" pitchFamily="18" charset="0"/>
              <a:cs typeface="Times New Roman" panose="02020603050405020304" pitchFamily="18" charset="0"/>
            </a:rPr>
            <a:t> para </a:t>
          </a:r>
          <a:r>
            <a:rPr lang="en-US" sz="1100" dirty="0" err="1">
              <a:latin typeface="Times New Roman" panose="02020603050405020304" pitchFamily="18" charset="0"/>
              <a:cs typeface="Times New Roman" panose="02020603050405020304" pitchFamily="18" charset="0"/>
            </a:rPr>
            <a:t>poder</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comenzar</a:t>
          </a:r>
          <a:r>
            <a:rPr lang="en-US" sz="1100" dirty="0">
              <a:latin typeface="Times New Roman" panose="02020603050405020304" pitchFamily="18" charset="0"/>
              <a:cs typeface="Times New Roman" panose="02020603050405020304" pitchFamily="18" charset="0"/>
            </a:rPr>
            <a:t> con </a:t>
          </a:r>
          <a:r>
            <a:rPr lang="en-US" sz="1100" dirty="0" err="1">
              <a:latin typeface="Times New Roman" panose="02020603050405020304" pitchFamily="18" charset="0"/>
              <a:cs typeface="Times New Roman" panose="02020603050405020304" pitchFamily="18" charset="0"/>
            </a:rPr>
            <a:t>nuestro</a:t>
          </a:r>
          <a:r>
            <a:rPr lang="en-US" sz="1100" dirty="0">
              <a:latin typeface="Times New Roman" panose="02020603050405020304" pitchFamily="18" charset="0"/>
              <a:cs typeface="Times New Roman" panose="02020603050405020304" pitchFamily="18" charset="0"/>
            </a:rPr>
            <a:t> proyecto:</a:t>
          </a:r>
        </a:p>
      </dgm:t>
    </dgm:pt>
    <dgm:pt modelId="{8ED8AE6C-CCAA-4ED5-A162-E468F8A0EEA0}" type="parTrans" cxnId="{41FE63D2-83BB-440A-BABB-C51134E7E120}">
      <dgm:prSet/>
      <dgm:spPr/>
      <dgm:t>
        <a:bodyPr/>
        <a:lstStyle/>
        <a:p>
          <a:endParaRPr lang="en-US"/>
        </a:p>
      </dgm:t>
    </dgm:pt>
    <dgm:pt modelId="{0E7DFBD6-9243-4470-A1DF-C2673BEA583B}" type="sibTrans" cxnId="{41FE63D2-83BB-440A-BABB-C51134E7E120}">
      <dgm:prSet/>
      <dgm:spPr/>
      <dgm:t>
        <a:bodyPr/>
        <a:lstStyle/>
        <a:p>
          <a:endParaRPr lang="en-US"/>
        </a:p>
      </dgm:t>
    </dgm:pt>
    <dgm:pt modelId="{473E02FA-4D15-4752-A69B-6FCA8C237A4D}">
      <dgm:prSet custT="1"/>
      <dgm:spPr/>
      <dgm:t>
        <a:bodyPr/>
        <a:lstStyle/>
        <a:p>
          <a:r>
            <a:rPr lang="en-US" sz="1200" dirty="0" err="1">
              <a:latin typeface="Times New Roman" panose="02020603050405020304" pitchFamily="18" charset="0"/>
              <a:cs typeface="Times New Roman" panose="02020603050405020304" pitchFamily="18" charset="0"/>
            </a:rPr>
            <a:t>Computador</a:t>
          </a:r>
          <a:r>
            <a:rPr lang="en-US" sz="1200" dirty="0">
              <a:latin typeface="Times New Roman" panose="02020603050405020304" pitchFamily="18" charset="0"/>
              <a:cs typeface="Times New Roman" panose="02020603050405020304" pitchFamily="18" charset="0"/>
            </a:rPr>
            <a:t> para </a:t>
          </a:r>
          <a:r>
            <a:rPr lang="en-US" sz="1200" dirty="0" err="1">
              <a:latin typeface="Times New Roman" panose="02020603050405020304" pitchFamily="18" charset="0"/>
              <a:cs typeface="Times New Roman" panose="02020603050405020304" pitchFamily="18" charset="0"/>
            </a:rPr>
            <a:t>poder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investigar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cosas</a:t>
          </a:r>
          <a:r>
            <a:rPr lang="en-US" sz="1200" dirty="0">
              <a:latin typeface="Times New Roman" panose="02020603050405020304" pitchFamily="18" charset="0"/>
              <a:cs typeface="Times New Roman" panose="02020603050405020304" pitchFamily="18" charset="0"/>
            </a:rPr>
            <a:t> que </a:t>
          </a:r>
          <a:r>
            <a:rPr lang="en-US" sz="1200" dirty="0" err="1">
              <a:latin typeface="Times New Roman" panose="02020603050405020304" pitchFamily="18" charset="0"/>
              <a:cs typeface="Times New Roman" panose="02020603050405020304" pitchFamily="18" charset="0"/>
            </a:rPr>
            <a:t>necesitaremos</a:t>
          </a:r>
          <a:r>
            <a:rPr lang="en-US" sz="1200" dirty="0">
              <a:latin typeface="Times New Roman" panose="02020603050405020304" pitchFamily="18" charset="0"/>
              <a:cs typeface="Times New Roman" panose="02020603050405020304" pitchFamily="18" charset="0"/>
            </a:rPr>
            <a:t>.</a:t>
          </a:r>
        </a:p>
      </dgm:t>
    </dgm:pt>
    <dgm:pt modelId="{7255E5E1-FC6C-4D6B-A6D5-9255A1F28D27}" type="parTrans" cxnId="{02FC2692-DDA4-490E-B03F-1940B0C09D48}">
      <dgm:prSet/>
      <dgm:spPr/>
      <dgm:t>
        <a:bodyPr/>
        <a:lstStyle/>
        <a:p>
          <a:endParaRPr lang="en-US"/>
        </a:p>
      </dgm:t>
    </dgm:pt>
    <dgm:pt modelId="{FFB5E4B9-0625-4779-8B37-BC0A0FCA8FB2}" type="sibTrans" cxnId="{02FC2692-DDA4-490E-B03F-1940B0C09D48}">
      <dgm:prSet/>
      <dgm:spPr/>
      <dgm:t>
        <a:bodyPr/>
        <a:lstStyle/>
        <a:p>
          <a:endParaRPr lang="en-US"/>
        </a:p>
      </dgm:t>
    </dgm:pt>
    <dgm:pt modelId="{07B5C3DD-58AE-48A8-AA7D-004297CAA5B2}">
      <dgm:prSet custT="1"/>
      <dgm:spPr/>
      <dgm:t>
        <a:bodyPr/>
        <a:lstStyle/>
        <a:p>
          <a:r>
            <a:rPr lang="en-US" sz="1200" dirty="0" err="1">
              <a:latin typeface="Times New Roman" panose="02020603050405020304" pitchFamily="18" charset="0"/>
              <a:cs typeface="Times New Roman" panose="02020603050405020304" pitchFamily="18" charset="0"/>
            </a:rPr>
            <a:t>Materiales</a:t>
          </a:r>
          <a:r>
            <a:rPr lang="en-US" sz="1200" dirty="0">
              <a:latin typeface="Times New Roman" panose="02020603050405020304" pitchFamily="18" charset="0"/>
              <a:cs typeface="Times New Roman" panose="02020603050405020304" pitchFamily="18" charset="0"/>
            </a:rPr>
            <a:t> para </a:t>
          </a: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como</a:t>
          </a:r>
          <a:r>
            <a:rPr lang="en-US" sz="1200" dirty="0">
              <a:latin typeface="Times New Roman" panose="02020603050405020304" pitchFamily="18" charset="0"/>
              <a:cs typeface="Times New Roman" panose="02020603050405020304" pitchFamily="18" charset="0"/>
            </a:rPr>
            <a:t> pie de metro, </a:t>
          </a:r>
          <a:r>
            <a:rPr lang="en-US" sz="1200" dirty="0" err="1">
              <a:latin typeface="Times New Roman" panose="02020603050405020304" pitchFamily="18" charset="0"/>
              <a:cs typeface="Times New Roman" panose="02020603050405020304" pitchFamily="18" charset="0"/>
            </a:rPr>
            <a:t>micrómetro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anemómetro</a:t>
          </a:r>
          <a:r>
            <a:rPr lang="en-US" sz="1200" dirty="0">
              <a:latin typeface="Times New Roman" panose="02020603050405020304" pitchFamily="18" charset="0"/>
              <a:cs typeface="Times New Roman" panose="02020603050405020304" pitchFamily="18" charset="0"/>
            </a:rPr>
            <a:t>.</a:t>
          </a:r>
        </a:p>
      </dgm:t>
    </dgm:pt>
    <dgm:pt modelId="{B730A736-C807-4A14-B73F-BBB2E37F34C6}" type="parTrans" cxnId="{8411F809-C780-457C-B978-9F609C78354A}">
      <dgm:prSet/>
      <dgm:spPr/>
      <dgm:t>
        <a:bodyPr/>
        <a:lstStyle/>
        <a:p>
          <a:endParaRPr lang="en-US"/>
        </a:p>
      </dgm:t>
    </dgm:pt>
    <dgm:pt modelId="{455CF76C-E6EA-44A8-BE84-E10C7A4C6200}" type="sibTrans" cxnId="{8411F809-C780-457C-B978-9F609C78354A}">
      <dgm:prSet/>
      <dgm:spPr/>
      <dgm:t>
        <a:bodyPr/>
        <a:lstStyle/>
        <a:p>
          <a:endParaRPr lang="en-US"/>
        </a:p>
      </dgm:t>
    </dgm:pt>
    <dgm:pt modelId="{C1BB6976-ECBD-4F1F-8CB9-D232DBB22C91}">
      <dgm:prSet custT="1"/>
      <dgm:spPr/>
      <dgm:t>
        <a:bodyPr/>
        <a:lstStyle/>
        <a:p>
          <a:r>
            <a:rPr lang="en-US" sz="1200" dirty="0" err="1">
              <a:latin typeface="Times New Roman" panose="02020603050405020304" pitchFamily="18" charset="0"/>
              <a:cs typeface="Times New Roman" panose="02020603050405020304" pitchFamily="18" charset="0"/>
            </a:rPr>
            <a:t>Calculadora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científica</a:t>
          </a:r>
          <a:r>
            <a:rPr lang="en-US" sz="1200" dirty="0">
              <a:latin typeface="Times New Roman" panose="02020603050405020304" pitchFamily="18" charset="0"/>
              <a:cs typeface="Times New Roman" panose="02020603050405020304" pitchFamily="18" charset="0"/>
            </a:rPr>
            <a:t> y Manual del </a:t>
          </a:r>
          <a:r>
            <a:rPr lang="en-US" sz="1200" dirty="0" err="1">
              <a:latin typeface="Times New Roman" panose="02020603050405020304" pitchFamily="18" charset="0"/>
              <a:cs typeface="Times New Roman" panose="02020603050405020304" pitchFamily="18" charset="0"/>
            </a:rPr>
            <a:t>vehículo</a:t>
          </a:r>
          <a:r>
            <a:rPr lang="en-US" sz="1200" dirty="0">
              <a:latin typeface="Times New Roman" panose="02020603050405020304" pitchFamily="18" charset="0"/>
              <a:cs typeface="Times New Roman" panose="02020603050405020304" pitchFamily="18" charset="0"/>
            </a:rPr>
            <a:t>.</a:t>
          </a:r>
        </a:p>
      </dgm:t>
    </dgm:pt>
    <dgm:pt modelId="{EC0CA67E-3330-4EEF-A533-FB4FA73AA86A}" type="parTrans" cxnId="{808417A5-6A4F-4486-837B-EFFB01AB55BD}">
      <dgm:prSet/>
      <dgm:spPr/>
      <dgm:t>
        <a:bodyPr/>
        <a:lstStyle/>
        <a:p>
          <a:endParaRPr lang="en-US"/>
        </a:p>
      </dgm:t>
    </dgm:pt>
    <dgm:pt modelId="{E1A8F45F-9F34-490C-B567-AF4F2C832B81}" type="sibTrans" cxnId="{808417A5-6A4F-4486-837B-EFFB01AB55BD}">
      <dgm:prSet/>
      <dgm:spPr/>
      <dgm:t>
        <a:bodyPr/>
        <a:lstStyle/>
        <a:p>
          <a:endParaRPr lang="en-US"/>
        </a:p>
      </dgm:t>
    </dgm:pt>
    <dgm:pt modelId="{ED4198CE-FB19-4C7B-85B9-1C13833906F3}" type="pres">
      <dgm:prSet presAssocID="{2205DB92-526E-48B5-8D3D-4EAB0EE48409}" presName="hierChild1" presStyleCnt="0">
        <dgm:presLayoutVars>
          <dgm:orgChart val="1"/>
          <dgm:chPref val="1"/>
          <dgm:dir/>
          <dgm:animOne val="branch"/>
          <dgm:animLvl val="lvl"/>
          <dgm:resizeHandles/>
        </dgm:presLayoutVars>
      </dgm:prSet>
      <dgm:spPr/>
    </dgm:pt>
    <dgm:pt modelId="{C0E71FE8-7BF0-43B2-8F18-ADB183594880}" type="pres">
      <dgm:prSet presAssocID="{277E46C7-7AE1-4735-93D0-398C5E571D96}" presName="hierRoot1" presStyleCnt="0">
        <dgm:presLayoutVars>
          <dgm:hierBranch val="init"/>
        </dgm:presLayoutVars>
      </dgm:prSet>
      <dgm:spPr/>
    </dgm:pt>
    <dgm:pt modelId="{39BF72C9-05B7-447A-8840-1F6497026E0E}" type="pres">
      <dgm:prSet presAssocID="{277E46C7-7AE1-4735-93D0-398C5E571D96}" presName="rootComposite1" presStyleCnt="0"/>
      <dgm:spPr/>
    </dgm:pt>
    <dgm:pt modelId="{051AD19A-E6D2-4699-9D21-A7AE5E0E9649}" type="pres">
      <dgm:prSet presAssocID="{277E46C7-7AE1-4735-93D0-398C5E571D96}" presName="rootText1" presStyleLbl="node0" presStyleIdx="0" presStyleCnt="4">
        <dgm:presLayoutVars>
          <dgm:chPref val="3"/>
        </dgm:presLayoutVars>
      </dgm:prSet>
      <dgm:spPr/>
    </dgm:pt>
    <dgm:pt modelId="{77DE57BD-5B49-4568-8E4A-F99293E7CCDC}" type="pres">
      <dgm:prSet presAssocID="{277E46C7-7AE1-4735-93D0-398C5E571D96}" presName="rootConnector1" presStyleLbl="node1" presStyleIdx="0" presStyleCnt="0"/>
      <dgm:spPr/>
    </dgm:pt>
    <dgm:pt modelId="{E2BE85B6-8F2B-4218-BDAD-EC66A526C950}" type="pres">
      <dgm:prSet presAssocID="{277E46C7-7AE1-4735-93D0-398C5E571D96}" presName="hierChild2" presStyleCnt="0"/>
      <dgm:spPr/>
    </dgm:pt>
    <dgm:pt modelId="{387C0377-85C7-4E30-B13F-86F02215EFC9}" type="pres">
      <dgm:prSet presAssocID="{277E46C7-7AE1-4735-93D0-398C5E571D96}" presName="hierChild3" presStyleCnt="0"/>
      <dgm:spPr/>
    </dgm:pt>
    <dgm:pt modelId="{C88A47AF-C4F0-4C7F-86C5-645E169BB249}" type="pres">
      <dgm:prSet presAssocID="{473E02FA-4D15-4752-A69B-6FCA8C237A4D}" presName="hierRoot1" presStyleCnt="0">
        <dgm:presLayoutVars>
          <dgm:hierBranch val="init"/>
        </dgm:presLayoutVars>
      </dgm:prSet>
      <dgm:spPr/>
    </dgm:pt>
    <dgm:pt modelId="{2B30DE12-2102-41E8-BA92-2338CC882101}" type="pres">
      <dgm:prSet presAssocID="{473E02FA-4D15-4752-A69B-6FCA8C237A4D}" presName="rootComposite1" presStyleCnt="0"/>
      <dgm:spPr/>
    </dgm:pt>
    <dgm:pt modelId="{AB5011DD-880E-4174-A9FD-053057B3FEB3}" type="pres">
      <dgm:prSet presAssocID="{473E02FA-4D15-4752-A69B-6FCA8C237A4D}" presName="rootText1" presStyleLbl="node0" presStyleIdx="1" presStyleCnt="4" custLinFactNeighborX="-1265" custLinFactNeighborY="-2530">
        <dgm:presLayoutVars>
          <dgm:chPref val="3"/>
        </dgm:presLayoutVars>
      </dgm:prSet>
      <dgm:spPr/>
    </dgm:pt>
    <dgm:pt modelId="{FB34AEF2-6BD0-4EA6-BBF9-90431C2034A2}" type="pres">
      <dgm:prSet presAssocID="{473E02FA-4D15-4752-A69B-6FCA8C237A4D}" presName="rootConnector1" presStyleLbl="node1" presStyleIdx="0" presStyleCnt="0"/>
      <dgm:spPr/>
    </dgm:pt>
    <dgm:pt modelId="{2932054F-F63F-4AEC-BFE0-02B127850D94}" type="pres">
      <dgm:prSet presAssocID="{473E02FA-4D15-4752-A69B-6FCA8C237A4D}" presName="hierChild2" presStyleCnt="0"/>
      <dgm:spPr/>
    </dgm:pt>
    <dgm:pt modelId="{F480A0C7-5628-4A81-BA2C-B65EEAD8FEBE}" type="pres">
      <dgm:prSet presAssocID="{473E02FA-4D15-4752-A69B-6FCA8C237A4D}" presName="hierChild3" presStyleCnt="0"/>
      <dgm:spPr/>
    </dgm:pt>
    <dgm:pt modelId="{A03C036D-F579-4DD1-B8BC-F81ABB8CBD84}" type="pres">
      <dgm:prSet presAssocID="{07B5C3DD-58AE-48A8-AA7D-004297CAA5B2}" presName="hierRoot1" presStyleCnt="0">
        <dgm:presLayoutVars>
          <dgm:hierBranch val="init"/>
        </dgm:presLayoutVars>
      </dgm:prSet>
      <dgm:spPr/>
    </dgm:pt>
    <dgm:pt modelId="{88653ED3-A4FD-49E6-AF11-8C2157938F1B}" type="pres">
      <dgm:prSet presAssocID="{07B5C3DD-58AE-48A8-AA7D-004297CAA5B2}" presName="rootComposite1" presStyleCnt="0"/>
      <dgm:spPr/>
    </dgm:pt>
    <dgm:pt modelId="{85D03DDF-5025-4BAE-9477-10127F9E1DE1}" type="pres">
      <dgm:prSet presAssocID="{07B5C3DD-58AE-48A8-AA7D-004297CAA5B2}" presName="rootText1" presStyleLbl="node0" presStyleIdx="2" presStyleCnt="4">
        <dgm:presLayoutVars>
          <dgm:chPref val="3"/>
        </dgm:presLayoutVars>
      </dgm:prSet>
      <dgm:spPr/>
    </dgm:pt>
    <dgm:pt modelId="{86C0F8C5-40ED-4211-86E8-2501423BF3B1}" type="pres">
      <dgm:prSet presAssocID="{07B5C3DD-58AE-48A8-AA7D-004297CAA5B2}" presName="rootConnector1" presStyleLbl="node1" presStyleIdx="0" presStyleCnt="0"/>
      <dgm:spPr/>
    </dgm:pt>
    <dgm:pt modelId="{FA96F721-F221-4892-95DB-71DB50374A6D}" type="pres">
      <dgm:prSet presAssocID="{07B5C3DD-58AE-48A8-AA7D-004297CAA5B2}" presName="hierChild2" presStyleCnt="0"/>
      <dgm:spPr/>
    </dgm:pt>
    <dgm:pt modelId="{4A865B80-91FD-48F2-AA03-1FB7761A0A64}" type="pres">
      <dgm:prSet presAssocID="{07B5C3DD-58AE-48A8-AA7D-004297CAA5B2}" presName="hierChild3" presStyleCnt="0"/>
      <dgm:spPr/>
    </dgm:pt>
    <dgm:pt modelId="{F6B59CB7-31F2-4D9C-AF0C-BB0D5653F235}" type="pres">
      <dgm:prSet presAssocID="{C1BB6976-ECBD-4F1F-8CB9-D232DBB22C91}" presName="hierRoot1" presStyleCnt="0">
        <dgm:presLayoutVars>
          <dgm:hierBranch val="init"/>
        </dgm:presLayoutVars>
      </dgm:prSet>
      <dgm:spPr/>
    </dgm:pt>
    <dgm:pt modelId="{7136F200-6CC7-4D1D-9E29-A849B528DDB7}" type="pres">
      <dgm:prSet presAssocID="{C1BB6976-ECBD-4F1F-8CB9-D232DBB22C91}" presName="rootComposite1" presStyleCnt="0"/>
      <dgm:spPr/>
    </dgm:pt>
    <dgm:pt modelId="{36690B09-3F74-4129-A4C8-9D3224074541}" type="pres">
      <dgm:prSet presAssocID="{C1BB6976-ECBD-4F1F-8CB9-D232DBB22C91}" presName="rootText1" presStyleLbl="node0" presStyleIdx="3" presStyleCnt="4">
        <dgm:presLayoutVars>
          <dgm:chPref val="3"/>
        </dgm:presLayoutVars>
      </dgm:prSet>
      <dgm:spPr/>
    </dgm:pt>
    <dgm:pt modelId="{AADF3AEF-A4A4-4D3F-8173-06334D597087}" type="pres">
      <dgm:prSet presAssocID="{C1BB6976-ECBD-4F1F-8CB9-D232DBB22C91}" presName="rootConnector1" presStyleLbl="node1" presStyleIdx="0" presStyleCnt="0"/>
      <dgm:spPr/>
    </dgm:pt>
    <dgm:pt modelId="{0689E479-D0BE-465D-88E7-3F7BF0BA7A28}" type="pres">
      <dgm:prSet presAssocID="{C1BB6976-ECBD-4F1F-8CB9-D232DBB22C91}" presName="hierChild2" presStyleCnt="0"/>
      <dgm:spPr/>
    </dgm:pt>
    <dgm:pt modelId="{D21CB4F8-68D0-4EF2-ABA9-555220A88A02}" type="pres">
      <dgm:prSet presAssocID="{C1BB6976-ECBD-4F1F-8CB9-D232DBB22C91}" presName="hierChild3" presStyleCnt="0"/>
      <dgm:spPr/>
    </dgm:pt>
  </dgm:ptLst>
  <dgm:cxnLst>
    <dgm:cxn modelId="{36138106-E888-4C0E-9275-4AD5A7CA9F78}" type="presOf" srcId="{277E46C7-7AE1-4735-93D0-398C5E571D96}" destId="{051AD19A-E6D2-4699-9D21-A7AE5E0E9649}" srcOrd="0" destOrd="0" presId="urn:microsoft.com/office/officeart/2005/8/layout/orgChart1"/>
    <dgm:cxn modelId="{8411F809-C780-457C-B978-9F609C78354A}" srcId="{2205DB92-526E-48B5-8D3D-4EAB0EE48409}" destId="{07B5C3DD-58AE-48A8-AA7D-004297CAA5B2}" srcOrd="2" destOrd="0" parTransId="{B730A736-C807-4A14-B73F-BBB2E37F34C6}" sibTransId="{455CF76C-E6EA-44A8-BE84-E10C7A4C6200}"/>
    <dgm:cxn modelId="{06AAEA0D-D94F-49FE-AFE0-0AE768D7AA10}" type="presOf" srcId="{473E02FA-4D15-4752-A69B-6FCA8C237A4D}" destId="{AB5011DD-880E-4174-A9FD-053057B3FEB3}" srcOrd="0" destOrd="0" presId="urn:microsoft.com/office/officeart/2005/8/layout/orgChart1"/>
    <dgm:cxn modelId="{BDC99334-E099-461A-AC06-106DB2F36C1E}" type="presOf" srcId="{277E46C7-7AE1-4735-93D0-398C5E571D96}" destId="{77DE57BD-5B49-4568-8E4A-F99293E7CCDC}" srcOrd="1" destOrd="0" presId="urn:microsoft.com/office/officeart/2005/8/layout/orgChart1"/>
    <dgm:cxn modelId="{6E52BD6F-F3BE-4285-8B6A-26E97C9AF3E1}" type="presOf" srcId="{07B5C3DD-58AE-48A8-AA7D-004297CAA5B2}" destId="{86C0F8C5-40ED-4211-86E8-2501423BF3B1}" srcOrd="1" destOrd="0" presId="urn:microsoft.com/office/officeart/2005/8/layout/orgChart1"/>
    <dgm:cxn modelId="{02FC2692-DDA4-490E-B03F-1940B0C09D48}" srcId="{2205DB92-526E-48B5-8D3D-4EAB0EE48409}" destId="{473E02FA-4D15-4752-A69B-6FCA8C237A4D}" srcOrd="1" destOrd="0" parTransId="{7255E5E1-FC6C-4D6B-A6D5-9255A1F28D27}" sibTransId="{FFB5E4B9-0625-4779-8B37-BC0A0FCA8FB2}"/>
    <dgm:cxn modelId="{70F7919D-B437-4ED4-80EB-EE2A754D01AA}" type="presOf" srcId="{C1BB6976-ECBD-4F1F-8CB9-D232DBB22C91}" destId="{AADF3AEF-A4A4-4D3F-8173-06334D597087}" srcOrd="1" destOrd="0" presId="urn:microsoft.com/office/officeart/2005/8/layout/orgChart1"/>
    <dgm:cxn modelId="{808417A5-6A4F-4486-837B-EFFB01AB55BD}" srcId="{2205DB92-526E-48B5-8D3D-4EAB0EE48409}" destId="{C1BB6976-ECBD-4F1F-8CB9-D232DBB22C91}" srcOrd="3" destOrd="0" parTransId="{EC0CA67E-3330-4EEF-A533-FB4FA73AA86A}" sibTransId="{E1A8F45F-9F34-490C-B567-AF4F2C832B81}"/>
    <dgm:cxn modelId="{A71ADCA9-1660-4C75-A5AF-E289C18951D5}" type="presOf" srcId="{C1BB6976-ECBD-4F1F-8CB9-D232DBB22C91}" destId="{36690B09-3F74-4129-A4C8-9D3224074541}" srcOrd="0" destOrd="0" presId="urn:microsoft.com/office/officeart/2005/8/layout/orgChart1"/>
    <dgm:cxn modelId="{4E2D28C9-197F-457A-A0C9-FDFD0D76CBD0}" type="presOf" srcId="{473E02FA-4D15-4752-A69B-6FCA8C237A4D}" destId="{FB34AEF2-6BD0-4EA6-BBF9-90431C2034A2}" srcOrd="1" destOrd="0" presId="urn:microsoft.com/office/officeart/2005/8/layout/orgChart1"/>
    <dgm:cxn modelId="{B08DBACD-6DE9-48B4-81D7-A64AF2D4F754}" type="presOf" srcId="{2205DB92-526E-48B5-8D3D-4EAB0EE48409}" destId="{ED4198CE-FB19-4C7B-85B9-1C13833906F3}" srcOrd="0" destOrd="0" presId="urn:microsoft.com/office/officeart/2005/8/layout/orgChart1"/>
    <dgm:cxn modelId="{41FE63D2-83BB-440A-BABB-C51134E7E120}" srcId="{2205DB92-526E-48B5-8D3D-4EAB0EE48409}" destId="{277E46C7-7AE1-4735-93D0-398C5E571D96}" srcOrd="0" destOrd="0" parTransId="{8ED8AE6C-CCAA-4ED5-A162-E468F8A0EEA0}" sibTransId="{0E7DFBD6-9243-4470-A1DF-C2673BEA583B}"/>
    <dgm:cxn modelId="{E58F1BE5-8F40-457D-86F0-31E4DCF5CE0B}" type="presOf" srcId="{07B5C3DD-58AE-48A8-AA7D-004297CAA5B2}" destId="{85D03DDF-5025-4BAE-9477-10127F9E1DE1}" srcOrd="0" destOrd="0" presId="urn:microsoft.com/office/officeart/2005/8/layout/orgChart1"/>
    <dgm:cxn modelId="{BBCFA41C-02F4-413C-B186-5E1092ECB631}" type="presParOf" srcId="{ED4198CE-FB19-4C7B-85B9-1C13833906F3}" destId="{C0E71FE8-7BF0-43B2-8F18-ADB183594880}" srcOrd="0" destOrd="0" presId="urn:microsoft.com/office/officeart/2005/8/layout/orgChart1"/>
    <dgm:cxn modelId="{40FB2E81-CB1F-4060-8309-4CD68F59D8F9}" type="presParOf" srcId="{C0E71FE8-7BF0-43B2-8F18-ADB183594880}" destId="{39BF72C9-05B7-447A-8840-1F6497026E0E}" srcOrd="0" destOrd="0" presId="urn:microsoft.com/office/officeart/2005/8/layout/orgChart1"/>
    <dgm:cxn modelId="{A0C21E24-28A7-4443-99D1-695E4C315B11}" type="presParOf" srcId="{39BF72C9-05B7-447A-8840-1F6497026E0E}" destId="{051AD19A-E6D2-4699-9D21-A7AE5E0E9649}" srcOrd="0" destOrd="0" presId="urn:microsoft.com/office/officeart/2005/8/layout/orgChart1"/>
    <dgm:cxn modelId="{DB8A200E-C81E-4693-8F2F-2E2EE016B091}" type="presParOf" srcId="{39BF72C9-05B7-447A-8840-1F6497026E0E}" destId="{77DE57BD-5B49-4568-8E4A-F99293E7CCDC}" srcOrd="1" destOrd="0" presId="urn:microsoft.com/office/officeart/2005/8/layout/orgChart1"/>
    <dgm:cxn modelId="{875113DA-E87A-48F6-BDAB-FF923196FDCE}" type="presParOf" srcId="{C0E71FE8-7BF0-43B2-8F18-ADB183594880}" destId="{E2BE85B6-8F2B-4218-BDAD-EC66A526C950}" srcOrd="1" destOrd="0" presId="urn:microsoft.com/office/officeart/2005/8/layout/orgChart1"/>
    <dgm:cxn modelId="{B9222BA5-F4F7-43C2-9EED-0B4B44895EA8}" type="presParOf" srcId="{C0E71FE8-7BF0-43B2-8F18-ADB183594880}" destId="{387C0377-85C7-4E30-B13F-86F02215EFC9}" srcOrd="2" destOrd="0" presId="urn:microsoft.com/office/officeart/2005/8/layout/orgChart1"/>
    <dgm:cxn modelId="{6AC22018-C0AA-425B-8C62-0FBF96BB0910}" type="presParOf" srcId="{ED4198CE-FB19-4C7B-85B9-1C13833906F3}" destId="{C88A47AF-C4F0-4C7F-86C5-645E169BB249}" srcOrd="1" destOrd="0" presId="urn:microsoft.com/office/officeart/2005/8/layout/orgChart1"/>
    <dgm:cxn modelId="{5823FF2A-96B4-4B60-B388-E4006E8A2838}" type="presParOf" srcId="{C88A47AF-C4F0-4C7F-86C5-645E169BB249}" destId="{2B30DE12-2102-41E8-BA92-2338CC882101}" srcOrd="0" destOrd="0" presId="urn:microsoft.com/office/officeart/2005/8/layout/orgChart1"/>
    <dgm:cxn modelId="{5BC97986-A17F-45D6-B3E6-6F29C9BD57D8}" type="presParOf" srcId="{2B30DE12-2102-41E8-BA92-2338CC882101}" destId="{AB5011DD-880E-4174-A9FD-053057B3FEB3}" srcOrd="0" destOrd="0" presId="urn:microsoft.com/office/officeart/2005/8/layout/orgChart1"/>
    <dgm:cxn modelId="{C9DC3744-5176-4E90-80C5-46CDF9FD5C91}" type="presParOf" srcId="{2B30DE12-2102-41E8-BA92-2338CC882101}" destId="{FB34AEF2-6BD0-4EA6-BBF9-90431C2034A2}" srcOrd="1" destOrd="0" presId="urn:microsoft.com/office/officeart/2005/8/layout/orgChart1"/>
    <dgm:cxn modelId="{3CBEF3D5-A230-40B0-96B6-58BE718EF3B3}" type="presParOf" srcId="{C88A47AF-C4F0-4C7F-86C5-645E169BB249}" destId="{2932054F-F63F-4AEC-BFE0-02B127850D94}" srcOrd="1" destOrd="0" presId="urn:microsoft.com/office/officeart/2005/8/layout/orgChart1"/>
    <dgm:cxn modelId="{CF0A1E3E-5B10-4996-8A4D-7546B6873A3E}" type="presParOf" srcId="{C88A47AF-C4F0-4C7F-86C5-645E169BB249}" destId="{F480A0C7-5628-4A81-BA2C-B65EEAD8FEBE}" srcOrd="2" destOrd="0" presId="urn:microsoft.com/office/officeart/2005/8/layout/orgChart1"/>
    <dgm:cxn modelId="{3481CE05-1FF5-45E8-B514-5603E787F65C}" type="presParOf" srcId="{ED4198CE-FB19-4C7B-85B9-1C13833906F3}" destId="{A03C036D-F579-4DD1-B8BC-F81ABB8CBD84}" srcOrd="2" destOrd="0" presId="urn:microsoft.com/office/officeart/2005/8/layout/orgChart1"/>
    <dgm:cxn modelId="{ADB0201A-20F1-4977-9494-5E2A6827FCC9}" type="presParOf" srcId="{A03C036D-F579-4DD1-B8BC-F81ABB8CBD84}" destId="{88653ED3-A4FD-49E6-AF11-8C2157938F1B}" srcOrd="0" destOrd="0" presId="urn:microsoft.com/office/officeart/2005/8/layout/orgChart1"/>
    <dgm:cxn modelId="{4FB9C9E2-D99A-4479-BFE2-1E76E42853A3}" type="presParOf" srcId="{88653ED3-A4FD-49E6-AF11-8C2157938F1B}" destId="{85D03DDF-5025-4BAE-9477-10127F9E1DE1}" srcOrd="0" destOrd="0" presId="urn:microsoft.com/office/officeart/2005/8/layout/orgChart1"/>
    <dgm:cxn modelId="{A9879076-AE85-4137-8F1A-F5958972C907}" type="presParOf" srcId="{88653ED3-A4FD-49E6-AF11-8C2157938F1B}" destId="{86C0F8C5-40ED-4211-86E8-2501423BF3B1}" srcOrd="1" destOrd="0" presId="urn:microsoft.com/office/officeart/2005/8/layout/orgChart1"/>
    <dgm:cxn modelId="{8720DE34-C85B-447C-9AF1-65F6D852D913}" type="presParOf" srcId="{A03C036D-F579-4DD1-B8BC-F81ABB8CBD84}" destId="{FA96F721-F221-4892-95DB-71DB50374A6D}" srcOrd="1" destOrd="0" presId="urn:microsoft.com/office/officeart/2005/8/layout/orgChart1"/>
    <dgm:cxn modelId="{01B3747A-F22F-4AE5-A716-886203B6D3A2}" type="presParOf" srcId="{A03C036D-F579-4DD1-B8BC-F81ABB8CBD84}" destId="{4A865B80-91FD-48F2-AA03-1FB7761A0A64}" srcOrd="2" destOrd="0" presId="urn:microsoft.com/office/officeart/2005/8/layout/orgChart1"/>
    <dgm:cxn modelId="{A2384FCA-E70C-4DD4-861B-88A6E1DC0864}" type="presParOf" srcId="{ED4198CE-FB19-4C7B-85B9-1C13833906F3}" destId="{F6B59CB7-31F2-4D9C-AF0C-BB0D5653F235}" srcOrd="3" destOrd="0" presId="urn:microsoft.com/office/officeart/2005/8/layout/orgChart1"/>
    <dgm:cxn modelId="{8E1A63ED-9E74-4D0E-A1BF-EF124C25C0DD}" type="presParOf" srcId="{F6B59CB7-31F2-4D9C-AF0C-BB0D5653F235}" destId="{7136F200-6CC7-4D1D-9E29-A849B528DDB7}" srcOrd="0" destOrd="0" presId="urn:microsoft.com/office/officeart/2005/8/layout/orgChart1"/>
    <dgm:cxn modelId="{8FDF6763-2C03-4BF6-A14B-A1573C935A29}" type="presParOf" srcId="{7136F200-6CC7-4D1D-9E29-A849B528DDB7}" destId="{36690B09-3F74-4129-A4C8-9D3224074541}" srcOrd="0" destOrd="0" presId="urn:microsoft.com/office/officeart/2005/8/layout/orgChart1"/>
    <dgm:cxn modelId="{5A18591A-6323-4ACE-8E77-8DCBC9368409}" type="presParOf" srcId="{7136F200-6CC7-4D1D-9E29-A849B528DDB7}" destId="{AADF3AEF-A4A4-4D3F-8173-06334D597087}" srcOrd="1" destOrd="0" presId="urn:microsoft.com/office/officeart/2005/8/layout/orgChart1"/>
    <dgm:cxn modelId="{0816742A-312F-460C-87BC-71DF10ECA511}" type="presParOf" srcId="{F6B59CB7-31F2-4D9C-AF0C-BB0D5653F235}" destId="{0689E479-D0BE-465D-88E7-3F7BF0BA7A28}" srcOrd="1" destOrd="0" presId="urn:microsoft.com/office/officeart/2005/8/layout/orgChart1"/>
    <dgm:cxn modelId="{23823757-F293-4989-97FA-20E7B95EF68E}" type="presParOf" srcId="{F6B59CB7-31F2-4D9C-AF0C-BB0D5653F235}" destId="{D21CB4F8-68D0-4EF2-ABA9-555220A88A02}"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57571-D929-4B24-997B-60091751C2EB}">
      <dsp:nvSpPr>
        <dsp:cNvPr id="0" name=""/>
        <dsp:cNvSpPr/>
      </dsp:nvSpPr>
      <dsp:spPr>
        <a:xfrm>
          <a:off x="37425" y="322878"/>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B35179-2AB1-4752-8D7A-4B3E0583FB5F}">
      <dsp:nvSpPr>
        <dsp:cNvPr id="0" name=""/>
        <dsp:cNvSpPr/>
      </dsp:nvSpPr>
      <dsp:spPr>
        <a:xfrm>
          <a:off x="241895" y="527348"/>
          <a:ext cx="564725" cy="5647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B22A7A-2C0F-45C7-AC2A-EDD0936F1C59}">
      <dsp:nvSpPr>
        <dsp:cNvPr id="0" name=""/>
        <dsp:cNvSpPr/>
      </dsp:nvSpPr>
      <dsp:spPr>
        <a:xfrm>
          <a:off x="1219733" y="322878"/>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y </a:t>
          </a:r>
          <a:r>
            <a:rPr lang="en-US" sz="1200" kern="1200" dirty="0" err="1">
              <a:latin typeface="Times New Roman" panose="02020603050405020304" pitchFamily="18" charset="0"/>
              <a:cs typeface="Times New Roman" panose="02020603050405020304" pitchFamily="18" charset="0"/>
            </a:rPr>
            <a:t>calcular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fuerza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presión</a:t>
          </a:r>
          <a:r>
            <a:rPr lang="en-US" sz="1200" kern="1200" dirty="0">
              <a:latin typeface="Times New Roman" panose="02020603050405020304" pitchFamily="18" charset="0"/>
              <a:cs typeface="Times New Roman" panose="02020603050405020304" pitchFamily="18" charset="0"/>
            </a:rPr>
            <a:t> de la </a:t>
          </a:r>
          <a:r>
            <a:rPr lang="en-US" sz="1200" kern="1200" dirty="0" err="1">
              <a:latin typeface="Times New Roman" panose="02020603050405020304" pitchFamily="18" charset="0"/>
              <a:cs typeface="Times New Roman" panose="02020603050405020304" pitchFamily="18" charset="0"/>
            </a:rPr>
            <a:t>cámara</a:t>
          </a:r>
          <a:r>
            <a:rPr lang="en-US" sz="1200" kern="1200" dirty="0">
              <a:latin typeface="Times New Roman" panose="02020603050405020304" pitchFamily="18" charset="0"/>
              <a:cs typeface="Times New Roman" panose="02020603050405020304" pitchFamily="18" charset="0"/>
            </a:rPr>
            <a:t> de </a:t>
          </a:r>
          <a:r>
            <a:rPr lang="en-US" sz="1200" kern="1200" dirty="0" err="1">
              <a:latin typeface="Times New Roman" panose="02020603050405020304" pitchFamily="18" charset="0"/>
              <a:cs typeface="Times New Roman" panose="02020603050405020304" pitchFamily="18" charset="0"/>
            </a:rPr>
            <a:t>combustión</a:t>
          </a:r>
          <a:r>
            <a:rPr lang="en-US" sz="1200" kern="1200" dirty="0">
              <a:latin typeface="Times New Roman" panose="02020603050405020304" pitchFamily="18" charset="0"/>
              <a:cs typeface="Times New Roman" panose="02020603050405020304" pitchFamily="18" charset="0"/>
            </a:rPr>
            <a:t> del </a:t>
          </a:r>
          <a:r>
            <a:rPr lang="en-US" sz="1200" kern="1200" dirty="0" err="1">
              <a:latin typeface="Times New Roman" panose="02020603050405020304" pitchFamily="18" charset="0"/>
              <a:cs typeface="Times New Roman" panose="02020603050405020304" pitchFamily="18" charset="0"/>
            </a:rPr>
            <a:t>vehiculó</a:t>
          </a:r>
          <a:r>
            <a:rPr lang="en-US" sz="1200" kern="1200" dirty="0">
              <a:latin typeface="Times New Roman" panose="02020603050405020304" pitchFamily="18" charset="0"/>
              <a:cs typeface="Times New Roman" panose="02020603050405020304" pitchFamily="18" charset="0"/>
            </a:rPr>
            <a:t>.</a:t>
          </a:r>
        </a:p>
      </dsp:txBody>
      <dsp:txXfrm>
        <a:off x="1219733" y="322878"/>
        <a:ext cx="2295067" cy="973664"/>
      </dsp:txXfrm>
    </dsp:sp>
    <dsp:sp modelId="{699231DB-6E0F-4D33-BC05-EAB5D344C8E7}">
      <dsp:nvSpPr>
        <dsp:cNvPr id="0" name=""/>
        <dsp:cNvSpPr/>
      </dsp:nvSpPr>
      <dsp:spPr>
        <a:xfrm>
          <a:off x="3914698" y="322878"/>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B2191-C6E2-4B65-9D50-7A20EEB048B1}">
      <dsp:nvSpPr>
        <dsp:cNvPr id="0" name=""/>
        <dsp:cNvSpPr/>
      </dsp:nvSpPr>
      <dsp:spPr>
        <a:xfrm>
          <a:off x="4119168" y="527348"/>
          <a:ext cx="564725" cy="5647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81DDEE-6943-46B5-AE9E-37848CF335E0}">
      <dsp:nvSpPr>
        <dsp:cNvPr id="0" name=""/>
        <dsp:cNvSpPr/>
      </dsp:nvSpPr>
      <dsp:spPr>
        <a:xfrm>
          <a:off x="5097005" y="322878"/>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la </a:t>
          </a:r>
          <a:r>
            <a:rPr lang="en-US" sz="1200" kern="1200" dirty="0" err="1">
              <a:latin typeface="Times New Roman" panose="02020603050405020304" pitchFamily="18" charset="0"/>
              <a:cs typeface="Times New Roman" panose="02020603050405020304" pitchFamily="18" charset="0"/>
            </a:rPr>
            <a:t>energía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química</a:t>
          </a:r>
          <a:r>
            <a:rPr lang="en-US" sz="1200" kern="1200" dirty="0">
              <a:latin typeface="Times New Roman" panose="02020603050405020304" pitchFamily="18" charset="0"/>
              <a:cs typeface="Times New Roman" panose="02020603050405020304" pitchFamily="18" charset="0"/>
            </a:rPr>
            <a:t> de la </a:t>
          </a:r>
          <a:r>
            <a:rPr lang="en-US" sz="1200" kern="1200" dirty="0" err="1">
              <a:latin typeface="Times New Roman" panose="02020603050405020304" pitchFamily="18" charset="0"/>
              <a:cs typeface="Times New Roman" panose="02020603050405020304" pitchFamily="18" charset="0"/>
            </a:rPr>
            <a:t>cámara</a:t>
          </a:r>
          <a:r>
            <a:rPr lang="en-US" sz="1200" kern="1200" dirty="0">
              <a:latin typeface="Times New Roman" panose="02020603050405020304" pitchFamily="18" charset="0"/>
              <a:cs typeface="Times New Roman" panose="02020603050405020304" pitchFamily="18" charset="0"/>
            </a:rPr>
            <a:t> de </a:t>
          </a:r>
          <a:r>
            <a:rPr lang="en-US" sz="1200" kern="1200" dirty="0" err="1">
              <a:latin typeface="Times New Roman" panose="02020603050405020304" pitchFamily="18" charset="0"/>
              <a:cs typeface="Times New Roman" panose="02020603050405020304" pitchFamily="18" charset="0"/>
            </a:rPr>
            <a:t>combustión</a:t>
          </a:r>
          <a:r>
            <a:rPr lang="en-US" sz="1200" kern="1200" dirty="0">
              <a:latin typeface="Times New Roman" panose="02020603050405020304" pitchFamily="18" charset="0"/>
              <a:cs typeface="Times New Roman" panose="02020603050405020304" pitchFamily="18" charset="0"/>
            </a:rPr>
            <a:t>.</a:t>
          </a:r>
        </a:p>
      </dsp:txBody>
      <dsp:txXfrm>
        <a:off x="5097005" y="322878"/>
        <a:ext cx="2295067" cy="973664"/>
      </dsp:txXfrm>
    </dsp:sp>
    <dsp:sp modelId="{43232828-6A4B-4E18-88B8-93A5A9A6C335}">
      <dsp:nvSpPr>
        <dsp:cNvPr id="0" name=""/>
        <dsp:cNvSpPr/>
      </dsp:nvSpPr>
      <dsp:spPr>
        <a:xfrm>
          <a:off x="37425" y="1827657"/>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844B00-DB3F-4B48-B0BF-3685C1D96331}">
      <dsp:nvSpPr>
        <dsp:cNvPr id="0" name=""/>
        <dsp:cNvSpPr/>
      </dsp:nvSpPr>
      <dsp:spPr>
        <a:xfrm>
          <a:off x="241895" y="2032127"/>
          <a:ext cx="564725" cy="5647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B16694-593A-440C-9830-52636DE30FD6}">
      <dsp:nvSpPr>
        <dsp:cNvPr id="0" name=""/>
        <dsp:cNvSpPr/>
      </dsp:nvSpPr>
      <dsp:spPr>
        <a:xfrm>
          <a:off x="1219733" y="1827657"/>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pistones</a:t>
          </a:r>
          <a:r>
            <a:rPr lang="en-US" sz="1200" kern="1200" dirty="0">
              <a:latin typeface="Times New Roman" panose="02020603050405020304" pitchFamily="18" charset="0"/>
              <a:cs typeface="Times New Roman" panose="02020603050405020304" pitchFamily="18" charset="0"/>
            </a:rPr>
            <a:t> y </a:t>
          </a:r>
          <a:r>
            <a:rPr lang="en-US" sz="1200" kern="1200" dirty="0" err="1">
              <a:latin typeface="Times New Roman" panose="02020603050405020304" pitchFamily="18" charset="0"/>
              <a:cs typeface="Times New Roman" panose="02020603050405020304" pitchFamily="18" charset="0"/>
            </a:rPr>
            <a:t>presión</a:t>
          </a:r>
          <a:r>
            <a:rPr lang="en-US" sz="1200" kern="1200" dirty="0">
              <a:latin typeface="Times New Roman" panose="02020603050405020304" pitchFamily="18" charset="0"/>
              <a:cs typeface="Times New Roman" panose="02020603050405020304" pitchFamily="18" charset="0"/>
            </a:rPr>
            <a:t> de combustible del </a:t>
          </a:r>
          <a:r>
            <a:rPr lang="en-US" sz="1200" kern="1200" dirty="0" err="1">
              <a:latin typeface="Times New Roman" panose="02020603050405020304" pitchFamily="18" charset="0"/>
              <a:cs typeface="Times New Roman" panose="02020603050405020304" pitchFamily="18" charset="0"/>
            </a:rPr>
            <a:t>vehículo</a:t>
          </a:r>
          <a:endParaRPr lang="en-US" sz="1200" kern="1200" dirty="0">
            <a:latin typeface="Times New Roman" panose="02020603050405020304" pitchFamily="18" charset="0"/>
            <a:cs typeface="Times New Roman" panose="02020603050405020304" pitchFamily="18" charset="0"/>
          </a:endParaRPr>
        </a:p>
      </dsp:txBody>
      <dsp:txXfrm>
        <a:off x="1219733" y="1827657"/>
        <a:ext cx="2295067" cy="973664"/>
      </dsp:txXfrm>
    </dsp:sp>
    <dsp:sp modelId="{F746C02B-A38B-4278-ABB0-3F0A4CEB7B8E}">
      <dsp:nvSpPr>
        <dsp:cNvPr id="0" name=""/>
        <dsp:cNvSpPr/>
      </dsp:nvSpPr>
      <dsp:spPr>
        <a:xfrm>
          <a:off x="3914698" y="1827657"/>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EF4E97-4650-48EB-9832-173A6B65B603}">
      <dsp:nvSpPr>
        <dsp:cNvPr id="0" name=""/>
        <dsp:cNvSpPr/>
      </dsp:nvSpPr>
      <dsp:spPr>
        <a:xfrm>
          <a:off x="4119168" y="2032127"/>
          <a:ext cx="564725" cy="5647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CAA210-D757-4863-8516-0BA68689D239}">
      <dsp:nvSpPr>
        <dsp:cNvPr id="0" name=""/>
        <dsp:cNvSpPr/>
      </dsp:nvSpPr>
      <dsp:spPr>
        <a:xfrm>
          <a:off x="5097005" y="1827657"/>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Cambio de </a:t>
          </a:r>
          <a:r>
            <a:rPr lang="en-US" sz="1200" kern="1200" dirty="0" err="1">
              <a:latin typeface="Times New Roman" panose="02020603050405020304" pitchFamily="18" charset="0"/>
              <a:cs typeface="Times New Roman" panose="02020603050405020304" pitchFamily="18" charset="0"/>
            </a:rPr>
            <a:t>componentes</a:t>
          </a:r>
          <a:r>
            <a:rPr lang="en-US" sz="1200" kern="1200" dirty="0">
              <a:latin typeface="Times New Roman" panose="02020603050405020304" pitchFamily="18" charset="0"/>
              <a:cs typeface="Times New Roman" panose="02020603050405020304" pitchFamily="18" charset="0"/>
            </a:rPr>
            <a:t> del motor del </a:t>
          </a:r>
          <a:r>
            <a:rPr lang="en-US" sz="1200" kern="1200" dirty="0" err="1">
              <a:latin typeface="Times New Roman" panose="02020603050405020304" pitchFamily="18" charset="0"/>
              <a:cs typeface="Times New Roman" panose="02020603050405020304" pitchFamily="18" charset="0"/>
            </a:rPr>
            <a:t>vehículo</a:t>
          </a:r>
          <a:endParaRPr lang="en-US" sz="1200" kern="1200" dirty="0">
            <a:latin typeface="Times New Roman" panose="02020603050405020304" pitchFamily="18" charset="0"/>
            <a:cs typeface="Times New Roman" panose="02020603050405020304" pitchFamily="18" charset="0"/>
          </a:endParaRPr>
        </a:p>
      </dsp:txBody>
      <dsp:txXfrm>
        <a:off x="5097005" y="1827657"/>
        <a:ext cx="2295067" cy="9736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AD19A-E6D2-4699-9D21-A7AE5E0E9649}">
      <dsp:nvSpPr>
        <dsp:cNvPr id="0" name=""/>
        <dsp:cNvSpPr/>
      </dsp:nvSpPr>
      <dsp:spPr>
        <a:xfrm>
          <a:off x="3727"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Los </a:t>
          </a:r>
          <a:r>
            <a:rPr lang="en-US" sz="1100" kern="1200" dirty="0" err="1">
              <a:latin typeface="Times New Roman" panose="02020603050405020304" pitchFamily="18" charset="0"/>
              <a:cs typeface="Times New Roman" panose="02020603050405020304" pitchFamily="18" charset="0"/>
            </a:rPr>
            <a:t>materiales</a:t>
          </a:r>
          <a:r>
            <a:rPr lang="en-US" sz="1100" kern="1200" dirty="0">
              <a:latin typeface="Times New Roman" panose="02020603050405020304" pitchFamily="18" charset="0"/>
              <a:cs typeface="Times New Roman" panose="02020603050405020304" pitchFamily="18" charset="0"/>
            </a:rPr>
            <a:t> que </a:t>
          </a:r>
          <a:r>
            <a:rPr lang="en-US" sz="1100" kern="1200" dirty="0" err="1">
              <a:latin typeface="Times New Roman" panose="02020603050405020304" pitchFamily="18" charset="0"/>
              <a:cs typeface="Times New Roman" panose="02020603050405020304" pitchFamily="18" charset="0"/>
            </a:rPr>
            <a:t>vamos</a:t>
          </a:r>
          <a:r>
            <a:rPr lang="en-US" sz="1100" kern="1200" dirty="0">
              <a:latin typeface="Times New Roman" panose="02020603050405020304" pitchFamily="18" charset="0"/>
              <a:cs typeface="Times New Roman" panose="02020603050405020304" pitchFamily="18" charset="0"/>
            </a:rPr>
            <a:t> a tener que </a:t>
          </a:r>
          <a:r>
            <a:rPr lang="en-US" sz="1100" kern="1200" dirty="0" err="1">
              <a:latin typeface="Times New Roman" panose="02020603050405020304" pitchFamily="18" charset="0"/>
              <a:cs typeface="Times New Roman" panose="02020603050405020304" pitchFamily="18" charset="0"/>
            </a:rPr>
            <a:t>utilizar</a:t>
          </a:r>
          <a:r>
            <a:rPr lang="en-US" sz="1100" kern="1200" dirty="0">
              <a:latin typeface="Times New Roman" panose="02020603050405020304" pitchFamily="18" charset="0"/>
              <a:cs typeface="Times New Roman" panose="02020603050405020304" pitchFamily="18" charset="0"/>
            </a:rPr>
            <a:t> son los </a:t>
          </a:r>
          <a:r>
            <a:rPr lang="en-US" sz="1100" kern="1200" dirty="0" err="1">
              <a:latin typeface="Times New Roman" panose="02020603050405020304" pitchFamily="18" charset="0"/>
              <a:cs typeface="Times New Roman" panose="02020603050405020304" pitchFamily="18" charset="0"/>
            </a:rPr>
            <a:t>siguientes</a:t>
          </a:r>
          <a:r>
            <a:rPr lang="en-US" sz="1100" kern="1200" dirty="0">
              <a:latin typeface="Times New Roman" panose="02020603050405020304" pitchFamily="18" charset="0"/>
              <a:cs typeface="Times New Roman" panose="02020603050405020304" pitchFamily="18" charset="0"/>
            </a:rPr>
            <a:t> para </a:t>
          </a:r>
          <a:r>
            <a:rPr lang="en-US" sz="1100" kern="1200" dirty="0" err="1">
              <a:latin typeface="Times New Roman" panose="02020603050405020304" pitchFamily="18" charset="0"/>
              <a:cs typeface="Times New Roman" panose="02020603050405020304" pitchFamily="18" charset="0"/>
            </a:rPr>
            <a:t>poder</a:t>
          </a:r>
          <a:r>
            <a:rPr lang="en-US" sz="1100" kern="1200" dirty="0">
              <a:latin typeface="Times New Roman" panose="02020603050405020304" pitchFamily="18" charset="0"/>
              <a:cs typeface="Times New Roman" panose="02020603050405020304" pitchFamily="18" charset="0"/>
            </a:rPr>
            <a:t> </a:t>
          </a:r>
          <a:r>
            <a:rPr lang="en-US" sz="1100" kern="1200" dirty="0" err="1">
              <a:latin typeface="Times New Roman" panose="02020603050405020304" pitchFamily="18" charset="0"/>
              <a:cs typeface="Times New Roman" panose="02020603050405020304" pitchFamily="18" charset="0"/>
            </a:rPr>
            <a:t>comenzar</a:t>
          </a:r>
          <a:r>
            <a:rPr lang="en-US" sz="1100" kern="1200" dirty="0">
              <a:latin typeface="Times New Roman" panose="02020603050405020304" pitchFamily="18" charset="0"/>
              <a:cs typeface="Times New Roman" panose="02020603050405020304" pitchFamily="18" charset="0"/>
            </a:rPr>
            <a:t> con </a:t>
          </a:r>
          <a:r>
            <a:rPr lang="en-US" sz="1100" kern="1200" dirty="0" err="1">
              <a:latin typeface="Times New Roman" panose="02020603050405020304" pitchFamily="18" charset="0"/>
              <a:cs typeface="Times New Roman" panose="02020603050405020304" pitchFamily="18" charset="0"/>
            </a:rPr>
            <a:t>nuestro</a:t>
          </a:r>
          <a:r>
            <a:rPr lang="en-US" sz="1100" kern="1200" dirty="0">
              <a:latin typeface="Times New Roman" panose="02020603050405020304" pitchFamily="18" charset="0"/>
              <a:cs typeface="Times New Roman" panose="02020603050405020304" pitchFamily="18" charset="0"/>
            </a:rPr>
            <a:t> proyecto:</a:t>
          </a:r>
        </a:p>
      </dsp:txBody>
      <dsp:txXfrm>
        <a:off x="3727" y="1013479"/>
        <a:ext cx="1554657" cy="777328"/>
      </dsp:txXfrm>
    </dsp:sp>
    <dsp:sp modelId="{AB5011DD-880E-4174-A9FD-053057B3FEB3}">
      <dsp:nvSpPr>
        <dsp:cNvPr id="0" name=""/>
        <dsp:cNvSpPr/>
      </dsp:nvSpPr>
      <dsp:spPr>
        <a:xfrm>
          <a:off x="1865195" y="993812"/>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Computador</a:t>
          </a:r>
          <a:r>
            <a:rPr lang="en-US" sz="1200" kern="1200" dirty="0">
              <a:latin typeface="Times New Roman" panose="02020603050405020304" pitchFamily="18" charset="0"/>
              <a:cs typeface="Times New Roman" panose="02020603050405020304" pitchFamily="18" charset="0"/>
            </a:rPr>
            <a:t> para </a:t>
          </a:r>
          <a:r>
            <a:rPr lang="en-US" sz="1200" kern="1200" dirty="0" err="1">
              <a:latin typeface="Times New Roman" panose="02020603050405020304" pitchFamily="18" charset="0"/>
              <a:cs typeface="Times New Roman" panose="02020603050405020304" pitchFamily="18" charset="0"/>
            </a:rPr>
            <a:t>poder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investigar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cosas</a:t>
          </a:r>
          <a:r>
            <a:rPr lang="en-US" sz="1200" kern="1200" dirty="0">
              <a:latin typeface="Times New Roman" panose="02020603050405020304" pitchFamily="18" charset="0"/>
              <a:cs typeface="Times New Roman" panose="02020603050405020304" pitchFamily="18" charset="0"/>
            </a:rPr>
            <a:t> que </a:t>
          </a:r>
          <a:r>
            <a:rPr lang="en-US" sz="1200" kern="1200" dirty="0" err="1">
              <a:latin typeface="Times New Roman" panose="02020603050405020304" pitchFamily="18" charset="0"/>
              <a:cs typeface="Times New Roman" panose="02020603050405020304" pitchFamily="18" charset="0"/>
            </a:rPr>
            <a:t>necesitaremos</a:t>
          </a:r>
          <a:r>
            <a:rPr lang="en-US" sz="1200" kern="1200" dirty="0">
              <a:latin typeface="Times New Roman" panose="02020603050405020304" pitchFamily="18" charset="0"/>
              <a:cs typeface="Times New Roman" panose="02020603050405020304" pitchFamily="18" charset="0"/>
            </a:rPr>
            <a:t>.</a:t>
          </a:r>
        </a:p>
      </dsp:txBody>
      <dsp:txXfrm>
        <a:off x="1865195" y="993812"/>
        <a:ext cx="1554657" cy="777328"/>
      </dsp:txXfrm>
    </dsp:sp>
    <dsp:sp modelId="{85D03DDF-5025-4BAE-9477-10127F9E1DE1}">
      <dsp:nvSpPr>
        <dsp:cNvPr id="0" name=""/>
        <dsp:cNvSpPr/>
      </dsp:nvSpPr>
      <dsp:spPr>
        <a:xfrm>
          <a:off x="3765997"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Materiales</a:t>
          </a:r>
          <a:r>
            <a:rPr lang="en-US" sz="1200" kern="1200" dirty="0">
              <a:latin typeface="Times New Roman" panose="02020603050405020304" pitchFamily="18" charset="0"/>
              <a:cs typeface="Times New Roman" panose="02020603050405020304" pitchFamily="18" charset="0"/>
            </a:rPr>
            <a:t> para </a:t>
          </a: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como</a:t>
          </a:r>
          <a:r>
            <a:rPr lang="en-US" sz="1200" kern="1200" dirty="0">
              <a:latin typeface="Times New Roman" panose="02020603050405020304" pitchFamily="18" charset="0"/>
              <a:cs typeface="Times New Roman" panose="02020603050405020304" pitchFamily="18" charset="0"/>
            </a:rPr>
            <a:t> pie de metro, </a:t>
          </a:r>
          <a:r>
            <a:rPr lang="en-US" sz="1200" kern="1200" dirty="0" err="1">
              <a:latin typeface="Times New Roman" panose="02020603050405020304" pitchFamily="18" charset="0"/>
              <a:cs typeface="Times New Roman" panose="02020603050405020304" pitchFamily="18" charset="0"/>
            </a:rPr>
            <a:t>micrómetro</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anemómetro</a:t>
          </a:r>
          <a:r>
            <a:rPr lang="en-US" sz="1200" kern="1200" dirty="0">
              <a:latin typeface="Times New Roman" panose="02020603050405020304" pitchFamily="18" charset="0"/>
              <a:cs typeface="Times New Roman" panose="02020603050405020304" pitchFamily="18" charset="0"/>
            </a:rPr>
            <a:t>.</a:t>
          </a:r>
        </a:p>
      </dsp:txBody>
      <dsp:txXfrm>
        <a:off x="3765997" y="1013479"/>
        <a:ext cx="1554657" cy="777328"/>
      </dsp:txXfrm>
    </dsp:sp>
    <dsp:sp modelId="{36690B09-3F74-4129-A4C8-9D3224074541}">
      <dsp:nvSpPr>
        <dsp:cNvPr id="0" name=""/>
        <dsp:cNvSpPr/>
      </dsp:nvSpPr>
      <dsp:spPr>
        <a:xfrm>
          <a:off x="5647132"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Calculadora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científica</a:t>
          </a:r>
          <a:r>
            <a:rPr lang="en-US" sz="1200" kern="1200" dirty="0">
              <a:latin typeface="Times New Roman" panose="02020603050405020304" pitchFamily="18" charset="0"/>
              <a:cs typeface="Times New Roman" panose="02020603050405020304" pitchFamily="18" charset="0"/>
            </a:rPr>
            <a:t> y Manual del </a:t>
          </a:r>
          <a:r>
            <a:rPr lang="en-US" sz="1200" kern="1200" dirty="0" err="1">
              <a:latin typeface="Times New Roman" panose="02020603050405020304" pitchFamily="18" charset="0"/>
              <a:cs typeface="Times New Roman" panose="02020603050405020304" pitchFamily="18" charset="0"/>
            </a:rPr>
            <a:t>vehículo</a:t>
          </a:r>
          <a:r>
            <a:rPr lang="en-US" sz="1200" kern="1200" dirty="0">
              <a:latin typeface="Times New Roman" panose="02020603050405020304" pitchFamily="18" charset="0"/>
              <a:cs typeface="Times New Roman" panose="02020603050405020304" pitchFamily="18" charset="0"/>
            </a:rPr>
            <a:t>.</a:t>
          </a:r>
        </a:p>
      </dsp:txBody>
      <dsp:txXfrm>
        <a:off x="5647132" y="1013479"/>
        <a:ext cx="1554657" cy="77732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40E5E0-E3D0-42D2-A467-425CCD46441B}" type="datetimeFigureOut">
              <a:rPr lang="es-CL" smtClean="0"/>
              <a:t>19-12-23</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383874-1211-4C44-B361-2054F87AFB79}" type="slidenum">
              <a:rPr lang="es-CL" smtClean="0"/>
              <a:t>‹Nº›</a:t>
            </a:fld>
            <a:endParaRPr lang="es-CL"/>
          </a:p>
        </p:txBody>
      </p:sp>
    </p:spTree>
    <p:extLst>
      <p:ext uri="{BB962C8B-B14F-4D97-AF65-F5344CB8AC3E}">
        <p14:creationId xmlns:p14="http://schemas.microsoft.com/office/powerpoint/2010/main" val="2255522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Cronograma </a:t>
            </a:r>
          </a:p>
          <a:p>
            <a:endParaRPr lang="es-ES" dirty="0"/>
          </a:p>
          <a:p>
            <a:r>
              <a:rPr lang="es-ES" dirty="0"/>
              <a:t> </a:t>
            </a:r>
            <a:endParaRPr lang="es-CL" dirty="0"/>
          </a:p>
        </p:txBody>
      </p:sp>
      <p:sp>
        <p:nvSpPr>
          <p:cNvPr id="4" name="Marcador de número de diapositiva 3"/>
          <p:cNvSpPr>
            <a:spLocks noGrp="1"/>
          </p:cNvSpPr>
          <p:nvPr>
            <p:ph type="sldNum" sz="quarter" idx="5"/>
          </p:nvPr>
        </p:nvSpPr>
        <p:spPr/>
        <p:txBody>
          <a:bodyPr/>
          <a:lstStyle/>
          <a:p>
            <a:fld id="{E2383874-1211-4C44-B361-2054F87AFB79}" type="slidenum">
              <a:rPr lang="es-CL" smtClean="0"/>
              <a:t>6</a:t>
            </a:fld>
            <a:endParaRPr lang="es-CL"/>
          </a:p>
        </p:txBody>
      </p:sp>
    </p:spTree>
    <p:extLst>
      <p:ext uri="{BB962C8B-B14F-4D97-AF65-F5344CB8AC3E}">
        <p14:creationId xmlns:p14="http://schemas.microsoft.com/office/powerpoint/2010/main" val="3438656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gradFill flip="none" rotWithShape="1">
                  <a:gsLst>
                    <a:gs pos="0">
                      <a:schemeClr val="tx1"/>
                    </a:gs>
                    <a:gs pos="100000">
                      <a:schemeClr val="tx1">
                        <a:lumMod val="75000"/>
                      </a:schemeClr>
                    </a:gs>
                  </a:gsLst>
                  <a:lin ang="0" scaled="1"/>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47366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40184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5647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1BFFDA3-703B-5A46-AEFC-E14C30159CAC}" type="datetimeFigureOut">
              <a:rPr lang="es-ES" smtClean="0"/>
              <a:t>19/12/23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1204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18347" y="2786027"/>
            <a:ext cx="3685073"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1BFFDA3-703B-5A46-AEFC-E14C30159CAC}" type="datetimeFigureOut">
              <a:rPr lang="es-ES" smtClean="0"/>
              <a:t>19/12/23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556575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1BFFDA3-703B-5A46-AEFC-E14C30159CAC}" type="datetimeFigureOut">
              <a:rPr lang="es-ES" smtClean="0"/>
              <a:t>19/12/23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629950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FFDA3-703B-5A46-AEFC-E14C30159CAC}" type="datetimeFigureOut">
              <a:rPr lang="es-ES" smtClean="0"/>
              <a:t>19/12/23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445628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19/12/23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69919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523649" y="6181344"/>
            <a:ext cx="718502" cy="365125"/>
          </a:xfrm>
        </p:spPr>
        <p:txBody>
          <a:bodyPr/>
          <a:lstStyle/>
          <a:p>
            <a:fld id="{11BFFDA3-703B-5A46-AEFC-E14C30159CAC}" type="datetimeFigureOut">
              <a:rPr lang="es-ES" smtClean="0"/>
              <a:t>19/12/23</a:t>
            </a:fld>
            <a:endParaRPr lang="es-ES"/>
          </a:p>
        </p:txBody>
      </p:sp>
      <p:sp>
        <p:nvSpPr>
          <p:cNvPr id="6" name="Footer Placeholder 5"/>
          <p:cNvSpPr>
            <a:spLocks noGrp="1"/>
          </p:cNvSpPr>
          <p:nvPr>
            <p:ph type="ftr" sz="quarter" idx="11"/>
          </p:nvPr>
        </p:nvSpPr>
        <p:spPr>
          <a:xfrm>
            <a:off x="818348" y="6181344"/>
            <a:ext cx="3705300" cy="365125"/>
          </a:xfrm>
        </p:spPr>
        <p:txBody>
          <a:bodyPr/>
          <a:lstStyle/>
          <a:p>
            <a:endParaRPr lang="es-ES"/>
          </a:p>
        </p:txBody>
      </p:sp>
      <p:sp>
        <p:nvSpPr>
          <p:cNvPr id="7" name="Slide Number Placeholder 6"/>
          <p:cNvSpPr>
            <a:spLocks noGrp="1"/>
          </p:cNvSpPr>
          <p:nvPr>
            <p:ph type="sldNum" sz="quarter" idx="12"/>
          </p:nvPr>
        </p:nvSpPr>
        <p:spPr>
          <a:xfrm>
            <a:off x="8024262" y="6181344"/>
            <a:ext cx="305186" cy="329250"/>
          </a:xfrm>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97634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19/12/23</a:t>
            </a:fld>
            <a:endParaRPr lang="es-ES"/>
          </a:p>
        </p:txBody>
      </p:sp>
      <p:sp>
        <p:nvSpPr>
          <p:cNvPr id="6" name="Footer Placeholder 5"/>
          <p:cNvSpPr>
            <a:spLocks noGrp="1"/>
          </p:cNvSpPr>
          <p:nvPr>
            <p:ph type="ftr" sz="quarter" idx="11"/>
          </p:nvPr>
        </p:nvSpPr>
        <p:spPr>
          <a:xfrm>
            <a:off x="917678" y="6181344"/>
            <a:ext cx="5337278" cy="365125"/>
          </a:xfrm>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57900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51603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gradFill flip="none" rotWithShape="1">
                  <a:gsLst>
                    <a:gs pos="0">
                      <a:schemeClr val="tx1"/>
                    </a:gs>
                    <a:gs pos="100000">
                      <a:schemeClr val="tx1">
                        <a:lumMod val="75000"/>
                      </a:schemeClr>
                    </a:gs>
                  </a:gsLst>
                  <a:lin ang="0" scaled="1"/>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634859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4233927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214737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382360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268858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19/12/23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202326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11BFFDA3-703B-5A46-AEFC-E14C30159CAC}" type="datetimeFigureOut">
              <a:rPr lang="es-ES" smtClean="0"/>
              <a:t>19/12/23</a:t>
            </a:fld>
            <a:endParaRPr lang="es-E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s-E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159621189"/>
      </p:ext>
    </p:extLst>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txStyles>
    <p:titleStyle>
      <a:lvl1pPr algn="l" defTabSz="457200" rtl="0" eaLnBrk="1" latinLnBrk="0" hangingPunct="1">
        <a:spcBef>
          <a:spcPct val="0"/>
        </a:spcBef>
        <a:buNone/>
        <a:defRPr sz="280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30000"/>
        <a:buFont typeface="Arial"/>
        <a:buChar char="•"/>
        <a:defRPr sz="18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30000"/>
        <a:buFont typeface="Arial"/>
        <a:buChar char="•"/>
        <a:defRPr sz="16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30000"/>
        <a:buFont typeface="Arial"/>
        <a:buChar char="•"/>
        <a:defRPr sz="12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jpeg"/><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jpeg"/><Relationship Id="rId7" Type="http://schemas.openxmlformats.org/officeDocument/2006/relationships/diagramLayout" Target="../diagrams/layout2.xml"/><Relationship Id="rId12"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Data" Target="../diagrams/data2.xml"/><Relationship Id="rId11" Type="http://schemas.openxmlformats.org/officeDocument/2006/relationships/image" Target="../media/image15.emf"/><Relationship Id="rId5" Type="http://schemas.openxmlformats.org/officeDocument/2006/relationships/image" Target="../media/image6.png"/><Relationship Id="rId10" Type="http://schemas.microsoft.com/office/2007/relationships/diagramDrawing" Target="../diagrams/drawing2.xml"/><Relationship Id="rId4" Type="http://schemas.openxmlformats.org/officeDocument/2006/relationships/image" Target="../media/image5.png"/><Relationship Id="rId9" Type="http://schemas.openxmlformats.org/officeDocument/2006/relationships/diagramColors" Target="../diagrams/colors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comments" Target="../comments/comment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comments" Target="../comments/comment6.xml"/><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comments" Target="../comments/comment7.xml"/><Relationship Id="rId5" Type="http://schemas.openxmlformats.org/officeDocument/2006/relationships/image" Target="../media/image29.jpg"/><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lstStyle/>
          <a:p>
            <a:r>
              <a:rPr lang="es-US" sz="3600" b="1" dirty="0">
                <a:solidFill>
                  <a:srgbClr val="D40202"/>
                </a:solidFill>
                <a:latin typeface="Times New Roman" panose="02020603050405020304" pitchFamily="18" charset="0"/>
                <a:cs typeface="Times New Roman" panose="02020603050405020304" pitchFamily="18" charset="0"/>
              </a:rPr>
              <a:t>Car Tunning</a:t>
            </a:r>
            <a:endParaRPr lang="es-CL" sz="3600" b="1" dirty="0">
              <a:solidFill>
                <a:srgbClr val="D40202"/>
              </a:solidFill>
              <a:latin typeface="Times New Roman" panose="02020603050405020304" pitchFamily="18" charset="0"/>
              <a:cs typeface="Times New Roman" panose="02020603050405020304" pitchFamily="18" charset="0"/>
            </a:endParaRP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US" sz="1400" kern="1400" dirty="0">
                <a:solidFill>
                  <a:schemeClr val="bg1"/>
                </a:solidFill>
                <a:latin typeface="Myriad Pro Light"/>
                <a:cs typeface="Myriad Pro Light"/>
              </a:rPr>
              <a:t>Ingeniería Mecánica y Electromovilidad Automotriz</a:t>
            </a:r>
            <a:endParaRPr lang="es-CL" sz="1400" kern="1400" dirty="0">
              <a:solidFill>
                <a:schemeClr val="bg1"/>
              </a:solidFill>
              <a:latin typeface="Myriad Pro Light"/>
              <a:cs typeface="Myriad Pro Light"/>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a:off x="466894" y="4824838"/>
            <a:ext cx="5858981" cy="1180964"/>
          </a:xfrm>
          <a:prstGeom prst="rect">
            <a:avLst/>
          </a:prstGeom>
          <a:noFill/>
        </p:spPr>
        <p:txBody>
          <a:bodyPr wrap="square" rtlCol="0">
            <a:spAutoFit/>
          </a:bodyPr>
          <a:lstStyle/>
          <a:p>
            <a:pPr>
              <a:lnSpc>
                <a:spcPct val="120000"/>
              </a:lnSpc>
            </a:pPr>
            <a:r>
              <a:rPr lang="es-CL" sz="1200" dirty="0">
                <a:latin typeface="Times New Roman" panose="02020603050405020304" pitchFamily="18" charset="0"/>
                <a:cs typeface="Times New Roman" panose="02020603050405020304" pitchFamily="18" charset="0"/>
              </a:rPr>
              <a:t>NOMBRE: </a:t>
            </a:r>
            <a:r>
              <a:rPr lang="es-US" sz="1200" dirty="0">
                <a:latin typeface="Times New Roman" panose="02020603050405020304" pitchFamily="18" charset="0"/>
                <a:cs typeface="Times New Roman" panose="02020603050405020304" pitchFamily="18" charset="0"/>
              </a:rPr>
              <a:t>Rachelle Pérez Bascur, Froilán Calabrano, Vicente Riffo Soto.</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CARRERA:</a:t>
            </a:r>
            <a:r>
              <a:rPr lang="es-US" sz="1200" dirty="0">
                <a:latin typeface="Times New Roman" panose="02020603050405020304" pitchFamily="18" charset="0"/>
                <a:cs typeface="Times New Roman" panose="02020603050405020304" pitchFamily="18" charset="0"/>
              </a:rPr>
              <a:t> Ingeniería Mecánica y Electromovilidad Automotriz.</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ASIGNTATURA:</a:t>
            </a:r>
            <a:r>
              <a:rPr lang="es-US" sz="1200" dirty="0">
                <a:latin typeface="Times New Roman" panose="02020603050405020304" pitchFamily="18" charset="0"/>
                <a:cs typeface="Times New Roman" panose="02020603050405020304" pitchFamily="18" charset="0"/>
              </a:rPr>
              <a:t> Funciones y Geometría.</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PROFESOR:</a:t>
            </a:r>
            <a:r>
              <a:rPr lang="es-US" sz="1200" dirty="0">
                <a:latin typeface="Times New Roman" panose="02020603050405020304" pitchFamily="18" charset="0"/>
                <a:cs typeface="Times New Roman" panose="02020603050405020304" pitchFamily="18" charset="0"/>
              </a:rPr>
              <a:t> Lissette Salamanca</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FECHA:</a:t>
            </a:r>
            <a:r>
              <a:rPr lang="es-US" sz="1200" dirty="0">
                <a:latin typeface="Times New Roman" panose="02020603050405020304" pitchFamily="18" charset="0"/>
                <a:cs typeface="Times New Roman" panose="02020603050405020304" pitchFamily="18" charset="0"/>
              </a:rPr>
              <a:t>17/11/2023</a:t>
            </a:r>
            <a:endParaRPr lang="es-CL" sz="1200" dirty="0">
              <a:latin typeface="Times New Roman" panose="02020603050405020304" pitchFamily="18" charset="0"/>
              <a:cs typeface="Times New Roman" panose="02020603050405020304" pitchFamily="18" charset="0"/>
            </a:endParaRP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48AD618-D78D-7E7D-7549-D7B4F9CA3FA7}"/>
              </a:ext>
            </a:extLst>
          </p:cNvPr>
          <p:cNvPicPr>
            <a:picLocks noChangeAspect="1"/>
          </p:cNvPicPr>
          <p:nvPr/>
        </p:nvPicPr>
        <p:blipFill rotWithShape="1">
          <a:blip r:embed="rId3">
            <a:alphaModFix amt="15000"/>
          </a:blip>
          <a:srcRect l="13642" r="9357" b="-1"/>
          <a:stretch/>
        </p:blipFill>
        <p:spPr>
          <a:xfrm>
            <a:off x="20" y="10"/>
            <a:ext cx="9143980" cy="6857990"/>
          </a:xfrm>
          <a:prstGeom prst="rect">
            <a:avLst/>
          </a:prstGeom>
        </p:spPr>
      </p:pic>
      <p:sp>
        <p:nvSpPr>
          <p:cNvPr id="6" name="Título 1"/>
          <p:cNvSpPr>
            <a:spLocks noGrp="1"/>
          </p:cNvSpPr>
          <p:nvPr>
            <p:ph type="ctrTitle"/>
          </p:nvPr>
        </p:nvSpPr>
        <p:spPr>
          <a:xfrm>
            <a:off x="856059" y="609600"/>
            <a:ext cx="7429499" cy="1905000"/>
          </a:xfrm>
        </p:spPr>
        <p:txBody>
          <a:bodyPr vert="horz" lIns="91440" tIns="45720" rIns="91440" bIns="45720" rtlCol="0" anchor="ctr">
            <a:normAutofit/>
          </a:bodyPr>
          <a:lstStyle/>
          <a:p>
            <a:pPr algn="l"/>
            <a:r>
              <a:rPr lang="en-US" sz="3200" b="1" dirty="0">
                <a:solidFill>
                  <a:srgbClr val="FF0000"/>
                </a:solidFill>
                <a:effectLst>
                  <a:glow rad="38100">
                    <a:schemeClr val="bg1">
                      <a:lumMod val="65000"/>
                      <a:lumOff val="35000"/>
                      <a:alpha val="40000"/>
                    </a:schemeClr>
                  </a:glow>
                  <a:outerShdw blurRad="28575" dist="38100" dir="14040000" algn="tl" rotWithShape="0">
                    <a:srgbClr val="000000">
                      <a:alpha val="25000"/>
                    </a:srgbClr>
                  </a:outerShdw>
                </a:effectLst>
                <a:latin typeface="Times New Roman" panose="02020603050405020304" pitchFamily="18" charset="0"/>
                <a:cs typeface="Times New Roman" panose="02020603050405020304" pitchFamily="18" charset="0"/>
              </a:rPr>
              <a:t>Definición del proyecto</a:t>
            </a:r>
            <a:br>
              <a:rPr lang="en-US" sz="3200" b="1" dirty="0">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rPr>
            </a:br>
            <a:endParaRPr lang="en-US" sz="3200" b="1" dirty="0">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endParaRPr>
          </a:p>
        </p:txBody>
      </p:sp>
      <p:sp>
        <p:nvSpPr>
          <p:cNvPr id="2" name="Rectángulo 1"/>
          <p:cNvSpPr/>
          <p:nvPr/>
        </p:nvSpPr>
        <p:spPr>
          <a:xfrm>
            <a:off x="856059" y="3598275"/>
            <a:ext cx="7429499" cy="3124201"/>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pP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El 20 de febrero del 2024 deseamos participar en una carrera de vehículos en el autódromo Interlomas de Lautaro, es un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tipo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de carrera recta de 300 metros. 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vehículo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tenemos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es un–Toyota Yaris Sedan 1.5 del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año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2003 con un motor 1NZ-FE 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cual</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está</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de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fábrica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sin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ninguna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modificación</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por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lo tanto, no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tiene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el torque y la potencia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necesaria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para competir en la categoría que deseamos.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Nuestro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proyecto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consiste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en mejorar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este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motor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tenemos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ya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encontramos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mejor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modificarlo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comprar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un auto del torque y la potencia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queremos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para la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competencia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pic>
        <p:nvPicPr>
          <p:cNvPr id="18" name="Imagen 17"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
        <p:nvSpPr>
          <p:cNvPr id="24" name="Título 1"/>
          <p:cNvSpPr txBox="1">
            <a:spLocks/>
          </p:cNvSpPr>
          <p:nvPr/>
        </p:nvSpPr>
        <p:spPr>
          <a:xfrm>
            <a:off x="307821" y="4692626"/>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s-CL" sz="1800" b="1" dirty="0">
              <a:solidFill>
                <a:schemeClr val="bg1"/>
              </a:solidFill>
              <a:latin typeface="Myriad Pro"/>
              <a:cs typeface="Myriad Pro"/>
            </a:endParaRPr>
          </a:p>
        </p:txBody>
      </p:sp>
    </p:spTree>
    <p:extLst>
      <p:ext uri="{BB962C8B-B14F-4D97-AF65-F5344CB8AC3E}">
        <p14:creationId xmlns:p14="http://schemas.microsoft.com/office/powerpoint/2010/main" val="9164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966E6ED-2976-F162-A2FA-C2FE5F60731E}"/>
              </a:ext>
            </a:extLst>
          </p:cNvPr>
          <p:cNvPicPr>
            <a:picLocks noChangeAspect="1"/>
          </p:cNvPicPr>
          <p:nvPr/>
        </p:nvPicPr>
        <p:blipFill rotWithShape="1">
          <a:blip r:embed="rId3">
            <a:duotone>
              <a:prstClr val="black"/>
              <a:schemeClr val="bg1">
                <a:tint val="45000"/>
                <a:satMod val="400000"/>
              </a:schemeClr>
            </a:duotone>
            <a:alphaModFix amt="15000"/>
          </a:blip>
          <a:srcRect l="13642" r="9357" b="-1"/>
          <a:stretch/>
        </p:blipFill>
        <p:spPr>
          <a:xfrm>
            <a:off x="20" y="10"/>
            <a:ext cx="9143980" cy="6857990"/>
          </a:xfrm>
          <a:prstGeom prst="rect">
            <a:avLst/>
          </a:prstGeom>
        </p:spPr>
      </p:pic>
      <p:sp>
        <p:nvSpPr>
          <p:cNvPr id="2" name="Título 1">
            <a:extLst>
              <a:ext uri="{FF2B5EF4-FFF2-40B4-BE49-F238E27FC236}">
                <a16:creationId xmlns:a16="http://schemas.microsoft.com/office/drawing/2014/main" id="{C4A4CB90-CE94-916B-0804-E6E812EDA7DF}"/>
              </a:ext>
            </a:extLst>
          </p:cNvPr>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err="1">
                <a:solidFill>
                  <a:srgbClr val="FF0000"/>
                </a:solidFill>
                <a:latin typeface="Times New Roman" panose="02020603050405020304" pitchFamily="18" charset="0"/>
                <a:cs typeface="Times New Roman" panose="02020603050405020304" pitchFamily="18" charset="0"/>
              </a:rPr>
              <a:t>Problemática</a:t>
            </a:r>
            <a:r>
              <a:rPr lang="en-US" sz="3200" b="1" dirty="0">
                <a:solidFill>
                  <a:srgbClr val="FF0000"/>
                </a:solidFill>
                <a:latin typeface="Times New Roman" panose="02020603050405020304" pitchFamily="18" charset="0"/>
                <a:cs typeface="Times New Roman" panose="02020603050405020304" pitchFamily="18" charset="0"/>
              </a:rPr>
              <a:t> del proyecto y </a:t>
            </a:r>
            <a:r>
              <a:rPr lang="en-US" sz="3200" b="1" dirty="0" err="1">
                <a:solidFill>
                  <a:srgbClr val="FF0000"/>
                </a:solidFill>
                <a:latin typeface="Times New Roman" panose="02020603050405020304" pitchFamily="18" charset="0"/>
                <a:cs typeface="Times New Roman" panose="02020603050405020304" pitchFamily="18" charset="0"/>
              </a:rPr>
              <a:t>matemáticas</a:t>
            </a:r>
            <a:r>
              <a:rPr lang="en-US" sz="3200" b="1" dirty="0">
                <a:solidFill>
                  <a:srgbClr val="FF0000"/>
                </a:solidFill>
                <a:latin typeface="Times New Roman" panose="02020603050405020304" pitchFamily="18" charset="0"/>
                <a:cs typeface="Times New Roman" panose="02020603050405020304" pitchFamily="18" charset="0"/>
              </a:rPr>
              <a:t> a </a:t>
            </a:r>
            <a:r>
              <a:rPr lang="en-US" sz="3200" b="1" dirty="0" err="1">
                <a:solidFill>
                  <a:srgbClr val="FF0000"/>
                </a:solidFill>
                <a:latin typeface="Times New Roman" panose="02020603050405020304" pitchFamily="18" charset="0"/>
                <a:cs typeface="Times New Roman" panose="02020603050405020304" pitchFamily="18" charset="0"/>
              </a:rPr>
              <a:t>abordar</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5A6A0516-1A69-DC61-5320-B2E6024CC5A9}"/>
              </a:ext>
            </a:extLst>
          </p:cNvPr>
          <p:cNvSpPr>
            <a:spLocks noGrp="1"/>
          </p:cNvSpPr>
          <p:nvPr>
            <p:ph sz="half" idx="1"/>
          </p:nvPr>
        </p:nvSpPr>
        <p:spPr>
          <a:xfrm>
            <a:off x="856059" y="2666999"/>
            <a:ext cx="7429499" cy="3124201"/>
          </a:xfrm>
        </p:spPr>
        <p:txBody>
          <a:bodyPr vert="horz" lIns="91440" tIns="45720" rIns="91440" bIns="45720" rtlCol="0" anchor="ctr">
            <a:normAutofit/>
          </a:bodyPr>
          <a:lstStyle/>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No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tenemos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los caballos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fuerza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necesarios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sabemos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que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si</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competimos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no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tendremos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chances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ganar</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el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vehículo</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tiene</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peso extra y el motor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necesita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nuevos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accesorios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resistentes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para el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tipo</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de proyecto que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queremos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Las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matemáticas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que se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abordarán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serán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Físicas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Velocidad</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rotación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temperatura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fuerza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presión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Geométricas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Diámetros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profundidad</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Químicas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Energía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química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mezcla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aire</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-combustible).</a:t>
            </a:r>
          </a:p>
        </p:txBody>
      </p:sp>
      <p:pic>
        <p:nvPicPr>
          <p:cNvPr id="5" name="Imagen 4">
            <a:extLst>
              <a:ext uri="{FF2B5EF4-FFF2-40B4-BE49-F238E27FC236}">
                <a16:creationId xmlns:a16="http://schemas.microsoft.com/office/drawing/2014/main" id="{2D581CBB-563C-E922-83E9-8C3A0463680B}"/>
              </a:ext>
            </a:extLst>
          </p:cNvPr>
          <p:cNvPicPr>
            <a:picLocks noChangeAspect="1"/>
          </p:cNvPicPr>
          <p:nvPr/>
        </p:nvPicPr>
        <p:blipFill>
          <a:blip r:embed="rId4"/>
          <a:stretch>
            <a:fillRect/>
          </a:stretch>
        </p:blipFill>
        <p:spPr>
          <a:xfrm>
            <a:off x="8095838" y="6486105"/>
            <a:ext cx="975445" cy="298730"/>
          </a:xfrm>
          <a:prstGeom prst="rect">
            <a:avLst/>
          </a:prstGeom>
        </p:spPr>
      </p:pic>
    </p:spTree>
    <p:extLst>
      <p:ext uri="{BB962C8B-B14F-4D97-AF65-F5344CB8AC3E}">
        <p14:creationId xmlns:p14="http://schemas.microsoft.com/office/powerpoint/2010/main" val="532825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713A4E7-0877-4887-FAAC-D1AA6C6777B0}"/>
              </a:ext>
            </a:extLst>
          </p:cNvPr>
          <p:cNvPicPr>
            <a:picLocks noChangeAspect="1"/>
          </p:cNvPicPr>
          <p:nvPr/>
        </p:nvPicPr>
        <p:blipFill rotWithShape="1">
          <a:blip r:embed="rId3">
            <a:alphaModFix amt="15000"/>
          </a:blip>
          <a:srcRect l="13642" r="9357" b="-1"/>
          <a:stretch/>
        </p:blipFill>
        <p:spPr>
          <a:xfrm>
            <a:off x="-1182" y="19674"/>
            <a:ext cx="9143980" cy="6857990"/>
          </a:xfrm>
          <a:prstGeom prst="rect">
            <a:avLst/>
          </a:prstGeom>
        </p:spPr>
      </p:pic>
      <p:sp>
        <p:nvSpPr>
          <p:cNvPr id="6" name="Título 1"/>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err="1">
                <a:solidFill>
                  <a:srgbClr val="FF0000"/>
                </a:solidFill>
                <a:latin typeface="Times New Roman" panose="02020603050405020304" pitchFamily="18" charset="0"/>
                <a:cs typeface="Times New Roman" panose="02020603050405020304" pitchFamily="18" charset="0"/>
              </a:rPr>
              <a:t>Objetivo</a:t>
            </a:r>
            <a:r>
              <a:rPr lang="en-US" sz="3200" b="1" dirty="0">
                <a:solidFill>
                  <a:srgbClr val="FF0000"/>
                </a:solidFill>
                <a:latin typeface="Times New Roman" panose="02020603050405020304" pitchFamily="18" charset="0"/>
                <a:cs typeface="Times New Roman" panose="02020603050405020304" pitchFamily="18" charset="0"/>
              </a:rPr>
              <a:t> del proyecto y </a:t>
            </a:r>
            <a:r>
              <a:rPr lang="en-US" sz="3200" b="1" dirty="0" err="1">
                <a:solidFill>
                  <a:srgbClr val="FF0000"/>
                </a:solidFill>
                <a:latin typeface="Times New Roman" panose="02020603050405020304" pitchFamily="18" charset="0"/>
                <a:cs typeface="Times New Roman" panose="02020603050405020304" pitchFamily="18" charset="0"/>
              </a:rPr>
              <a:t>preguntas</a:t>
            </a:r>
            <a:r>
              <a:rPr lang="en-US" sz="3200" b="1" dirty="0">
                <a:solidFill>
                  <a:srgbClr val="FF0000"/>
                </a:solidFill>
                <a:latin typeface="Times New Roman" panose="02020603050405020304" pitchFamily="18" charset="0"/>
                <a:cs typeface="Times New Roman" panose="02020603050405020304" pitchFamily="18" charset="0"/>
              </a:rPr>
              <a:t> de </a:t>
            </a:r>
            <a:r>
              <a:rPr lang="en-US" sz="3200" b="1" dirty="0" err="1">
                <a:solidFill>
                  <a:srgbClr val="FF0000"/>
                </a:solidFill>
                <a:latin typeface="Times New Roman" panose="02020603050405020304" pitchFamily="18" charset="0"/>
                <a:cs typeface="Times New Roman" panose="02020603050405020304" pitchFamily="18" charset="0"/>
              </a:rPr>
              <a:t>investigación</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a16="http://schemas.microsoft.com/office/drawing/2014/main" id="{19A441CD-DA39-C050-BD80-706237FAEB4F}"/>
              </a:ext>
            </a:extLst>
          </p:cNvPr>
          <p:cNvSpPr>
            <a:spLocks noGrp="1"/>
          </p:cNvSpPr>
          <p:nvPr>
            <p:ph sz="half" idx="1"/>
          </p:nvPr>
        </p:nvSpPr>
        <p:spPr>
          <a:xfrm>
            <a:off x="856059" y="2666999"/>
            <a:ext cx="7429499" cy="3124201"/>
          </a:xfrm>
        </p:spPr>
        <p:txBody>
          <a:bodyPr vert="horz" lIns="91440" tIns="45720" rIns="91440" bIns="45720" rtlCol="0" anchor="ctr">
            <a:normAutofit/>
          </a:bodyPr>
          <a:lstStyle/>
          <a:p>
            <a:pPr marL="0" indent="0">
              <a:buSzPct val="100000"/>
              <a:buNone/>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Mejorar la potencia y torque de un motor 1NZ-FE de un-Toyota Yaris para competir en una categoría de carrera recta de 300 metros que se realizara en el Autódromo de Interlomas Lautaro.</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¿Cómo podremos mejorar el torque al motor 1NZ-FE?</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¿Cuáles son las medidas necesarias en los cilindros para tener una mayor potencia, para el Toyota Yaris 1NZ-FE?</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¿Cuales seran los accesorios exactos para aumentar la potencia al motor?</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¿Como mediremos la relacion de compresion del vehiculo?</a:t>
            </a:r>
          </a:p>
        </p:txBody>
      </p:sp>
      <p:pic>
        <p:nvPicPr>
          <p:cNvPr id="18" name="Imagen 17"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55737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descr="Un dibujo de un coche&#10;&#10;Descripción generada automáticamente">
            <a:extLst>
              <a:ext uri="{FF2B5EF4-FFF2-40B4-BE49-F238E27FC236}">
                <a16:creationId xmlns:a16="http://schemas.microsoft.com/office/drawing/2014/main" id="{A44A23B9-A83D-34FF-3987-9F46A0892075}"/>
              </a:ext>
            </a:extLst>
          </p:cNvPr>
          <p:cNvPicPr>
            <a:picLocks noChangeAspect="1"/>
          </p:cNvPicPr>
          <p:nvPr/>
        </p:nvPicPr>
        <p:blipFill rotWithShape="1">
          <a:blip r:embed="rId3">
            <a:duotone>
              <a:prstClr val="black"/>
              <a:schemeClr val="bg1">
                <a:tint val="45000"/>
                <a:satMod val="400000"/>
              </a:schemeClr>
            </a:duotone>
            <a:alphaModFix amt="15000"/>
          </a:blip>
          <a:srcRect l="13642" r="9357" b="-1"/>
          <a:stretch/>
        </p:blipFill>
        <p:spPr>
          <a:xfrm>
            <a:off x="20" y="10"/>
            <a:ext cx="9143980" cy="6857990"/>
          </a:xfrm>
          <a:prstGeom prst="rect">
            <a:avLst/>
          </a:prstGeom>
        </p:spPr>
      </p:pic>
      <p:sp>
        <p:nvSpPr>
          <p:cNvPr id="2" name="Título 1">
            <a:extLst>
              <a:ext uri="{FF2B5EF4-FFF2-40B4-BE49-F238E27FC236}">
                <a16:creationId xmlns:a16="http://schemas.microsoft.com/office/drawing/2014/main" id="{E4D5945D-67C0-656C-B4E5-F4C4D4491E93}"/>
              </a:ext>
            </a:extLst>
          </p:cNvPr>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a:solidFill>
                  <a:srgbClr val="FF0000"/>
                </a:solidFill>
                <a:latin typeface="Times New Roman" panose="02020603050405020304" pitchFamily="18" charset="0"/>
                <a:cs typeface="Times New Roman" panose="02020603050405020304" pitchFamily="18" charset="0"/>
              </a:rPr>
              <a:t>Temas </a:t>
            </a:r>
            <a:r>
              <a:rPr lang="en-US" sz="3200" b="1" dirty="0" err="1">
                <a:solidFill>
                  <a:srgbClr val="FF0000"/>
                </a:solidFill>
                <a:latin typeface="Times New Roman" panose="02020603050405020304" pitchFamily="18" charset="0"/>
                <a:cs typeface="Times New Roman" panose="02020603050405020304" pitchFamily="18" charset="0"/>
              </a:rPr>
              <a:t>iniciales</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involucrados</a:t>
            </a:r>
            <a:endParaRPr lang="en-US" sz="32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 name="Marcador de contenido 2">
            <a:extLst>
              <a:ext uri="{FF2B5EF4-FFF2-40B4-BE49-F238E27FC236}">
                <a16:creationId xmlns:a16="http://schemas.microsoft.com/office/drawing/2014/main" id="{5A6A8685-8EF1-1A57-6F5B-59A0DE90B0A9}"/>
              </a:ext>
            </a:extLst>
          </p:cNvPr>
          <p:cNvGraphicFramePr>
            <a:graphicFrameLocks noGrp="1"/>
          </p:cNvGraphicFramePr>
          <p:nvPr>
            <p:ph sz="half" idx="1"/>
            <p:extLst>
              <p:ext uri="{D42A27DB-BD31-4B8C-83A1-F6EECF244321}">
                <p14:modId xmlns:p14="http://schemas.microsoft.com/office/powerpoint/2010/main" val="4115357548"/>
              </p:ext>
            </p:extLst>
          </p:nvPr>
        </p:nvGraphicFramePr>
        <p:xfrm>
          <a:off x="856059" y="2666999"/>
          <a:ext cx="7429499" cy="31242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Imagen 4">
            <a:extLst>
              <a:ext uri="{FF2B5EF4-FFF2-40B4-BE49-F238E27FC236}">
                <a16:creationId xmlns:a16="http://schemas.microsoft.com/office/drawing/2014/main" id="{6270D930-C383-7EA2-DF82-564B491C8AB9}"/>
              </a:ext>
            </a:extLst>
          </p:cNvPr>
          <p:cNvPicPr>
            <a:picLocks noChangeAspect="1"/>
          </p:cNvPicPr>
          <p:nvPr/>
        </p:nvPicPr>
        <p:blipFill>
          <a:blip r:embed="rId9"/>
          <a:stretch>
            <a:fillRect/>
          </a:stretch>
        </p:blipFill>
        <p:spPr>
          <a:xfrm>
            <a:off x="8168535" y="6486105"/>
            <a:ext cx="975445" cy="298730"/>
          </a:xfrm>
          <a:prstGeom prst="rect">
            <a:avLst/>
          </a:prstGeom>
        </p:spPr>
      </p:pic>
    </p:spTree>
    <p:extLst>
      <p:ext uri="{BB962C8B-B14F-4D97-AF65-F5344CB8AC3E}">
        <p14:creationId xmlns:p14="http://schemas.microsoft.com/office/powerpoint/2010/main" val="163018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D23E294-8E6C-5427-9A82-ABBD4216635E}"/>
              </a:ext>
            </a:extLst>
          </p:cNvPr>
          <p:cNvPicPr>
            <a:picLocks noChangeAspect="1"/>
          </p:cNvPicPr>
          <p:nvPr/>
        </p:nvPicPr>
        <p:blipFill rotWithShape="1">
          <a:blip r:embed="rId4">
            <a:duotone>
              <a:prstClr val="black"/>
              <a:schemeClr val="bg1">
                <a:tint val="45000"/>
                <a:satMod val="400000"/>
              </a:schemeClr>
            </a:duotone>
            <a:alphaModFix amt="15000"/>
          </a:blip>
          <a:srcRect l="13642" r="9357" b="-1"/>
          <a:stretch/>
        </p:blipFill>
        <p:spPr>
          <a:xfrm>
            <a:off x="0" y="49160"/>
            <a:ext cx="9143980" cy="6857990"/>
          </a:xfrm>
          <a:prstGeom prst="rect">
            <a:avLst/>
          </a:prstGeom>
        </p:spPr>
      </p:pic>
      <p:sp>
        <p:nvSpPr>
          <p:cNvPr id="2" name="Título 1">
            <a:extLst>
              <a:ext uri="{FF2B5EF4-FFF2-40B4-BE49-F238E27FC236}">
                <a16:creationId xmlns:a16="http://schemas.microsoft.com/office/drawing/2014/main" id="{9BC352F8-31C6-2281-4885-877BEDB1257D}"/>
              </a:ext>
            </a:extLst>
          </p:cNvPr>
          <p:cNvSpPr>
            <a:spLocks noGrp="1"/>
          </p:cNvSpPr>
          <p:nvPr>
            <p:ph type="title"/>
          </p:nvPr>
        </p:nvSpPr>
        <p:spPr>
          <a:xfrm>
            <a:off x="1742018" y="176975"/>
            <a:ext cx="4934648" cy="442455"/>
          </a:xfrm>
        </p:spPr>
        <p:txBody>
          <a:bodyPr vert="horz" lIns="91440" tIns="45720" rIns="91440" bIns="45720" rtlCol="0" anchor="ctr">
            <a:normAutofit fontScale="90000"/>
          </a:bodyPr>
          <a:lstStyle/>
          <a:p>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a:solidFill>
                  <a:srgbClr val="FF0000"/>
                </a:solidFill>
                <a:effectLst>
                  <a:glow rad="38100">
                    <a:schemeClr val="bg1">
                      <a:lumMod val="65000"/>
                      <a:lumOff val="3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MATERIALES</a:t>
            </a:r>
          </a:p>
        </p:txBody>
      </p:sp>
      <p:pic>
        <p:nvPicPr>
          <p:cNvPr id="5" name="Imagen 4">
            <a:extLst>
              <a:ext uri="{FF2B5EF4-FFF2-40B4-BE49-F238E27FC236}">
                <a16:creationId xmlns:a16="http://schemas.microsoft.com/office/drawing/2014/main" id="{688333D6-E3A7-7B49-806F-8DDF0C99C023}"/>
              </a:ext>
            </a:extLst>
          </p:cNvPr>
          <p:cNvPicPr>
            <a:picLocks noChangeAspect="1"/>
          </p:cNvPicPr>
          <p:nvPr/>
        </p:nvPicPr>
        <p:blipFill>
          <a:blip r:embed="rId5"/>
          <a:stretch>
            <a:fillRect/>
          </a:stretch>
        </p:blipFill>
        <p:spPr>
          <a:xfrm>
            <a:off x="8168555" y="6463982"/>
            <a:ext cx="975445" cy="298730"/>
          </a:xfrm>
          <a:prstGeom prst="rect">
            <a:avLst/>
          </a:prstGeom>
        </p:spPr>
      </p:pic>
      <p:graphicFrame>
        <p:nvGraphicFramePr>
          <p:cNvPr id="8" name="Marcador de contenido 5">
            <a:extLst>
              <a:ext uri="{FF2B5EF4-FFF2-40B4-BE49-F238E27FC236}">
                <a16:creationId xmlns:a16="http://schemas.microsoft.com/office/drawing/2014/main" id="{CD30DF73-01C8-3305-E1D1-37A19C44A44B}"/>
              </a:ext>
            </a:extLst>
          </p:cNvPr>
          <p:cNvGraphicFramePr>
            <a:graphicFrameLocks noGrp="1"/>
          </p:cNvGraphicFramePr>
          <p:nvPr>
            <p:ph sz="half" idx="1"/>
            <p:extLst>
              <p:ext uri="{D42A27DB-BD31-4B8C-83A1-F6EECF244321}">
                <p14:modId xmlns:p14="http://schemas.microsoft.com/office/powerpoint/2010/main" val="1703564944"/>
              </p:ext>
            </p:extLst>
          </p:nvPr>
        </p:nvGraphicFramePr>
        <p:xfrm>
          <a:off x="884903" y="452284"/>
          <a:ext cx="7205517" cy="28042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CuadroTexto 8">
            <a:extLst>
              <a:ext uri="{FF2B5EF4-FFF2-40B4-BE49-F238E27FC236}">
                <a16:creationId xmlns:a16="http://schemas.microsoft.com/office/drawing/2014/main" id="{A388F78A-141A-A389-20EE-4A02A24D3180}"/>
              </a:ext>
            </a:extLst>
          </p:cNvPr>
          <p:cNvSpPr txBox="1"/>
          <p:nvPr/>
        </p:nvSpPr>
        <p:spPr>
          <a:xfrm>
            <a:off x="2841775" y="2564468"/>
            <a:ext cx="5775425" cy="538609"/>
          </a:xfrm>
          <a:prstGeom prst="rect">
            <a:avLst/>
          </a:prstGeom>
          <a:noFill/>
        </p:spPr>
        <p:txBody>
          <a:bodyPr wrap="square">
            <a:spAutoFit/>
          </a:bodyPr>
          <a:lstStyle/>
          <a:p>
            <a:r>
              <a:rPr lang="es-CL" sz="2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CRONOGRAMA</a:t>
            </a:r>
          </a:p>
        </p:txBody>
      </p:sp>
      <p:pic>
        <p:nvPicPr>
          <p:cNvPr id="6" name="Imagen 5">
            <a:extLst>
              <a:ext uri="{FF2B5EF4-FFF2-40B4-BE49-F238E27FC236}">
                <a16:creationId xmlns:a16="http://schemas.microsoft.com/office/drawing/2014/main" id="{86B2B216-FD88-9C0F-B5BF-C496F0549458}"/>
              </a:ext>
            </a:extLst>
          </p:cNvPr>
          <p:cNvPicPr>
            <a:picLocks noChangeAspect="1"/>
          </p:cNvPicPr>
          <p:nvPr/>
        </p:nvPicPr>
        <p:blipFill>
          <a:blip r:embed="rId11"/>
          <a:stretch>
            <a:fillRect/>
          </a:stretch>
        </p:blipFill>
        <p:spPr>
          <a:xfrm>
            <a:off x="1950938" y="3260942"/>
            <a:ext cx="5073445" cy="3352405"/>
          </a:xfrm>
          <a:prstGeom prst="rect">
            <a:avLst/>
          </a:prstGeom>
        </p:spPr>
      </p:pic>
    </p:spTree>
    <p:extLst>
      <p:ext uri="{BB962C8B-B14F-4D97-AF65-F5344CB8AC3E}">
        <p14:creationId xmlns:p14="http://schemas.microsoft.com/office/powerpoint/2010/main" val="1636129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DD3D2EF-CD19-3C4B-DDAB-C761EDC1C5DD}"/>
              </a:ext>
            </a:extLst>
          </p:cNvPr>
          <p:cNvPicPr>
            <a:picLocks noChangeAspect="1"/>
          </p:cNvPicPr>
          <p:nvPr/>
        </p:nvPicPr>
        <p:blipFill rotWithShape="1">
          <a:blip r:embed="rId3"/>
          <a:srcRect/>
          <a:stretch/>
        </p:blipFill>
        <p:spPr>
          <a:xfrm>
            <a:off x="20" y="-69883"/>
            <a:ext cx="9143980" cy="6857990"/>
          </a:xfrm>
          <a:prstGeom prst="rect">
            <a:avLst/>
          </a:prstGeom>
        </p:spPr>
      </p:pic>
      <p:pic>
        <p:nvPicPr>
          <p:cNvPr id="6" name="Imagen 5">
            <a:extLst>
              <a:ext uri="{FF2B5EF4-FFF2-40B4-BE49-F238E27FC236}">
                <a16:creationId xmlns:a16="http://schemas.microsoft.com/office/drawing/2014/main" id="{C2C64494-BF66-C201-BC7D-CDF53B2697FE}"/>
              </a:ext>
            </a:extLst>
          </p:cNvPr>
          <p:cNvPicPr>
            <a:picLocks noChangeAspect="1"/>
          </p:cNvPicPr>
          <p:nvPr/>
        </p:nvPicPr>
        <p:blipFill rotWithShape="1">
          <a:blip r:embed="rId4"/>
          <a:srcRect t="12330" b="28602"/>
          <a:stretch/>
        </p:blipFill>
        <p:spPr>
          <a:xfrm>
            <a:off x="6231515" y="4266206"/>
            <a:ext cx="2116071" cy="2223167"/>
          </a:xfrm>
          <a:prstGeom prst="rect">
            <a:avLst/>
          </a:prstGeom>
        </p:spPr>
      </p:pic>
      <p:pic>
        <p:nvPicPr>
          <p:cNvPr id="7" name="Imagen 6">
            <a:extLst>
              <a:ext uri="{FF2B5EF4-FFF2-40B4-BE49-F238E27FC236}">
                <a16:creationId xmlns:a16="http://schemas.microsoft.com/office/drawing/2014/main" id="{B55B5EAE-091C-A502-953D-A73B76763BB1}"/>
              </a:ext>
            </a:extLst>
          </p:cNvPr>
          <p:cNvPicPr>
            <a:picLocks noChangeAspect="1"/>
          </p:cNvPicPr>
          <p:nvPr/>
        </p:nvPicPr>
        <p:blipFill rotWithShape="1">
          <a:blip r:embed="rId5"/>
          <a:srcRect t="24659" b="30179"/>
          <a:stretch/>
        </p:blipFill>
        <p:spPr>
          <a:xfrm>
            <a:off x="3188156" y="2043039"/>
            <a:ext cx="2767687" cy="2223167"/>
          </a:xfrm>
          <a:prstGeom prst="rect">
            <a:avLst/>
          </a:prstGeom>
        </p:spPr>
      </p:pic>
      <p:pic>
        <p:nvPicPr>
          <p:cNvPr id="8" name="Imagen 7">
            <a:extLst>
              <a:ext uri="{FF2B5EF4-FFF2-40B4-BE49-F238E27FC236}">
                <a16:creationId xmlns:a16="http://schemas.microsoft.com/office/drawing/2014/main" id="{D0C1BBE4-0DC0-8FA1-A569-87C4AA56F5DD}"/>
              </a:ext>
            </a:extLst>
          </p:cNvPr>
          <p:cNvPicPr>
            <a:picLocks noChangeAspect="1"/>
          </p:cNvPicPr>
          <p:nvPr/>
        </p:nvPicPr>
        <p:blipFill>
          <a:blip r:embed="rId6"/>
          <a:stretch>
            <a:fillRect/>
          </a:stretch>
        </p:blipFill>
        <p:spPr>
          <a:xfrm>
            <a:off x="354431" y="4411286"/>
            <a:ext cx="3120320" cy="1754326"/>
          </a:xfrm>
          <a:prstGeom prst="rect">
            <a:avLst/>
          </a:prstGeom>
        </p:spPr>
      </p:pic>
      <p:sp>
        <p:nvSpPr>
          <p:cNvPr id="10" name="CuadroTexto 9">
            <a:extLst>
              <a:ext uri="{FF2B5EF4-FFF2-40B4-BE49-F238E27FC236}">
                <a16:creationId xmlns:a16="http://schemas.microsoft.com/office/drawing/2014/main" id="{A948F806-2334-1077-AF09-F931E2DA7AC4}"/>
              </a:ext>
            </a:extLst>
          </p:cNvPr>
          <p:cNvSpPr txBox="1"/>
          <p:nvPr/>
        </p:nvSpPr>
        <p:spPr>
          <a:xfrm>
            <a:off x="567624" y="488107"/>
            <a:ext cx="8008750" cy="646331"/>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Para llevar a cabo las mediciones y cálculos necesitaremos en primer lugar instrumentos de medición virtuales para medir el diámetro y altura de los pistones, GeoGebra para calcular relación de compresión y volumen de la cámara de combustión y por último necesitamos manuales y auto data para tener los datos específicos del motor.</a:t>
            </a:r>
            <a:endParaRPr lang="es-CL"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823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C7B90C2-611F-1500-DD7F-BBAB16011555}"/>
              </a:ext>
            </a:extLst>
          </p:cNvPr>
          <p:cNvPicPr>
            <a:picLocks noChangeAspect="1"/>
          </p:cNvPicPr>
          <p:nvPr/>
        </p:nvPicPr>
        <p:blipFill rotWithShape="1">
          <a:blip r:embed="rId3"/>
          <a:srcRect/>
          <a:stretch/>
        </p:blipFill>
        <p:spPr>
          <a:xfrm>
            <a:off x="0" y="0"/>
            <a:ext cx="9144000" cy="6857999"/>
          </a:xfrm>
          <a:prstGeom prst="rect">
            <a:avLst/>
          </a:prstGeom>
        </p:spPr>
      </p:pic>
      <p:sp>
        <p:nvSpPr>
          <p:cNvPr id="5" name="CuadroTexto 4">
            <a:extLst>
              <a:ext uri="{FF2B5EF4-FFF2-40B4-BE49-F238E27FC236}">
                <a16:creationId xmlns:a16="http://schemas.microsoft.com/office/drawing/2014/main" id="{3E5F1023-8CD9-3C38-5CA5-7301310C420D}"/>
              </a:ext>
            </a:extLst>
          </p:cNvPr>
          <p:cNvSpPr txBox="1"/>
          <p:nvPr/>
        </p:nvSpPr>
        <p:spPr>
          <a:xfrm>
            <a:off x="137650" y="1267567"/>
            <a:ext cx="7737987" cy="1200329"/>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¿Como podremos mejorar el torque?</a:t>
            </a:r>
          </a:p>
          <a:p>
            <a:r>
              <a:rPr lang="es-ES" sz="1200" dirty="0">
                <a:latin typeface="Times New Roman" panose="02020603050405020304" pitchFamily="18" charset="0"/>
                <a:cs typeface="Times New Roman" panose="02020603050405020304" pitchFamily="18" charset="0"/>
              </a:rPr>
              <a:t>Para crecer el torque a la vez, hay dos sistemas: mejorar la eficiencia volumétrica o llenado de los cilindros y la presión en los mismos. O bien, cambiar la palanca que conecta el pistón al cigüeñal, es decir el largo de la biela y, por ende, su recorrido. De ahí que los motores viejos, que tienen una carrera muy larga, o sea, que el pistón sube y baja una larga distancia en el bloque, tienen mucho más torque que aquellos de medidas cuadradas (igual diámetro de pistón que la carrera) o aproximadas a esta proporción. (Motor, 2018)</a:t>
            </a:r>
          </a:p>
        </p:txBody>
      </p:sp>
      <p:sp>
        <p:nvSpPr>
          <p:cNvPr id="10" name="CuadroTexto 9">
            <a:extLst>
              <a:ext uri="{FF2B5EF4-FFF2-40B4-BE49-F238E27FC236}">
                <a16:creationId xmlns:a16="http://schemas.microsoft.com/office/drawing/2014/main" id="{708793CD-8032-6ACF-66E8-C6BB3CEF78A2}"/>
              </a:ext>
            </a:extLst>
          </p:cNvPr>
          <p:cNvSpPr txBox="1"/>
          <p:nvPr/>
        </p:nvSpPr>
        <p:spPr>
          <a:xfrm>
            <a:off x="137651" y="3564107"/>
            <a:ext cx="7737987" cy="830997"/>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¿Cuáles son las medidas necesarias en los cilindros para tener una mayor potencia, para el Toyota Yaris 1NZ-FE?</a:t>
            </a:r>
          </a:p>
          <a:p>
            <a:r>
              <a:rPr lang="es-ES" sz="1200" dirty="0">
                <a:latin typeface="Times New Roman" panose="02020603050405020304" pitchFamily="18" charset="0"/>
                <a:cs typeface="Times New Roman" panose="02020603050405020304" pitchFamily="18" charset="0"/>
              </a:rPr>
              <a:t>Tendrás menos potencia y mayor consumo de combustible. Y si tu motor tiene el sistema hidráulico VVT, el ajuste de apertura de válvulas no será en el momento correcto. Efectivamente hay mucha gente que lo hace para compensar desgaste, pero algo más han hecho mal para tener ese desgaste. (</a:t>
            </a:r>
            <a:r>
              <a:rPr lang="es-ES" sz="1200" dirty="0" err="1">
                <a:latin typeface="Times New Roman" panose="02020603050405020304" pitchFamily="18" charset="0"/>
                <a:cs typeface="Times New Roman" panose="02020603050405020304" pitchFamily="18" charset="0"/>
              </a:rPr>
              <a:t>Quora</a:t>
            </a:r>
            <a:r>
              <a:rPr lang="es-ES" sz="1200" dirty="0">
                <a:latin typeface="Times New Roman" panose="02020603050405020304" pitchFamily="18" charset="0"/>
                <a:cs typeface="Times New Roman" panose="02020603050405020304" pitchFamily="18" charset="0"/>
              </a:rPr>
              <a:t>, s.f.)</a:t>
            </a:r>
          </a:p>
        </p:txBody>
      </p:sp>
    </p:spTree>
    <p:extLst>
      <p:ext uri="{BB962C8B-B14F-4D97-AF65-F5344CB8AC3E}">
        <p14:creationId xmlns:p14="http://schemas.microsoft.com/office/powerpoint/2010/main" val="1207407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Marcador de contenido 4" descr="Imagen en blanco y negro de un carro&#10;&#10;Descripción generada automáticamente con confianza baja">
            <a:extLst>
              <a:ext uri="{FF2B5EF4-FFF2-40B4-BE49-F238E27FC236}">
                <a16:creationId xmlns:a16="http://schemas.microsoft.com/office/drawing/2014/main" id="{4A654B0B-9E97-4EA0-6BA0-168945F35948}"/>
              </a:ext>
            </a:extLst>
          </p:cNvPr>
          <p:cNvPicPr>
            <a:picLocks noGrp="1" noChangeAspect="1"/>
          </p:cNvPicPr>
          <p:nvPr>
            <p:ph idx="1"/>
          </p:nvPr>
        </p:nvPicPr>
        <p:blipFill rotWithShape="1">
          <a:blip r:embed="rId3"/>
          <a:srcRect/>
          <a:stretch/>
        </p:blipFill>
        <p:spPr>
          <a:xfrm>
            <a:off x="0" y="48802"/>
            <a:ext cx="9144000" cy="6857999"/>
          </a:xfrm>
          <a:prstGeom prst="rect">
            <a:avLst/>
          </a:prstGeom>
        </p:spPr>
      </p:pic>
      <p:sp>
        <p:nvSpPr>
          <p:cNvPr id="7" name="CuadroTexto 6">
            <a:extLst>
              <a:ext uri="{FF2B5EF4-FFF2-40B4-BE49-F238E27FC236}">
                <a16:creationId xmlns:a16="http://schemas.microsoft.com/office/drawing/2014/main" id="{F13F75E0-4586-9575-B018-2EBE002F0118}"/>
              </a:ext>
            </a:extLst>
          </p:cNvPr>
          <p:cNvSpPr txBox="1"/>
          <p:nvPr/>
        </p:nvSpPr>
        <p:spPr>
          <a:xfrm>
            <a:off x="373626" y="1531133"/>
            <a:ext cx="3672350" cy="1384995"/>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¿Como aumentar la potencia al motor?</a:t>
            </a:r>
          </a:p>
          <a:p>
            <a:r>
              <a:rPr lang="es-ES" sz="1200" dirty="0">
                <a:latin typeface="Times New Roman" panose="02020603050405020304" pitchFamily="18" charset="0"/>
                <a:cs typeface="Times New Roman" panose="02020603050405020304" pitchFamily="18" charset="0"/>
              </a:rPr>
              <a:t>•	Mejorar su sistema de escape.</a:t>
            </a:r>
          </a:p>
          <a:p>
            <a:r>
              <a:rPr lang="es-ES" sz="1200" dirty="0">
                <a:latin typeface="Times New Roman" panose="02020603050405020304" pitchFamily="18" charset="0"/>
                <a:cs typeface="Times New Roman" panose="02020603050405020304" pitchFamily="18" charset="0"/>
              </a:rPr>
              <a:t>•	Instalar una entrada de aire de frio.</a:t>
            </a:r>
          </a:p>
          <a:p>
            <a:r>
              <a:rPr lang="es-ES" sz="1200" dirty="0">
                <a:latin typeface="Times New Roman" panose="02020603050405020304" pitchFamily="18" charset="0"/>
                <a:cs typeface="Times New Roman" panose="02020603050405020304" pitchFamily="18" charset="0"/>
              </a:rPr>
              <a:t>•	Chip de rendimiento.</a:t>
            </a:r>
          </a:p>
          <a:p>
            <a:r>
              <a:rPr lang="es-ES" sz="1200" dirty="0">
                <a:latin typeface="Times New Roman" panose="02020603050405020304" pitchFamily="18" charset="0"/>
                <a:cs typeface="Times New Roman" panose="02020603050405020304" pitchFamily="18" charset="0"/>
              </a:rPr>
              <a:t>•	</a:t>
            </a:r>
            <a:r>
              <a:rPr lang="es-ES" sz="1200" dirty="0" err="1">
                <a:latin typeface="Times New Roman" panose="02020603050405020304" pitchFamily="18" charset="0"/>
                <a:cs typeface="Times New Roman" panose="02020603050405020304" pitchFamily="18" charset="0"/>
              </a:rPr>
              <a:t>Intercooler</a:t>
            </a:r>
            <a:r>
              <a:rPr lang="es-ES" sz="1200" dirty="0">
                <a:latin typeface="Times New Roman" panose="02020603050405020304" pitchFamily="18" charset="0"/>
                <a:cs typeface="Times New Roman" panose="02020603050405020304" pitchFamily="18" charset="0"/>
              </a:rPr>
              <a:t> mejorado.</a:t>
            </a:r>
          </a:p>
          <a:p>
            <a:r>
              <a:rPr lang="es-ES" sz="1200" dirty="0">
                <a:latin typeface="Times New Roman" panose="02020603050405020304" pitchFamily="18" charset="0"/>
                <a:cs typeface="Times New Roman" panose="02020603050405020304" pitchFamily="18" charset="0"/>
              </a:rPr>
              <a:t>•	Inyectores de combustible de alto rendimiento .</a:t>
            </a:r>
          </a:p>
          <a:p>
            <a:r>
              <a:rPr lang="es-ES" sz="1200" dirty="0">
                <a:latin typeface="Times New Roman" panose="02020603050405020304" pitchFamily="18" charset="0"/>
                <a:cs typeface="Times New Roman" panose="02020603050405020304" pitchFamily="18" charset="0"/>
              </a:rPr>
              <a:t>•	Filtro de aire de alto rendimiento.</a:t>
            </a:r>
          </a:p>
        </p:txBody>
      </p:sp>
      <p:sp>
        <p:nvSpPr>
          <p:cNvPr id="9" name="CuadroTexto 8">
            <a:extLst>
              <a:ext uri="{FF2B5EF4-FFF2-40B4-BE49-F238E27FC236}">
                <a16:creationId xmlns:a16="http://schemas.microsoft.com/office/drawing/2014/main" id="{1D4CE48C-AA04-CEF9-DAF2-8666DF01987C}"/>
              </a:ext>
            </a:extLst>
          </p:cNvPr>
          <p:cNvSpPr txBox="1"/>
          <p:nvPr/>
        </p:nvSpPr>
        <p:spPr>
          <a:xfrm>
            <a:off x="373626" y="578089"/>
            <a:ext cx="7787148" cy="646331"/>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Potenciar un motor es algo bastante habitual y se pueden conseguir valores muy positivos, pero es necesario realizarlas correctamente para evitar problemas graves como bloquear una unidad de control y dejarla inutilizable o incluso provocar averías en el motor. (Auto </a:t>
            </a:r>
            <a:r>
              <a:rPr lang="es-ES" sz="1200" dirty="0" err="1">
                <a:latin typeface="Times New Roman" panose="02020603050405020304" pitchFamily="18" charset="0"/>
                <a:cs typeface="Times New Roman" panose="02020603050405020304" pitchFamily="18" charset="0"/>
              </a:rPr>
              <a:t>Planet</a:t>
            </a:r>
            <a:r>
              <a:rPr lang="es-ES" sz="1200" dirty="0">
                <a:latin typeface="Times New Roman" panose="02020603050405020304" pitchFamily="18" charset="0"/>
                <a:cs typeface="Times New Roman" panose="02020603050405020304" pitchFamily="18" charset="0"/>
              </a:rPr>
              <a:t>, 2023)</a:t>
            </a:r>
            <a:endParaRPr lang="es-CL" sz="12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5B0BB310-40DF-AE84-A8E9-533E219EBE29}"/>
              </a:ext>
            </a:extLst>
          </p:cNvPr>
          <p:cNvSpPr txBox="1"/>
          <p:nvPr/>
        </p:nvSpPr>
        <p:spPr>
          <a:xfrm>
            <a:off x="373626" y="3429000"/>
            <a:ext cx="7447935" cy="830997"/>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¿Qué es la compresión del motor?</a:t>
            </a:r>
          </a:p>
          <a:p>
            <a:r>
              <a:rPr lang="es-ES" sz="1200" dirty="0">
                <a:latin typeface="Times New Roman" panose="02020603050405020304" pitchFamily="18" charset="0"/>
                <a:cs typeface="Times New Roman" panose="02020603050405020304" pitchFamily="18" charset="0"/>
              </a:rPr>
              <a:t>La compresión del motor se refiere a la presión que genera su motor dentro de los cilindros mientras está funcionando. La cantidad de presión que produce el motor y qué tan bien convierte esa presión en trabajo utilizable influyen en la eficiencia y la potencia de su motor. (</a:t>
            </a:r>
            <a:r>
              <a:rPr lang="es-ES" sz="1200" dirty="0" err="1">
                <a:latin typeface="Times New Roman" panose="02020603050405020304" pitchFamily="18" charset="0"/>
                <a:cs typeface="Times New Roman" panose="02020603050405020304" pitchFamily="18" charset="0"/>
              </a:rPr>
              <a:t>Amsoil.lat</a:t>
            </a:r>
            <a:r>
              <a:rPr lang="es-ES" sz="1200" dirty="0">
                <a:latin typeface="Times New Roman" panose="02020603050405020304" pitchFamily="18" charset="0"/>
                <a:cs typeface="Times New Roman" panose="02020603050405020304" pitchFamily="18" charset="0"/>
              </a:rPr>
              <a:t>, 2023)</a:t>
            </a:r>
          </a:p>
        </p:txBody>
      </p:sp>
      <p:sp>
        <p:nvSpPr>
          <p:cNvPr id="13" name="CuadroTexto 12">
            <a:extLst>
              <a:ext uri="{FF2B5EF4-FFF2-40B4-BE49-F238E27FC236}">
                <a16:creationId xmlns:a16="http://schemas.microsoft.com/office/drawing/2014/main" id="{52F2F664-14F1-CBED-7FF2-2312076ECFDB}"/>
              </a:ext>
            </a:extLst>
          </p:cNvPr>
          <p:cNvSpPr txBox="1"/>
          <p:nvPr/>
        </p:nvSpPr>
        <p:spPr>
          <a:xfrm>
            <a:off x="373626" y="4816375"/>
            <a:ext cx="8647470" cy="830997"/>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¿Como medir la relación de compresión de un motor? </a:t>
            </a:r>
          </a:p>
          <a:p>
            <a:r>
              <a:rPr lang="es-ES" sz="1200" dirty="0">
                <a:latin typeface="Times New Roman" panose="02020603050405020304" pitchFamily="18" charset="0"/>
                <a:cs typeface="Times New Roman" panose="02020603050405020304" pitchFamily="18" charset="0"/>
              </a:rPr>
              <a:t>Un motor de cuatro cilindros en línea (4L) con 1.4 litros de desplazamiento, se divide el desplazamiento entre el número de cilindros (1 400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 = 350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A este valor se le suma el volumen de la cámara ( 350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390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y se divide por el volumen de la cámara (390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9.75). (Piqueras, 2017)</a:t>
            </a:r>
            <a:endParaRPr lang="es-CL"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77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87EDC92-DCA1-185E-A40D-B4F0452F57EF}"/>
              </a:ext>
            </a:extLst>
          </p:cNvPr>
          <p:cNvPicPr>
            <a:picLocks noChangeAspect="1"/>
          </p:cNvPicPr>
          <p:nvPr/>
        </p:nvPicPr>
        <p:blipFill rotWithShape="1">
          <a:blip r:embed="rId3"/>
          <a:srcRect/>
          <a:stretch/>
        </p:blipFill>
        <p:spPr>
          <a:xfrm>
            <a:off x="0" y="0"/>
            <a:ext cx="9144000" cy="6857999"/>
          </a:xfrm>
          <a:prstGeom prst="rect">
            <a:avLst/>
          </a:prstGeom>
        </p:spPr>
      </p:pic>
      <p:pic>
        <p:nvPicPr>
          <p:cNvPr id="7" name="Imagen 6">
            <a:extLst>
              <a:ext uri="{FF2B5EF4-FFF2-40B4-BE49-F238E27FC236}">
                <a16:creationId xmlns:a16="http://schemas.microsoft.com/office/drawing/2014/main" id="{20947721-BBC0-A5F2-AAEA-4F7F30BE4416}"/>
              </a:ext>
            </a:extLst>
          </p:cNvPr>
          <p:cNvPicPr>
            <a:picLocks noChangeAspect="1"/>
          </p:cNvPicPr>
          <p:nvPr/>
        </p:nvPicPr>
        <p:blipFill rotWithShape="1">
          <a:blip r:embed="rId4"/>
          <a:srcRect b="11922"/>
          <a:stretch/>
        </p:blipFill>
        <p:spPr>
          <a:xfrm>
            <a:off x="1337310" y="2636569"/>
            <a:ext cx="6469380" cy="1302037"/>
          </a:xfrm>
          <a:prstGeom prst="rect">
            <a:avLst/>
          </a:prstGeom>
        </p:spPr>
      </p:pic>
      <p:sp>
        <p:nvSpPr>
          <p:cNvPr id="9" name="CuadroTexto 8">
            <a:extLst>
              <a:ext uri="{FF2B5EF4-FFF2-40B4-BE49-F238E27FC236}">
                <a16:creationId xmlns:a16="http://schemas.microsoft.com/office/drawing/2014/main" id="{78432C7A-8BB5-CF32-0BA7-CC7CC7A8E2CD}"/>
              </a:ext>
            </a:extLst>
          </p:cNvPr>
          <p:cNvSpPr txBox="1"/>
          <p:nvPr/>
        </p:nvSpPr>
        <p:spPr>
          <a:xfrm>
            <a:off x="3623187" y="1133618"/>
            <a:ext cx="1981200" cy="461665"/>
          </a:xfrm>
          <a:prstGeom prst="rect">
            <a:avLst/>
          </a:prstGeom>
          <a:noFill/>
        </p:spPr>
        <p:txBody>
          <a:bodyPr wrap="square">
            <a:spAutoFit/>
          </a:bodyPr>
          <a:lstStyle/>
          <a:p>
            <a:r>
              <a:rPr lang="es-CL"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BITACORA</a:t>
            </a:r>
          </a:p>
        </p:txBody>
      </p:sp>
    </p:spTree>
    <p:extLst>
      <p:ext uri="{BB962C8B-B14F-4D97-AF65-F5344CB8AC3E}">
        <p14:creationId xmlns:p14="http://schemas.microsoft.com/office/powerpoint/2010/main" val="358673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793" y="-77299"/>
            <a:ext cx="9144793" cy="6858594"/>
          </a:xfrm>
          <a:prstGeom prst="rect">
            <a:avLst/>
          </a:prstGeom>
        </p:spPr>
      </p:pic>
      <p:sp>
        <p:nvSpPr>
          <p:cNvPr id="6" name="Rectángulo 5"/>
          <p:cNvSpPr/>
          <p:nvPr/>
        </p:nvSpPr>
        <p:spPr>
          <a:xfrm>
            <a:off x="875502" y="1736171"/>
            <a:ext cx="7392201" cy="3231654"/>
          </a:xfrm>
          <a:prstGeom prst="rect">
            <a:avLst/>
          </a:prstGeom>
        </p:spPr>
        <p:txBody>
          <a:bodyPr wrap="square">
            <a:spAutoFit/>
          </a:bodyPr>
          <a:lstStyle/>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Este proyecto estaba pensado para competir en una carrera recta de 300 metros por medio de un Toyota Yaris 1.5  sedan del 2003 con un motor 1NZ-FE en su versión standard el cual necesitábamos aumentar su torque y potencia para quedar en la categoría que deseábamos.</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 Hicimos preguntas para tener más claro el objetivo del proyecto, buscamos  accesorios para aumentar los HP,  pero hubo inconvenientes en el proceso.</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Realizamos mediciones a sus componentes, buscamos información del motor y cálculos en GeoGebra para poder aplicar las modificaciones.</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En términos generales el motor 1NZ-FE del Toyota Yaris 1.5 standard se nos complicó realizarle modificaciones por el hecho de estar de serie y para poder llevar a cabo completamente el proyecto también se necesitaba realizar muchas modificaciones en el motor y si no se realizan esas modificaciones puede perjudicarlo permanentemente. </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Por motivos de falta de recursos, tiempo y además que las medidas que necesitábamos eran muy exageradas para el motor 1NZ-FE que en este caso estaba en su versión standard no se pudo terminar satisfactoriamente el proyecto.</a:t>
            </a:r>
            <a:endParaRPr lang="es-CL" sz="1200" dirty="0">
              <a:latin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F1FAE8E3-3003-4E5C-3B43-62656A8D5005}"/>
              </a:ext>
            </a:extLst>
          </p:cNvPr>
          <p:cNvSpPr txBox="1"/>
          <p:nvPr/>
        </p:nvSpPr>
        <p:spPr>
          <a:xfrm>
            <a:off x="875502" y="692743"/>
            <a:ext cx="7167285" cy="1077218"/>
          </a:xfrm>
          <a:prstGeom prst="rect">
            <a:avLst/>
          </a:prstGeom>
          <a:noFill/>
        </p:spPr>
        <p:txBody>
          <a:bodyPr wrap="square">
            <a:spAutoFit/>
          </a:bodyPr>
          <a:lstStyle/>
          <a:p>
            <a:r>
              <a:rPr lang="es-CL"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PRESENTACION DEL PRODUCTO O PROTOTIPO</a:t>
            </a:r>
          </a:p>
        </p:txBody>
      </p:sp>
    </p:spTree>
    <p:extLst>
      <p:ext uri="{BB962C8B-B14F-4D97-AF65-F5344CB8AC3E}">
        <p14:creationId xmlns:p14="http://schemas.microsoft.com/office/powerpoint/2010/main" val="2955483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7" y="-297"/>
            <a:ext cx="9144793" cy="6858594"/>
          </a:xfrm>
          <a:prstGeom prst="rect">
            <a:avLst/>
          </a:prstGeom>
        </p:spPr>
      </p:pic>
      <p:sp>
        <p:nvSpPr>
          <p:cNvPr id="3" name="Rectángulo 2"/>
          <p:cNvSpPr/>
          <p:nvPr/>
        </p:nvSpPr>
        <p:spPr>
          <a:xfrm>
            <a:off x="426720" y="1182231"/>
            <a:ext cx="8583168" cy="2246769"/>
          </a:xfrm>
          <a:prstGeom prst="rect">
            <a:avLst/>
          </a:prstGeom>
        </p:spPr>
        <p:txBody>
          <a:bodyPr wrap="square">
            <a:spAutoFit/>
          </a:bodyPr>
          <a:lstStyle/>
          <a:p>
            <a:r>
              <a:rPr lang="es-MX" sz="3200" b="1" dirty="0">
                <a:solidFill>
                  <a:srgbClr val="FF0000"/>
                </a:solidFill>
                <a:latin typeface="Times New Roman" panose="02020603050405020304" pitchFamily="18" charset="0"/>
                <a:cs typeface="Times New Roman" panose="02020603050405020304" pitchFamily="18" charset="0"/>
              </a:rPr>
              <a:t>PRESENTACION DEL PRODUCTO</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Lamentablemente no podremos presentar nuestro proyecto por problemas de las mismas modificaciones. En pocas palabras las medidas que necesitábamos para realizar las modificaciones eran muy exageradas para el motor 1NZ-FE.</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Para terminar en su totalidad las modificaciones, previamente se necesitaban varias modificaciones en el bloque del motor, en el sistema de lubricación y refrigeración, forjamiento de piezas, etc.</a:t>
            </a:r>
          </a:p>
          <a:p>
            <a:endParaRPr lang="es-MX" sz="1200" dirty="0">
              <a:latin typeface="Times New Roman" panose="02020603050405020304" pitchFamily="18" charset="0"/>
              <a:cs typeface="Times New Roman" panose="02020603050405020304" pitchFamily="18" charset="0"/>
            </a:endParaRPr>
          </a:p>
          <a:p>
            <a:r>
              <a:rPr lang="es-MX" sz="1200" dirty="0">
                <a:latin typeface="Times New Roman" panose="02020603050405020304" pitchFamily="18" charset="0"/>
                <a:cs typeface="Times New Roman" panose="02020603050405020304" pitchFamily="18" charset="0"/>
              </a:rPr>
              <a:t>A continuación, las 2 referencias de un motor 1NZ-FE de serie y otro modificado y forjado:</a:t>
            </a:r>
          </a:p>
          <a:p>
            <a:endParaRPr lang="es-MX" sz="1200"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243" y="3610499"/>
            <a:ext cx="3369787" cy="2248280"/>
          </a:xfrm>
          <a:prstGeom prst="rect">
            <a:avLst/>
          </a:prstGeom>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5161" y="3499320"/>
            <a:ext cx="3086104" cy="2359459"/>
          </a:xfrm>
          <a:prstGeom prst="rect">
            <a:avLst/>
          </a:prstGeom>
        </p:spPr>
      </p:pic>
    </p:spTree>
    <p:extLst>
      <p:ext uri="{BB962C8B-B14F-4D97-AF65-F5344CB8AC3E}">
        <p14:creationId xmlns:p14="http://schemas.microsoft.com/office/powerpoint/2010/main" val="2380119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7" y="-297"/>
            <a:ext cx="9144793" cy="6858594"/>
          </a:xfrm>
          <a:prstGeom prst="rect">
            <a:avLst/>
          </a:prstGeom>
        </p:spPr>
      </p:pic>
      <p:sp>
        <p:nvSpPr>
          <p:cNvPr id="3" name="Rectángulo 2"/>
          <p:cNvSpPr/>
          <p:nvPr/>
        </p:nvSpPr>
        <p:spPr>
          <a:xfrm>
            <a:off x="198453" y="523376"/>
            <a:ext cx="8747092" cy="3231654"/>
          </a:xfrm>
          <a:prstGeom prst="rect">
            <a:avLst/>
          </a:prstGeom>
        </p:spPr>
        <p:txBody>
          <a:bodyPr wrap="square">
            <a:spAutoFit/>
          </a:bodyPr>
          <a:lstStyle/>
          <a:p>
            <a:pPr algn="just"/>
            <a:r>
              <a:rPr lang="es-MX"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Y RESULTADOS</a:t>
            </a:r>
          </a:p>
          <a:p>
            <a:pPr algn="just"/>
            <a:endParaRPr lang="es-MX" sz="1200" dirty="0">
              <a:latin typeface="Times New Roman" panose="02020603050405020304" pitchFamily="18" charset="0"/>
              <a:cs typeface="Times New Roman" panose="02020603050405020304" pitchFamily="18" charset="0"/>
            </a:endParaRPr>
          </a:p>
          <a:p>
            <a:pPr algn="just"/>
            <a:r>
              <a:rPr lang="es-MX" sz="1200" dirty="0">
                <a:latin typeface="Times New Roman" panose="02020603050405020304" pitchFamily="18" charset="0"/>
                <a:cs typeface="Times New Roman" panose="02020603050405020304" pitchFamily="18" charset="0"/>
              </a:rPr>
              <a:t>Para concluir el 20 de febrero intentamos participar  en la competición de carreras de autos en la ubicación del autódromo Interlomas De Lautaro la cuál consistía en correr 300 metros con un Toyota Yaris motor 1nz estándar el cual quisimos modificar para darle el torque correspondiente que nos pedían , al caso es que no resultó nuestro proyecto por temas de mejoras , También ocupamos aplicaciones como auto data para poder confirmar nuestra información y tener una buena base a nuestros resultados, recurrimos a mediciones exactas.</a:t>
            </a:r>
          </a:p>
          <a:p>
            <a:pPr algn="just"/>
            <a:endParaRPr lang="es-MX" sz="1200" dirty="0">
              <a:latin typeface="Times New Roman" panose="02020603050405020304" pitchFamily="18" charset="0"/>
              <a:cs typeface="Times New Roman" panose="02020603050405020304" pitchFamily="18" charset="0"/>
            </a:endParaRPr>
          </a:p>
          <a:p>
            <a:pPr algn="just"/>
            <a:r>
              <a:rPr lang="es-MX" sz="1200" dirty="0">
                <a:latin typeface="Times New Roman" panose="02020603050405020304" pitchFamily="18" charset="0"/>
                <a:cs typeface="Times New Roman" panose="02020603050405020304" pitchFamily="18" charset="0"/>
              </a:rPr>
              <a:t>Medimos la relación de compresión la cual en su modo standard es: 3,14/4 x 75 elevado a 2 x 84,7 + 1500 todo esto dividido en 1500 y esto nos da un resultado de 250,34 de relación de compresión, pero nosotros necesitábamos expandir 5 milímetros la cámara de combustión y el límite de expansión de la cámara es de 76,51mm. El hecho de expandir la cámara de combustión a 80mm daría un resultado de 284,69 de relación de compresión y su límite es 260,48 de relación de compresión.</a:t>
            </a:r>
          </a:p>
          <a:p>
            <a:pPr algn="just"/>
            <a:endParaRPr lang="es-MX" sz="1200" dirty="0">
              <a:latin typeface="Times New Roman" panose="02020603050405020304" pitchFamily="18" charset="0"/>
              <a:cs typeface="Times New Roman" panose="02020603050405020304" pitchFamily="18" charset="0"/>
            </a:endParaRPr>
          </a:p>
          <a:p>
            <a:pPr algn="just"/>
            <a:r>
              <a:rPr lang="es-MX" sz="1200" dirty="0">
                <a:latin typeface="Times New Roman" panose="02020603050405020304" pitchFamily="18" charset="0"/>
                <a:cs typeface="Times New Roman" panose="02020603050405020304" pitchFamily="18" charset="0"/>
              </a:rPr>
              <a:t>Como explicamos anteriormente, para expandir los cilindros y aplicar estas medidas al motor se necesitarían varias modificaciones más para contrarrestar la sobre exigencia del motor, de lo contrario sufriría daños permanentes.</a:t>
            </a:r>
          </a:p>
          <a:p>
            <a:pPr algn="just"/>
            <a:endParaRPr lang="es-CL" sz="1200" dirty="0">
              <a:latin typeface="Times New Roman" panose="02020603050405020304" pitchFamily="18" charset="0"/>
              <a:cs typeface="Times New Roman" panose="02020603050405020304" pitchFamily="18"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666" y="3585696"/>
            <a:ext cx="1693334" cy="2257778"/>
          </a:xfrm>
          <a:prstGeom prst="rect">
            <a:avLst/>
          </a:prstGeom>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3066" y="3526275"/>
            <a:ext cx="1557866" cy="2317199"/>
          </a:xfrm>
          <a:prstGeom prst="rect">
            <a:avLst/>
          </a:prstGeom>
        </p:spPr>
      </p:pic>
      <p:pic>
        <p:nvPicPr>
          <p:cNvPr id="6" name="Imagen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89909" y="3470282"/>
            <a:ext cx="1334271" cy="2373192"/>
          </a:xfrm>
          <a:prstGeom prst="rect">
            <a:avLst/>
          </a:prstGeom>
        </p:spPr>
      </p:pic>
      <p:sp>
        <p:nvSpPr>
          <p:cNvPr id="7" name="Rectángulo 6"/>
          <p:cNvSpPr/>
          <p:nvPr/>
        </p:nvSpPr>
        <p:spPr>
          <a:xfrm>
            <a:off x="1083230" y="5859186"/>
            <a:ext cx="1220206" cy="369332"/>
          </a:xfrm>
          <a:prstGeom prst="rect">
            <a:avLst/>
          </a:prstGeom>
        </p:spPr>
        <p:txBody>
          <a:bodyPr wrap="none">
            <a:spAutoFit/>
          </a:bodyPr>
          <a:lstStyle/>
          <a:p>
            <a:r>
              <a:rPr lang="es-CL" dirty="0"/>
              <a:t>Standard</a:t>
            </a:r>
          </a:p>
        </p:txBody>
      </p:sp>
      <p:sp>
        <p:nvSpPr>
          <p:cNvPr id="8" name="Rectángulo 7"/>
          <p:cNvSpPr/>
          <p:nvPr/>
        </p:nvSpPr>
        <p:spPr>
          <a:xfrm>
            <a:off x="3864628" y="5886187"/>
            <a:ext cx="1486304" cy="369332"/>
          </a:xfrm>
          <a:prstGeom prst="rect">
            <a:avLst/>
          </a:prstGeom>
        </p:spPr>
        <p:txBody>
          <a:bodyPr wrap="none">
            <a:spAutoFit/>
          </a:bodyPr>
          <a:lstStyle/>
          <a:p>
            <a:r>
              <a:rPr lang="es-CL" dirty="0"/>
              <a:t>Modificado</a:t>
            </a:r>
          </a:p>
        </p:txBody>
      </p:sp>
      <p:sp>
        <p:nvSpPr>
          <p:cNvPr id="9" name="Rectángulo 8"/>
          <p:cNvSpPr/>
          <p:nvPr/>
        </p:nvSpPr>
        <p:spPr>
          <a:xfrm>
            <a:off x="6641705" y="5886187"/>
            <a:ext cx="830677" cy="369332"/>
          </a:xfrm>
          <a:prstGeom prst="rect">
            <a:avLst/>
          </a:prstGeom>
        </p:spPr>
        <p:txBody>
          <a:bodyPr wrap="none">
            <a:spAutoFit/>
          </a:bodyPr>
          <a:lstStyle/>
          <a:p>
            <a:r>
              <a:rPr lang="es-CL" dirty="0"/>
              <a:t>Límite</a:t>
            </a:r>
          </a:p>
        </p:txBody>
      </p:sp>
    </p:spTree>
    <p:extLst>
      <p:ext uri="{BB962C8B-B14F-4D97-AF65-F5344CB8AC3E}">
        <p14:creationId xmlns:p14="http://schemas.microsoft.com/office/powerpoint/2010/main" val="2586849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96AEC39-FFA7-52D7-4988-AC4465674A14}"/>
              </a:ext>
            </a:extLst>
          </p:cNvPr>
          <p:cNvPicPr>
            <a:picLocks noChangeAspect="1"/>
          </p:cNvPicPr>
          <p:nvPr/>
        </p:nvPicPr>
        <p:blipFill>
          <a:blip r:embed="rId2"/>
          <a:stretch>
            <a:fillRect/>
          </a:stretch>
        </p:blipFill>
        <p:spPr>
          <a:xfrm>
            <a:off x="0" y="0"/>
            <a:ext cx="9144000" cy="6857999"/>
          </a:xfrm>
          <a:prstGeom prst="rect">
            <a:avLst/>
          </a:prstGeom>
        </p:spPr>
      </p:pic>
      <p:sp>
        <p:nvSpPr>
          <p:cNvPr id="4" name="CuadroTexto 3">
            <a:extLst>
              <a:ext uri="{FF2B5EF4-FFF2-40B4-BE49-F238E27FC236}">
                <a16:creationId xmlns:a16="http://schemas.microsoft.com/office/drawing/2014/main" id="{B7A83F1D-565C-80F4-F558-EB0B75782471}"/>
              </a:ext>
            </a:extLst>
          </p:cNvPr>
          <p:cNvSpPr txBox="1"/>
          <p:nvPr/>
        </p:nvSpPr>
        <p:spPr>
          <a:xfrm>
            <a:off x="235973" y="737420"/>
            <a:ext cx="7865807" cy="3567772"/>
          </a:xfrm>
          <a:prstGeom prst="rect">
            <a:avLst/>
          </a:prstGeom>
          <a:noFill/>
        </p:spPr>
        <p:txBody>
          <a:bodyPr wrap="square">
            <a:spAutoFit/>
          </a:bodyPr>
          <a:lstStyle/>
          <a:p>
            <a:pPr>
              <a:lnSpc>
                <a:spcPct val="150000"/>
              </a:lnSpc>
            </a:pPr>
            <a:r>
              <a:rPr lang="es-CL" sz="3200" dirty="0">
                <a:latin typeface="Times New Roman" panose="02020603050405020304" pitchFamily="18" charset="0"/>
                <a:cs typeface="Times New Roman" panose="02020603050405020304" pitchFamily="18" charset="0"/>
              </a:rPr>
              <a:t>Bibliografía</a:t>
            </a:r>
          </a:p>
          <a:p>
            <a:pPr>
              <a:lnSpc>
                <a:spcPct val="150000"/>
              </a:lnSpc>
            </a:pPr>
            <a:r>
              <a:rPr lang="es-CL" sz="1200" dirty="0">
                <a:latin typeface="Times New Roman" panose="02020603050405020304" pitchFamily="18" charset="0"/>
                <a:cs typeface="Times New Roman" panose="02020603050405020304" pitchFamily="18" charset="0"/>
              </a:rPr>
              <a:t>(s.f.).</a:t>
            </a:r>
          </a:p>
          <a:p>
            <a:pPr>
              <a:lnSpc>
                <a:spcPct val="150000"/>
              </a:lnSpc>
            </a:pPr>
            <a:r>
              <a:rPr lang="es-CL" sz="1200" dirty="0" err="1">
                <a:latin typeface="Times New Roman" panose="02020603050405020304" pitchFamily="18" charset="0"/>
                <a:cs typeface="Times New Roman" panose="02020603050405020304" pitchFamily="18" charset="0"/>
              </a:rPr>
              <a:t>Amsoil.lat</a:t>
            </a:r>
            <a:r>
              <a:rPr lang="es-CL" sz="1200" dirty="0">
                <a:latin typeface="Times New Roman" panose="02020603050405020304" pitchFamily="18" charset="0"/>
                <a:cs typeface="Times New Roman" panose="02020603050405020304" pitchFamily="18" charset="0"/>
              </a:rPr>
              <a:t>. (25 de agosto de 2023). </a:t>
            </a:r>
            <a:r>
              <a:rPr lang="es-CL" sz="1200" dirty="0" err="1">
                <a:latin typeface="Times New Roman" panose="02020603050405020304" pitchFamily="18" charset="0"/>
                <a:cs typeface="Times New Roman" panose="02020603050405020304" pitchFamily="18" charset="0"/>
              </a:rPr>
              <a:t>Amsoil.lat</a:t>
            </a:r>
            <a:r>
              <a:rPr lang="es-CL" sz="1200" dirty="0">
                <a:latin typeface="Times New Roman" panose="02020603050405020304" pitchFamily="18" charset="0"/>
                <a:cs typeface="Times New Roman" panose="02020603050405020304" pitchFamily="18" charset="0"/>
              </a:rPr>
              <a:t>. Obtenido de https://amsoil.lat/que-es-la-compresion-del-motor/</a:t>
            </a:r>
          </a:p>
          <a:p>
            <a:pPr>
              <a:lnSpc>
                <a:spcPct val="150000"/>
              </a:lnSpc>
            </a:pPr>
            <a:r>
              <a:rPr lang="es-CL" sz="1200" dirty="0">
                <a:latin typeface="Times New Roman" panose="02020603050405020304" pitchFamily="18" charset="0"/>
                <a:cs typeface="Times New Roman" panose="02020603050405020304" pitchFamily="18" charset="0"/>
              </a:rPr>
              <a:t>Auto </a:t>
            </a:r>
            <a:r>
              <a:rPr lang="es-CL" sz="1200" dirty="0" err="1">
                <a:latin typeface="Times New Roman" panose="02020603050405020304" pitchFamily="18" charset="0"/>
                <a:cs typeface="Times New Roman" panose="02020603050405020304" pitchFamily="18" charset="0"/>
              </a:rPr>
              <a:t>Plantet</a:t>
            </a:r>
            <a:r>
              <a:rPr lang="es-CL" sz="1200" dirty="0">
                <a:latin typeface="Times New Roman" panose="02020603050405020304" pitchFamily="18" charset="0"/>
                <a:cs typeface="Times New Roman" panose="02020603050405020304" pitchFamily="18" charset="0"/>
              </a:rPr>
              <a:t>. (02 de marzo de 2023). Auto </a:t>
            </a:r>
            <a:r>
              <a:rPr lang="es-CL" sz="1200" dirty="0" err="1">
                <a:latin typeface="Times New Roman" panose="02020603050405020304" pitchFamily="18" charset="0"/>
                <a:cs typeface="Times New Roman" panose="02020603050405020304" pitchFamily="18" charset="0"/>
              </a:rPr>
              <a:t>Planet</a:t>
            </a:r>
            <a:r>
              <a:rPr lang="es-CL" sz="1200" dirty="0">
                <a:latin typeface="Times New Roman" panose="02020603050405020304" pitchFamily="18" charset="0"/>
                <a:cs typeface="Times New Roman" panose="02020603050405020304" pitchFamily="18" charset="0"/>
              </a:rPr>
              <a:t>. Obtenido de https://autoplanet.pe/blog/como-aumentar-la-potencia-del-motor-de-mi-auto/#:~:text=La%20%C3%BAnica%20forma%20de%20mejorar,optar%20por%20instalar%20un%20turbo.</a:t>
            </a:r>
          </a:p>
          <a:p>
            <a:pPr>
              <a:lnSpc>
                <a:spcPct val="150000"/>
              </a:lnSpc>
            </a:pPr>
            <a:r>
              <a:rPr lang="es-CL" sz="1200" dirty="0">
                <a:latin typeface="Times New Roman" panose="02020603050405020304" pitchFamily="18" charset="0"/>
                <a:cs typeface="Times New Roman" panose="02020603050405020304" pitchFamily="18" charset="0"/>
              </a:rPr>
              <a:t>Avendaño, G. (16 de febrero de 2023). Motor. Obtenido de https://www.motor.com.co/industria/Que-es-mejor-tener-mayor-torque-o-numero-de-caballos-de-potencia-20230216-0008.html</a:t>
            </a:r>
          </a:p>
          <a:p>
            <a:pPr>
              <a:lnSpc>
                <a:spcPct val="150000"/>
              </a:lnSpc>
            </a:pPr>
            <a:r>
              <a:rPr lang="es-CL" sz="1200" dirty="0" err="1">
                <a:latin typeface="Times New Roman" panose="02020603050405020304" pitchFamily="18" charset="0"/>
                <a:cs typeface="Times New Roman" panose="02020603050405020304" pitchFamily="18" charset="0"/>
              </a:rPr>
              <a:t>Casani</a:t>
            </a:r>
            <a:r>
              <a:rPr lang="es-CL" sz="1200" dirty="0">
                <a:latin typeface="Times New Roman" panose="02020603050405020304" pitchFamily="18" charset="0"/>
                <a:cs typeface="Times New Roman" panose="02020603050405020304" pitchFamily="18" charset="0"/>
              </a:rPr>
              <a:t>, W. (s.f.). Proyecto De Motores. Obtenido de file:///C:/Users/holac/Downloads/AUMENTO%20DE%20POTENCIA%20(2).pdf</a:t>
            </a:r>
          </a:p>
          <a:p>
            <a:pPr>
              <a:lnSpc>
                <a:spcPct val="150000"/>
              </a:lnSpc>
            </a:pPr>
            <a:r>
              <a:rPr lang="es-CL" sz="1200" dirty="0" err="1">
                <a:latin typeface="Times New Roman" panose="02020603050405020304" pitchFamily="18" charset="0"/>
                <a:cs typeface="Times New Roman" panose="02020603050405020304" pitchFamily="18" charset="0"/>
              </a:rPr>
              <a:t>Quora</a:t>
            </a:r>
            <a:r>
              <a:rPr lang="es-CL" sz="1200" dirty="0">
                <a:latin typeface="Times New Roman" panose="02020603050405020304" pitchFamily="18" charset="0"/>
                <a:cs typeface="Times New Roman" panose="02020603050405020304" pitchFamily="18" charset="0"/>
              </a:rPr>
              <a:t>. (s.f.). </a:t>
            </a:r>
            <a:r>
              <a:rPr lang="es-CL" sz="1200" dirty="0" err="1">
                <a:latin typeface="Times New Roman" panose="02020603050405020304" pitchFamily="18" charset="0"/>
                <a:cs typeface="Times New Roman" panose="02020603050405020304" pitchFamily="18" charset="0"/>
              </a:rPr>
              <a:t>Quora</a:t>
            </a:r>
            <a:r>
              <a:rPr lang="es-CL" sz="1200" dirty="0">
                <a:latin typeface="Times New Roman" panose="02020603050405020304" pitchFamily="18" charset="0"/>
                <a:cs typeface="Times New Roman" panose="02020603050405020304" pitchFamily="18" charset="0"/>
              </a:rPr>
              <a:t>. Obtenido de https://es.quora.com/Qu%C3%A9-pasa-cuando-fallan-las-v%C3%A1lvulas-de-un-motor</a:t>
            </a:r>
          </a:p>
          <a:p>
            <a:pPr>
              <a:lnSpc>
                <a:spcPct val="150000"/>
              </a:lnSpc>
            </a:pPr>
            <a:endParaRPr lang="es-CL" sz="1200" dirty="0">
              <a:latin typeface="Times New Roman" panose="02020603050405020304" pitchFamily="18" charset="0"/>
              <a:cs typeface="Times New Roman" panose="02020603050405020304" pitchFamily="18" charset="0"/>
            </a:endParaRPr>
          </a:p>
        </p:txBody>
      </p:sp>
      <p:sp>
        <p:nvSpPr>
          <p:cNvPr id="6" name="CuadroTexto 5">
            <a:extLst>
              <a:ext uri="{FF2B5EF4-FFF2-40B4-BE49-F238E27FC236}">
                <a16:creationId xmlns:a16="http://schemas.microsoft.com/office/drawing/2014/main" id="{49EC504B-1859-677B-1598-09A90E9BB671}"/>
              </a:ext>
            </a:extLst>
          </p:cNvPr>
          <p:cNvSpPr txBox="1"/>
          <p:nvPr/>
        </p:nvSpPr>
        <p:spPr>
          <a:xfrm>
            <a:off x="103239" y="6021239"/>
            <a:ext cx="7865806" cy="646331"/>
          </a:xfrm>
          <a:prstGeom prst="rect">
            <a:avLst/>
          </a:prstGeom>
          <a:noFill/>
        </p:spPr>
        <p:txBody>
          <a:bodyPr wrap="square">
            <a:spAutoFit/>
          </a:bodyPr>
          <a:lstStyle/>
          <a:p>
            <a:r>
              <a:rPr lang="es-CL" dirty="0">
                <a:latin typeface="Times New Roman" panose="02020603050405020304" pitchFamily="18" charset="0"/>
                <a:cs typeface="Times New Roman" panose="02020603050405020304" pitchFamily="18" charset="0"/>
              </a:rPr>
              <a:t>LINK DEL VIDEO</a:t>
            </a:r>
          </a:p>
          <a:p>
            <a:r>
              <a:rPr lang="es-CL" dirty="0"/>
              <a:t>https://www.youtube.com/watch?v=YPUt8dENNQk</a:t>
            </a:r>
          </a:p>
        </p:txBody>
      </p:sp>
    </p:spTree>
    <p:extLst>
      <p:ext uri="{BB962C8B-B14F-4D97-AF65-F5344CB8AC3E}">
        <p14:creationId xmlns:p14="http://schemas.microsoft.com/office/powerpoint/2010/main" val="13977240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lla">
  <a:themeElements>
    <a:clrScheme name="Malla">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alla">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lla">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E9BE05652C38442ADA3CF979486BD4F" ma:contentTypeVersion="6" ma:contentTypeDescription="Create a new document." ma:contentTypeScope="" ma:versionID="f0f4d8e5c1b8e67701d0582741b6f791">
  <xsd:schema xmlns:xsd="http://www.w3.org/2001/XMLSchema" xmlns:xs="http://www.w3.org/2001/XMLSchema" xmlns:p="http://schemas.microsoft.com/office/2006/metadata/properties" xmlns:ns3="1e9197f3-d4f0-4426-ac6f-982b8544d8fc" targetNamespace="http://schemas.microsoft.com/office/2006/metadata/properties" ma:root="true" ma:fieldsID="7087020d631607777bf75968ef887c1e" ns3:_="">
    <xsd:import namespace="1e9197f3-d4f0-4426-ac6f-982b8544d8fc"/>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Auto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9197f3-d4f0-4426-ac6f-982b8544d8f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e9197f3-d4f0-4426-ac6f-982b8544d8fc" xsi:nil="true"/>
  </documentManagement>
</p:properties>
</file>

<file path=customXml/itemProps1.xml><?xml version="1.0" encoding="utf-8"?>
<ds:datastoreItem xmlns:ds="http://schemas.openxmlformats.org/officeDocument/2006/customXml" ds:itemID="{448867AA-0334-4397-90C4-FBECA634F289}">
  <ds:schemaRefs>
    <ds:schemaRef ds:uri="http://schemas.microsoft.com/sharepoint/v3/contenttype/forms"/>
  </ds:schemaRefs>
</ds:datastoreItem>
</file>

<file path=customXml/itemProps2.xml><?xml version="1.0" encoding="utf-8"?>
<ds:datastoreItem xmlns:ds="http://schemas.openxmlformats.org/officeDocument/2006/customXml" ds:itemID="{A1885541-4DF4-482C-B63A-9EA20BEFBB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9197f3-d4f0-4426-ac6f-982b8544d8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F5C0C7-70C5-4301-B9FE-E99C21E613DB}">
  <ds:schemaRefs>
    <ds:schemaRef ds:uri="http://schemas.openxmlformats.org/package/2006/metadata/core-properties"/>
    <ds:schemaRef ds:uri="http://purl.org/dc/elements/1.1/"/>
    <ds:schemaRef ds:uri="http://purl.org/dc/terms/"/>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1e9197f3-d4f0-4426-ac6f-982b8544d8fc"/>
  </ds:schemaRefs>
</ds:datastoreItem>
</file>

<file path=docProps/app.xml><?xml version="1.0" encoding="utf-8"?>
<Properties xmlns="http://schemas.openxmlformats.org/officeDocument/2006/extended-properties" xmlns:vt="http://schemas.openxmlformats.org/officeDocument/2006/docPropsVTypes">
  <Template>TM03457485[[fn=Malla]]</Template>
  <TotalTime>999</TotalTime>
  <Words>1623</Words>
  <Application>Microsoft Macintosh PowerPoint</Application>
  <PresentationFormat>Presentación en pantalla (4:3)</PresentationFormat>
  <Paragraphs>98</Paragraphs>
  <Slides>14</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Arial</vt:lpstr>
      <vt:lpstr>Calibri</vt:lpstr>
      <vt:lpstr>Century Gothic</vt:lpstr>
      <vt:lpstr>Myriad Pro</vt:lpstr>
      <vt:lpstr>Myriad Pro Light</vt:lpstr>
      <vt:lpstr>Times New Roman</vt:lpstr>
      <vt:lpstr>Malla</vt:lpstr>
      <vt:lpstr>Car Tunning</vt:lpstr>
      <vt:lpstr>Definición del proyecto </vt:lpstr>
      <vt:lpstr>Problemática del proyecto y matemáticas a abordar</vt:lpstr>
      <vt:lpstr>Objetivo del proyecto y preguntas de investigación</vt:lpstr>
      <vt:lpstr>Temas iniciales involucrados</vt:lpstr>
      <vt:lpstr>             MATERIALES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34</cp:revision>
  <dcterms:created xsi:type="dcterms:W3CDTF">2015-06-26T15:52:47Z</dcterms:created>
  <dcterms:modified xsi:type="dcterms:W3CDTF">2023-12-19T19:55:28Z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0x0101000E9BE05652C38442ADA3CF979486BD4F</vt:lpwstr>
  </property>
</Properties>
</file>