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sldIdLst>
    <p:sldId id="333" r:id="rId2"/>
    <p:sldId id="334" r:id="rId3"/>
    <p:sldId id="335" r:id="rId4"/>
    <p:sldId id="336" r:id="rId5"/>
    <p:sldId id="337" r:id="rId6"/>
  </p:sldIdLst>
  <p:sldSz cx="9144000" cy="6858000" type="screen4x3"/>
  <p:notesSz cx="6858000" cy="9144000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64" autoAdjust="0"/>
    <p:restoredTop sz="94709" autoAdjust="0"/>
  </p:normalViewPr>
  <p:slideViewPr>
    <p:cSldViewPr snapToGrid="0" snapToObjects="1">
      <p:cViewPr varScale="1">
        <p:scale>
          <a:sx n="72" d="100"/>
          <a:sy n="72" d="100"/>
        </p:scale>
        <p:origin x="1434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12/12/2023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59654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12/12/2023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24168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12/12/2023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70023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12/12/2023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4546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s-ES_tradnl"/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12/12/2023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62025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12/12/2023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3169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12/12/2023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1947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12/12/2023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36894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12/12/2023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2954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12/12/2023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929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12/12/2023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74106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12/12/2023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pic>
        <p:nvPicPr>
          <p:cNvPr id="9" name="Imagen 8" descr="PPT6.jpg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751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8004353D-6CDF-E64A-9743-BDA446B0A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209550"/>
            <a:ext cx="7366000" cy="643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230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E0EEB162-AA74-184E-AE9A-B839202DE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793" y="931985"/>
            <a:ext cx="8176719" cy="3741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053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D4C58B6-454F-C442-906C-E4587C7D5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769" y="607176"/>
            <a:ext cx="7469554" cy="5530343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12FA9920-7708-B042-AE5A-A08E7BEB65B8}"/>
              </a:ext>
            </a:extLst>
          </p:cNvPr>
          <p:cNvSpPr/>
          <p:nvPr/>
        </p:nvSpPr>
        <p:spPr>
          <a:xfrm>
            <a:off x="4611078" y="2281534"/>
            <a:ext cx="4339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sz="1200" b="1" dirty="0">
                <a:solidFill>
                  <a:schemeClr val="accent1"/>
                </a:solidFill>
              </a:rPr>
              <a:t>https://www.youtube.com/watch?v=rVwBnwbs9M4&amp;list=PLKZer9NphMpxpE9VzE--si96DHD4QrczJ&amp;index=6</a:t>
            </a:r>
          </a:p>
        </p:txBody>
      </p:sp>
    </p:spTree>
    <p:extLst>
      <p:ext uri="{BB962C8B-B14F-4D97-AF65-F5344CB8AC3E}">
        <p14:creationId xmlns:p14="http://schemas.microsoft.com/office/powerpoint/2010/main" val="2344708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A73336F-2016-BC4F-BA9E-A0A1EE2D2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85" y="131323"/>
            <a:ext cx="7257073" cy="602182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A0C8CB2F-4850-94BA-7182-FA615A10897A}"/>
              </a:ext>
            </a:extLst>
          </p:cNvPr>
          <p:cNvSpPr txBox="1"/>
          <p:nvPr/>
        </p:nvSpPr>
        <p:spPr>
          <a:xfrm>
            <a:off x="2305878" y="2093843"/>
            <a:ext cx="14179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Ariela Fierro Beltrán</a:t>
            </a:r>
            <a:endParaRPr lang="es-CL" sz="12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DEEFA3F-AA1E-F542-574A-8833CA4A7D74}"/>
              </a:ext>
            </a:extLst>
          </p:cNvPr>
          <p:cNvSpPr txBox="1"/>
          <p:nvPr/>
        </p:nvSpPr>
        <p:spPr>
          <a:xfrm>
            <a:off x="4028661" y="2048540"/>
            <a:ext cx="14179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Claudio Molina Sepúlveda </a:t>
            </a:r>
            <a:endParaRPr lang="es-CL" sz="12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E49ABC4-E7B4-F093-3A86-20B9336D7AC6}"/>
              </a:ext>
            </a:extLst>
          </p:cNvPr>
          <p:cNvSpPr txBox="1"/>
          <p:nvPr/>
        </p:nvSpPr>
        <p:spPr>
          <a:xfrm>
            <a:off x="5751444" y="2093842"/>
            <a:ext cx="14179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Sebastián Aliste </a:t>
            </a:r>
          </a:p>
          <a:p>
            <a:r>
              <a:rPr lang="es-ES" sz="1200" dirty="0"/>
              <a:t>Cabezas </a:t>
            </a:r>
            <a:endParaRPr lang="es-CL" sz="12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6D9628A-8205-A494-7988-A7C789A0E215}"/>
              </a:ext>
            </a:extLst>
          </p:cNvPr>
          <p:cNvSpPr txBox="1"/>
          <p:nvPr/>
        </p:nvSpPr>
        <p:spPr>
          <a:xfrm>
            <a:off x="2279374" y="3198167"/>
            <a:ext cx="14179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7</a:t>
            </a:r>
            <a:endParaRPr lang="es-CL" sz="12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6596772-5799-BBC3-8735-62CC6F8978B3}"/>
              </a:ext>
            </a:extLst>
          </p:cNvPr>
          <p:cNvSpPr txBox="1"/>
          <p:nvPr/>
        </p:nvSpPr>
        <p:spPr>
          <a:xfrm>
            <a:off x="2456738" y="4980585"/>
            <a:ext cx="14179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7</a:t>
            </a:r>
            <a:endParaRPr lang="es-CL" sz="12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64B6FEB-562F-A05E-D41E-BA2711FCD283}"/>
              </a:ext>
            </a:extLst>
          </p:cNvPr>
          <p:cNvSpPr txBox="1"/>
          <p:nvPr/>
        </p:nvSpPr>
        <p:spPr>
          <a:xfrm>
            <a:off x="4182324" y="3235042"/>
            <a:ext cx="14179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7</a:t>
            </a:r>
            <a:endParaRPr lang="es-CL" sz="12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1FB0E35-B604-26AD-121A-CF19EB388C85}"/>
              </a:ext>
            </a:extLst>
          </p:cNvPr>
          <p:cNvSpPr txBox="1"/>
          <p:nvPr/>
        </p:nvSpPr>
        <p:spPr>
          <a:xfrm>
            <a:off x="4432852" y="4977703"/>
            <a:ext cx="14179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7</a:t>
            </a:r>
            <a:endParaRPr lang="es-CL" sz="12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C06008D-621F-123B-FAFC-3EBFD4E68AC4}"/>
              </a:ext>
            </a:extLst>
          </p:cNvPr>
          <p:cNvSpPr txBox="1"/>
          <p:nvPr/>
        </p:nvSpPr>
        <p:spPr>
          <a:xfrm>
            <a:off x="5850835" y="3198167"/>
            <a:ext cx="14179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7</a:t>
            </a:r>
            <a:endParaRPr lang="es-CL" sz="12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7F82502-6C1D-DA38-5627-BCD651CB6088}"/>
              </a:ext>
            </a:extLst>
          </p:cNvPr>
          <p:cNvSpPr txBox="1"/>
          <p:nvPr/>
        </p:nvSpPr>
        <p:spPr>
          <a:xfrm>
            <a:off x="5779843" y="4980585"/>
            <a:ext cx="14179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7</a:t>
            </a:r>
            <a:endParaRPr lang="es-CL" sz="12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C85348C-35CF-445A-20A9-37D18E397A48}"/>
              </a:ext>
            </a:extLst>
          </p:cNvPr>
          <p:cNvSpPr txBox="1"/>
          <p:nvPr/>
        </p:nvSpPr>
        <p:spPr>
          <a:xfrm>
            <a:off x="2431774" y="5566867"/>
            <a:ext cx="14179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7</a:t>
            </a:r>
            <a:endParaRPr lang="es-CL" sz="120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D224042-A74F-6CA3-6B0E-783A3D69E2F5}"/>
              </a:ext>
            </a:extLst>
          </p:cNvPr>
          <p:cNvSpPr txBox="1"/>
          <p:nvPr/>
        </p:nvSpPr>
        <p:spPr>
          <a:xfrm>
            <a:off x="4277616" y="5562544"/>
            <a:ext cx="14179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7</a:t>
            </a:r>
            <a:endParaRPr lang="es-CL" sz="120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8B67518-F9E0-F5F9-F015-56BD0617EB70}"/>
              </a:ext>
            </a:extLst>
          </p:cNvPr>
          <p:cNvSpPr txBox="1"/>
          <p:nvPr/>
        </p:nvSpPr>
        <p:spPr>
          <a:xfrm>
            <a:off x="5779843" y="5566867"/>
            <a:ext cx="14179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7</a:t>
            </a:r>
            <a:endParaRPr lang="es-CL" sz="1200" dirty="0"/>
          </a:p>
        </p:txBody>
      </p:sp>
    </p:spTree>
    <p:extLst>
      <p:ext uri="{BB962C8B-B14F-4D97-AF65-F5344CB8AC3E}">
        <p14:creationId xmlns:p14="http://schemas.microsoft.com/office/powerpoint/2010/main" val="2038227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CF998B82-3BD8-4944-A269-C7BFC471F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262" y="32456"/>
            <a:ext cx="7582388" cy="5834944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DF79F25D-1353-BF12-2601-04DD301A6BF1}"/>
              </a:ext>
            </a:extLst>
          </p:cNvPr>
          <p:cNvSpPr txBox="1"/>
          <p:nvPr/>
        </p:nvSpPr>
        <p:spPr>
          <a:xfrm>
            <a:off x="4134678" y="2124740"/>
            <a:ext cx="14179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Claudio Molina Sepúlveda.</a:t>
            </a:r>
            <a:endParaRPr lang="es-CL" sz="12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55D77C9-3283-1FD6-369D-25CFC7469CF7}"/>
              </a:ext>
            </a:extLst>
          </p:cNvPr>
          <p:cNvSpPr txBox="1"/>
          <p:nvPr/>
        </p:nvSpPr>
        <p:spPr>
          <a:xfrm>
            <a:off x="4134677" y="3290500"/>
            <a:ext cx="14179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7</a:t>
            </a:r>
            <a:endParaRPr lang="es-CL" sz="12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FD9B829-C860-5DCD-C930-717AFFDB26E0}"/>
              </a:ext>
            </a:extLst>
          </p:cNvPr>
          <p:cNvSpPr txBox="1"/>
          <p:nvPr/>
        </p:nvSpPr>
        <p:spPr>
          <a:xfrm>
            <a:off x="4134676" y="3811404"/>
            <a:ext cx="14179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7</a:t>
            </a:r>
            <a:endParaRPr lang="es-CL" sz="12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B836096-28C3-1E1E-AB80-00A1F775FB88}"/>
              </a:ext>
            </a:extLst>
          </p:cNvPr>
          <p:cNvSpPr txBox="1"/>
          <p:nvPr/>
        </p:nvSpPr>
        <p:spPr>
          <a:xfrm>
            <a:off x="4134678" y="4440450"/>
            <a:ext cx="14179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7</a:t>
            </a:r>
            <a:endParaRPr lang="es-CL" sz="12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142C092-C88D-F111-9500-9C6E02D924D9}"/>
              </a:ext>
            </a:extLst>
          </p:cNvPr>
          <p:cNvSpPr txBox="1"/>
          <p:nvPr/>
        </p:nvSpPr>
        <p:spPr>
          <a:xfrm>
            <a:off x="4121423" y="5313402"/>
            <a:ext cx="14179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7</a:t>
            </a:r>
            <a:endParaRPr lang="es-CL" sz="12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1FF5214-6AD8-1568-4710-236801272FC4}"/>
              </a:ext>
            </a:extLst>
          </p:cNvPr>
          <p:cNvSpPr txBox="1"/>
          <p:nvPr/>
        </p:nvSpPr>
        <p:spPr>
          <a:xfrm>
            <a:off x="5228672" y="2135739"/>
            <a:ext cx="14179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Sebastián aliste cabezas </a:t>
            </a:r>
            <a:endParaRPr lang="es-CL" sz="12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6A49593-4742-9648-5D36-5C56EB92C229}"/>
              </a:ext>
            </a:extLst>
          </p:cNvPr>
          <p:cNvSpPr txBox="1"/>
          <p:nvPr/>
        </p:nvSpPr>
        <p:spPr>
          <a:xfrm>
            <a:off x="6475067" y="3287816"/>
            <a:ext cx="14179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7</a:t>
            </a:r>
            <a:endParaRPr lang="es-CL" sz="12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2432757-62AD-24BD-C63B-6E16E12F644A}"/>
              </a:ext>
            </a:extLst>
          </p:cNvPr>
          <p:cNvSpPr txBox="1"/>
          <p:nvPr/>
        </p:nvSpPr>
        <p:spPr>
          <a:xfrm>
            <a:off x="5228670" y="4501062"/>
            <a:ext cx="14179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7</a:t>
            </a:r>
            <a:endParaRPr lang="es-CL" sz="12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B19A442-AB81-E28B-91F4-209474079F68}"/>
              </a:ext>
            </a:extLst>
          </p:cNvPr>
          <p:cNvSpPr txBox="1"/>
          <p:nvPr/>
        </p:nvSpPr>
        <p:spPr>
          <a:xfrm>
            <a:off x="5228672" y="5307869"/>
            <a:ext cx="14179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7</a:t>
            </a:r>
            <a:endParaRPr lang="es-CL" sz="120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B644C33-F857-123E-9EB5-FE792FE9A0FC}"/>
              </a:ext>
            </a:extLst>
          </p:cNvPr>
          <p:cNvSpPr txBox="1"/>
          <p:nvPr/>
        </p:nvSpPr>
        <p:spPr>
          <a:xfrm>
            <a:off x="6322667" y="2124626"/>
            <a:ext cx="14179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Ariela Fierro </a:t>
            </a:r>
          </a:p>
          <a:p>
            <a:r>
              <a:rPr lang="es-ES" sz="1200" dirty="0"/>
              <a:t>Beltrán</a:t>
            </a:r>
            <a:endParaRPr lang="es-CL" sz="120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2C663C4-5AFD-250B-2717-5148DC134FA8}"/>
              </a:ext>
            </a:extLst>
          </p:cNvPr>
          <p:cNvSpPr txBox="1"/>
          <p:nvPr/>
        </p:nvSpPr>
        <p:spPr>
          <a:xfrm>
            <a:off x="5228671" y="3284967"/>
            <a:ext cx="14179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7</a:t>
            </a:r>
            <a:endParaRPr lang="es-CL" sz="1200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754A4A5-52B1-CBD3-28A4-A20D674A8F0A}"/>
              </a:ext>
            </a:extLst>
          </p:cNvPr>
          <p:cNvSpPr txBox="1"/>
          <p:nvPr/>
        </p:nvSpPr>
        <p:spPr>
          <a:xfrm>
            <a:off x="5261106" y="3853380"/>
            <a:ext cx="14179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7</a:t>
            </a:r>
            <a:endParaRPr lang="es-CL" sz="1200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BCEE3BE-01FA-E0F7-7476-0820A4C742C3}"/>
              </a:ext>
            </a:extLst>
          </p:cNvPr>
          <p:cNvSpPr txBox="1"/>
          <p:nvPr/>
        </p:nvSpPr>
        <p:spPr>
          <a:xfrm>
            <a:off x="6500878" y="3886992"/>
            <a:ext cx="14179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7</a:t>
            </a:r>
            <a:endParaRPr lang="es-CL" sz="1200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A7BBBFC-B611-3F67-F8F0-5BBBD93B2ACA}"/>
              </a:ext>
            </a:extLst>
          </p:cNvPr>
          <p:cNvSpPr txBox="1"/>
          <p:nvPr/>
        </p:nvSpPr>
        <p:spPr>
          <a:xfrm>
            <a:off x="6475066" y="4501062"/>
            <a:ext cx="14179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7</a:t>
            </a:r>
            <a:endParaRPr lang="es-CL" sz="1200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4628063E-1C76-984A-69E7-959314EFBA6F}"/>
              </a:ext>
            </a:extLst>
          </p:cNvPr>
          <p:cNvSpPr txBox="1"/>
          <p:nvPr/>
        </p:nvSpPr>
        <p:spPr>
          <a:xfrm>
            <a:off x="6500877" y="5313402"/>
            <a:ext cx="14179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7</a:t>
            </a:r>
            <a:endParaRPr lang="es-CL" sz="1200" dirty="0"/>
          </a:p>
        </p:txBody>
      </p:sp>
    </p:spTree>
    <p:extLst>
      <p:ext uri="{BB962C8B-B14F-4D97-AF65-F5344CB8AC3E}">
        <p14:creationId xmlns:p14="http://schemas.microsoft.com/office/powerpoint/2010/main" val="1039462990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U2 Cinemática" id="{3686FD48-DE98-A746-A7A5-47EF494658E2}" vid="{DD2B0039-592C-6042-9754-64177824BB8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1_Tema de Office</Template>
  <TotalTime>20</TotalTime>
  <Words>63</Words>
  <Application>Microsoft Office PowerPoint</Application>
  <PresentationFormat>Presentación en pantalla (4:3)</PresentationFormat>
  <Paragraphs>30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Arial</vt:lpstr>
      <vt:lpstr>Calibri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LISSETTE ANDREA SALAMANCA MELLA</dc:creator>
  <cp:lastModifiedBy>Ariela Fierro Beltrán</cp:lastModifiedBy>
  <cp:revision>2</cp:revision>
  <cp:lastPrinted>2018-08-19T15:05:53Z</cp:lastPrinted>
  <dcterms:created xsi:type="dcterms:W3CDTF">2023-11-08T15:09:41Z</dcterms:created>
  <dcterms:modified xsi:type="dcterms:W3CDTF">2023-12-12T14:10:14Z</dcterms:modified>
</cp:coreProperties>
</file>