
<file path=[Content_Types].xml><?xml version="1.0" encoding="utf-8"?>
<Types xmlns="http://schemas.openxmlformats.org/package/2006/content-types">
  <Default Extension="png" ContentType="image/png"/>
  <Default Extension="svg" ContentType="image/svg+xml"/>
  <Default Extension="jfif" ContentType="image/jpe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2.xml" ContentType="application/vnd.openxmlformats-officedocument.presentationml.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comment3.xml" ContentType="application/vnd.openxmlformats-officedocument.presentationml.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6"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C6ED"/>
    <a:srgbClr val="BC7FBB"/>
    <a:srgbClr val="F7F1E4"/>
    <a:srgbClr val="B8D3E8"/>
    <a:srgbClr val="197D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90" autoAdjust="0"/>
    <p:restoredTop sz="94291" autoAdjust="0"/>
  </p:normalViewPr>
  <p:slideViewPr>
    <p:cSldViewPr snapToGrid="0" showGuides="1">
      <p:cViewPr varScale="1">
        <p:scale>
          <a:sx n="85" d="100"/>
          <a:sy n="85" d="100"/>
        </p:scale>
        <p:origin x="208" y="720"/>
      </p:cViewPr>
      <p:guideLst>
        <p:guide pos="3840"/>
        <p:guide orient="horz" pos="2160"/>
      </p:guideLst>
    </p:cSldViewPr>
  </p:slideViewPr>
  <p:notesTextViewPr>
    <p:cViewPr>
      <p:scale>
        <a:sx n="1" d="1"/>
        <a:sy n="1" d="1"/>
      </p:scale>
      <p:origin x="0" y="0"/>
    </p:cViewPr>
  </p:notesTextViewPr>
  <p:notesViewPr>
    <p:cSldViewPr snapToGrid="0">
      <p:cViewPr varScale="1">
        <p:scale>
          <a:sx n="77" d="100"/>
          <a:sy n="77" d="100"/>
        </p:scale>
        <p:origin x="402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ela Fierro Beltrán" userId="2b10e67168de9677" providerId="LiveId" clId="{34AB4175-42C2-46A2-97F8-E3347BBA7CFE}"/>
    <pc:docChg chg="undo redo custSel addSld modSld">
      <pc:chgData name="Ariela Fierro Beltrán" userId="2b10e67168de9677" providerId="LiveId" clId="{34AB4175-42C2-46A2-97F8-E3347BBA7CFE}" dt="2023-12-14T13:58:55.798" v="2505"/>
      <pc:docMkLst>
        <pc:docMk/>
      </pc:docMkLst>
      <pc:sldChg chg="addSp delSp modSp mod delAnim">
        <pc:chgData name="Ariela Fierro Beltrán" userId="2b10e67168de9677" providerId="LiveId" clId="{34AB4175-42C2-46A2-97F8-E3347BBA7CFE}" dt="2023-12-05T13:47:34.854" v="828" actId="14100"/>
        <pc:sldMkLst>
          <pc:docMk/>
          <pc:sldMk cId="1959033698" sldId="261"/>
        </pc:sldMkLst>
        <pc:picChg chg="add mod">
          <ac:chgData name="Ariela Fierro Beltrán" userId="2b10e67168de9677" providerId="LiveId" clId="{34AB4175-42C2-46A2-97F8-E3347BBA7CFE}" dt="2023-12-05T13:47:34.854" v="828" actId="14100"/>
          <ac:picMkLst>
            <pc:docMk/>
            <pc:sldMk cId="1959033698" sldId="261"/>
            <ac:picMk id="4" creationId="{FD5973AC-DE4F-D25E-29C7-6D02E1DC3529}"/>
          </ac:picMkLst>
        </pc:picChg>
        <pc:picChg chg="del">
          <ac:chgData name="Ariela Fierro Beltrán" userId="2b10e67168de9677" providerId="LiveId" clId="{34AB4175-42C2-46A2-97F8-E3347BBA7CFE}" dt="2023-12-05T13:37:39.136" v="793" actId="478"/>
          <ac:picMkLst>
            <pc:docMk/>
            <pc:sldMk cId="1959033698" sldId="261"/>
            <ac:picMk id="6" creationId="{871009E1-D66E-0F55-6045-E0F77D03CA38}"/>
          </ac:picMkLst>
        </pc:picChg>
      </pc:sldChg>
      <pc:sldChg chg="addSp delSp modSp new mod">
        <pc:chgData name="Ariela Fierro Beltrán" userId="2b10e67168de9677" providerId="LiveId" clId="{34AB4175-42C2-46A2-97F8-E3347BBA7CFE}" dt="2023-12-05T14:20:12.588" v="999" actId="1076"/>
        <pc:sldMkLst>
          <pc:docMk/>
          <pc:sldMk cId="1460192735" sldId="262"/>
        </pc:sldMkLst>
        <pc:spChg chg="add del mod">
          <ac:chgData name="Ariela Fierro Beltrán" userId="2b10e67168de9677" providerId="LiveId" clId="{34AB4175-42C2-46A2-97F8-E3347BBA7CFE}" dt="2023-12-05T14:02:01.132" v="920"/>
          <ac:spMkLst>
            <pc:docMk/>
            <pc:sldMk cId="1460192735" sldId="262"/>
            <ac:spMk id="3" creationId="{15AD324E-18E5-D5BE-07C3-5457585DBF16}"/>
          </ac:spMkLst>
        </pc:spChg>
        <pc:spChg chg="del">
          <ac:chgData name="Ariela Fierro Beltrán" userId="2b10e67168de9677" providerId="LiveId" clId="{34AB4175-42C2-46A2-97F8-E3347BBA7CFE}" dt="2023-11-21T14:19:49.851" v="14" actId="478"/>
          <ac:spMkLst>
            <pc:docMk/>
            <pc:sldMk cId="1460192735" sldId="262"/>
            <ac:spMk id="3" creationId="{C4157493-77C3-5BA5-7A56-5D9FDF444739}"/>
          </ac:spMkLst>
        </pc:spChg>
        <pc:spChg chg="add del mod">
          <ac:chgData name="Ariela Fierro Beltrán" userId="2b10e67168de9677" providerId="LiveId" clId="{34AB4175-42C2-46A2-97F8-E3347BBA7CFE}" dt="2023-12-05T14:20:05.396" v="997" actId="1076"/>
          <ac:spMkLst>
            <pc:docMk/>
            <pc:sldMk cId="1460192735" sldId="262"/>
            <ac:spMk id="4" creationId="{B38DD875-E7C1-5329-0240-DE5947707FD5}"/>
          </ac:spMkLst>
        </pc:spChg>
        <pc:spChg chg="del">
          <ac:chgData name="Ariela Fierro Beltrán" userId="2b10e67168de9677" providerId="LiveId" clId="{34AB4175-42C2-46A2-97F8-E3347BBA7CFE}" dt="2023-11-21T14:19:39.334" v="13" actId="478"/>
          <ac:spMkLst>
            <pc:docMk/>
            <pc:sldMk cId="1460192735" sldId="262"/>
            <ac:spMk id="5" creationId="{C95E3FAB-8A74-A8B3-7F58-7C7523318A68}"/>
          </ac:spMkLst>
        </pc:spChg>
        <pc:graphicFrameChg chg="mod">
          <ac:chgData name="Ariela Fierro Beltrán" userId="2b10e67168de9677" providerId="LiveId" clId="{34AB4175-42C2-46A2-97F8-E3347BBA7CFE}" dt="2023-12-05T14:14:43.049" v="961"/>
          <ac:graphicFrameMkLst>
            <pc:docMk/>
            <pc:sldMk cId="1460192735" sldId="262"/>
            <ac:graphicFrameMk id="6" creationId="{A89FCBB0-04AD-B4C6-2E06-839AF9753544}"/>
          </ac:graphicFrameMkLst>
        </pc:graphicFrameChg>
        <pc:graphicFrameChg chg="add del mod">
          <ac:chgData name="Ariela Fierro Beltrán" userId="2b10e67168de9677" providerId="LiveId" clId="{34AB4175-42C2-46A2-97F8-E3347BBA7CFE}" dt="2023-11-21T14:24:21.537" v="124" actId="478"/>
          <ac:graphicFrameMkLst>
            <pc:docMk/>
            <pc:sldMk cId="1460192735" sldId="262"/>
            <ac:graphicFrameMk id="8" creationId="{ADD8EB3B-2391-FBF8-4666-04EAE7F0AA3A}"/>
          </ac:graphicFrameMkLst>
        </pc:graphicFrameChg>
        <pc:graphicFrameChg chg="add mod">
          <ac:chgData name="Ariela Fierro Beltrán" userId="2b10e67168de9677" providerId="LiveId" clId="{34AB4175-42C2-46A2-97F8-E3347BBA7CFE}" dt="2023-11-21T14:43:46.821" v="156" actId="14100"/>
          <ac:graphicFrameMkLst>
            <pc:docMk/>
            <pc:sldMk cId="1460192735" sldId="262"/>
            <ac:graphicFrameMk id="11" creationId="{0F5BD269-C868-1821-1136-317F13AF975E}"/>
          </ac:graphicFrameMkLst>
        </pc:graphicFrameChg>
        <pc:picChg chg="add del mod">
          <ac:chgData name="Ariela Fierro Beltrán" userId="2b10e67168de9677" providerId="LiveId" clId="{34AB4175-42C2-46A2-97F8-E3347BBA7CFE}" dt="2023-12-05T14:16:00.962" v="971" actId="478"/>
          <ac:picMkLst>
            <pc:docMk/>
            <pc:sldMk cId="1460192735" sldId="262"/>
            <ac:picMk id="7" creationId="{FDD9DE84-2372-0D3A-EE23-116A2238D22E}"/>
          </ac:picMkLst>
        </pc:picChg>
        <pc:picChg chg="add mod modCrop">
          <ac:chgData name="Ariela Fierro Beltrán" userId="2b10e67168de9677" providerId="LiveId" clId="{34AB4175-42C2-46A2-97F8-E3347BBA7CFE}" dt="2023-12-05T14:20:08.705" v="998" actId="1076"/>
          <ac:picMkLst>
            <pc:docMk/>
            <pc:sldMk cId="1460192735" sldId="262"/>
            <ac:picMk id="9" creationId="{07420B80-B78C-B30C-8E42-3EC88B9A7A05}"/>
          </ac:picMkLst>
        </pc:picChg>
        <pc:picChg chg="add del">
          <ac:chgData name="Ariela Fierro Beltrán" userId="2b10e67168de9677" providerId="LiveId" clId="{34AB4175-42C2-46A2-97F8-E3347BBA7CFE}" dt="2023-12-05T14:19:00.507" v="993" actId="478"/>
          <ac:picMkLst>
            <pc:docMk/>
            <pc:sldMk cId="1460192735" sldId="262"/>
            <ac:picMk id="11" creationId="{3F6EA6B9-AFBF-4257-106B-22A9310A036C}"/>
          </ac:picMkLst>
        </pc:picChg>
        <pc:picChg chg="add mod">
          <ac:chgData name="Ariela Fierro Beltrán" userId="2b10e67168de9677" providerId="LiveId" clId="{34AB4175-42C2-46A2-97F8-E3347BBA7CFE}" dt="2023-12-05T14:20:12.588" v="999" actId="1076"/>
          <ac:picMkLst>
            <pc:docMk/>
            <pc:sldMk cId="1460192735" sldId="262"/>
            <ac:picMk id="13" creationId="{13FEF5A4-78AD-E9F3-FDF9-AD6408686500}"/>
          </ac:picMkLst>
        </pc:picChg>
      </pc:sldChg>
      <pc:sldChg chg="addSp delSp modSp new mod">
        <pc:chgData name="Ariela Fierro Beltrán" userId="2b10e67168de9677" providerId="LiveId" clId="{34AB4175-42C2-46A2-97F8-E3347BBA7CFE}" dt="2023-12-05T01:54:41.887" v="526" actId="123"/>
        <pc:sldMkLst>
          <pc:docMk/>
          <pc:sldMk cId="3685144842" sldId="263"/>
        </pc:sldMkLst>
        <pc:spChg chg="mod">
          <ac:chgData name="Ariela Fierro Beltrán" userId="2b10e67168de9677" providerId="LiveId" clId="{34AB4175-42C2-46A2-97F8-E3347BBA7CFE}" dt="2023-12-05T01:50:26.098" v="510" actId="1076"/>
          <ac:spMkLst>
            <pc:docMk/>
            <pc:sldMk cId="3685144842" sldId="263"/>
            <ac:spMk id="3" creationId="{336A6559-B3B6-92F3-8C69-F122DBF641FE}"/>
          </ac:spMkLst>
        </pc:spChg>
        <pc:spChg chg="del">
          <ac:chgData name="Ariela Fierro Beltrán" userId="2b10e67168de9677" providerId="LiveId" clId="{34AB4175-42C2-46A2-97F8-E3347BBA7CFE}" dt="2023-12-05T01:46:42.403" v="474" actId="478"/>
          <ac:spMkLst>
            <pc:docMk/>
            <pc:sldMk cId="3685144842" sldId="263"/>
            <ac:spMk id="4" creationId="{7C3E8B48-E5AF-B8DA-2B0D-A5A2C672F855}"/>
          </ac:spMkLst>
        </pc:spChg>
        <pc:spChg chg="del mod">
          <ac:chgData name="Ariela Fierro Beltrán" userId="2b10e67168de9677" providerId="LiveId" clId="{34AB4175-42C2-46A2-97F8-E3347BBA7CFE}" dt="2023-12-05T01:41:43.760" v="374" actId="478"/>
          <ac:spMkLst>
            <pc:docMk/>
            <pc:sldMk cId="3685144842" sldId="263"/>
            <ac:spMk id="5" creationId="{3B7745E1-68B1-2EF8-398B-32D82DA41807}"/>
          </ac:spMkLst>
        </pc:spChg>
        <pc:graphicFrameChg chg="add mod modGraphic">
          <ac:chgData name="Ariela Fierro Beltrán" userId="2b10e67168de9677" providerId="LiveId" clId="{34AB4175-42C2-46A2-97F8-E3347BBA7CFE}" dt="2023-12-05T01:54:41.887" v="526" actId="123"/>
          <ac:graphicFrameMkLst>
            <pc:docMk/>
            <pc:sldMk cId="3685144842" sldId="263"/>
            <ac:graphicFrameMk id="6" creationId="{56C607E3-8EB5-F841-E2B1-BD8CDA7B09FD}"/>
          </ac:graphicFrameMkLst>
        </pc:graphicFrameChg>
      </pc:sldChg>
      <pc:sldChg chg="addSp delSp modSp new mod">
        <pc:chgData name="Ariela Fierro Beltrán" userId="2b10e67168de9677" providerId="LiveId" clId="{34AB4175-42C2-46A2-97F8-E3347BBA7CFE}" dt="2023-12-05T02:04:38.165" v="792" actId="14100"/>
        <pc:sldMkLst>
          <pc:docMk/>
          <pc:sldMk cId="153790009" sldId="264"/>
        </pc:sldMkLst>
        <pc:spChg chg="del">
          <ac:chgData name="Ariela Fierro Beltrán" userId="2b10e67168de9677" providerId="LiveId" clId="{34AB4175-42C2-46A2-97F8-E3347BBA7CFE}" dt="2023-12-05T01:54:58.027" v="527" actId="478"/>
          <ac:spMkLst>
            <pc:docMk/>
            <pc:sldMk cId="153790009" sldId="264"/>
            <ac:spMk id="3" creationId="{455A6617-3363-3E14-9C87-33F800B404E7}"/>
          </ac:spMkLst>
        </pc:spChg>
        <pc:spChg chg="del">
          <ac:chgData name="Ariela Fierro Beltrán" userId="2b10e67168de9677" providerId="LiveId" clId="{34AB4175-42C2-46A2-97F8-E3347BBA7CFE}" dt="2023-12-05T01:55:16.743" v="530" actId="478"/>
          <ac:spMkLst>
            <pc:docMk/>
            <pc:sldMk cId="153790009" sldId="264"/>
            <ac:spMk id="4" creationId="{2A200425-D943-7AC4-2314-A7B033DAFA7E}"/>
          </ac:spMkLst>
        </pc:spChg>
        <pc:spChg chg="del">
          <ac:chgData name="Ariela Fierro Beltrán" userId="2b10e67168de9677" providerId="LiveId" clId="{34AB4175-42C2-46A2-97F8-E3347BBA7CFE}" dt="2023-12-05T01:54:59.272" v="528" actId="478"/>
          <ac:spMkLst>
            <pc:docMk/>
            <pc:sldMk cId="153790009" sldId="264"/>
            <ac:spMk id="5" creationId="{1560150D-691C-F888-8624-3E93E1860D72}"/>
          </ac:spMkLst>
        </pc:spChg>
        <pc:graphicFrameChg chg="add mod modGraphic">
          <ac:chgData name="Ariela Fierro Beltrán" userId="2b10e67168de9677" providerId="LiveId" clId="{34AB4175-42C2-46A2-97F8-E3347BBA7CFE}" dt="2023-12-05T02:04:38.165" v="792" actId="14100"/>
          <ac:graphicFrameMkLst>
            <pc:docMk/>
            <pc:sldMk cId="153790009" sldId="264"/>
            <ac:graphicFrameMk id="6" creationId="{0110BACC-ED45-CD01-3907-6A830A787098}"/>
          </ac:graphicFrameMkLst>
        </pc:graphicFrameChg>
      </pc:sldChg>
      <pc:sldChg chg="addSp delSp modSp new mod">
        <pc:chgData name="Ariela Fierro Beltrán" userId="2b10e67168de9677" providerId="LiveId" clId="{34AB4175-42C2-46A2-97F8-E3347BBA7CFE}" dt="2023-12-05T21:41:38.922" v="1727" actId="20577"/>
        <pc:sldMkLst>
          <pc:docMk/>
          <pc:sldMk cId="1349674786" sldId="265"/>
        </pc:sldMkLst>
        <pc:spChg chg="mod">
          <ac:chgData name="Ariela Fierro Beltrán" userId="2b10e67168de9677" providerId="LiveId" clId="{34AB4175-42C2-46A2-97F8-E3347BBA7CFE}" dt="2023-12-05T14:20:27.462" v="1000" actId="313"/>
          <ac:spMkLst>
            <pc:docMk/>
            <pc:sldMk cId="1349674786" sldId="265"/>
            <ac:spMk id="3" creationId="{269AB9B1-1C1E-3320-1B51-99FC7FC262E2}"/>
          </ac:spMkLst>
        </pc:spChg>
        <pc:spChg chg="del">
          <ac:chgData name="Ariela Fierro Beltrán" userId="2b10e67168de9677" providerId="LiveId" clId="{34AB4175-42C2-46A2-97F8-E3347BBA7CFE}" dt="2023-12-05T14:40:49.301" v="1610" actId="478"/>
          <ac:spMkLst>
            <pc:docMk/>
            <pc:sldMk cId="1349674786" sldId="265"/>
            <ac:spMk id="4" creationId="{63C8E839-D1E4-099C-F0EF-27E358E77A68}"/>
          </ac:spMkLst>
        </pc:spChg>
        <pc:spChg chg="mod">
          <ac:chgData name="Ariela Fierro Beltrán" userId="2b10e67168de9677" providerId="LiveId" clId="{34AB4175-42C2-46A2-97F8-E3347BBA7CFE}" dt="2023-12-05T14:40:39.376" v="1608" actId="1076"/>
          <ac:spMkLst>
            <pc:docMk/>
            <pc:sldMk cId="1349674786" sldId="265"/>
            <ac:spMk id="5" creationId="{1B92977D-96D5-CF96-06DF-7DDCDB362D54}"/>
          </ac:spMkLst>
        </pc:spChg>
        <pc:spChg chg="add mod">
          <ac:chgData name="Ariela Fierro Beltrán" userId="2b10e67168de9677" providerId="LiveId" clId="{34AB4175-42C2-46A2-97F8-E3347BBA7CFE}" dt="2023-12-05T14:40:42.904" v="1609" actId="1076"/>
          <ac:spMkLst>
            <pc:docMk/>
            <pc:sldMk cId="1349674786" sldId="265"/>
            <ac:spMk id="6" creationId="{CD0C5CA5-419A-6E75-FFC8-D4305FA9D9C4}"/>
          </ac:spMkLst>
        </pc:spChg>
        <pc:spChg chg="add mod">
          <ac:chgData name="Ariela Fierro Beltrán" userId="2b10e67168de9677" providerId="LiveId" clId="{34AB4175-42C2-46A2-97F8-E3347BBA7CFE}" dt="2023-12-05T14:40:19.693" v="1606" actId="1076"/>
          <ac:spMkLst>
            <pc:docMk/>
            <pc:sldMk cId="1349674786" sldId="265"/>
            <ac:spMk id="7" creationId="{76F7F616-7DA2-B56C-B1B0-C2234080EC1E}"/>
          </ac:spMkLst>
        </pc:spChg>
        <pc:spChg chg="add mod">
          <ac:chgData name="Ariela Fierro Beltrán" userId="2b10e67168de9677" providerId="LiveId" clId="{34AB4175-42C2-46A2-97F8-E3347BBA7CFE}" dt="2023-12-05T14:40:26.310" v="1607" actId="1076"/>
          <ac:spMkLst>
            <pc:docMk/>
            <pc:sldMk cId="1349674786" sldId="265"/>
            <ac:spMk id="8" creationId="{E5E06FFB-5DF6-2E39-5DAF-5E76C60D9CDA}"/>
          </ac:spMkLst>
        </pc:spChg>
        <pc:spChg chg="add mod">
          <ac:chgData name="Ariela Fierro Beltrán" userId="2b10e67168de9677" providerId="LiveId" clId="{34AB4175-42C2-46A2-97F8-E3347BBA7CFE}" dt="2023-12-05T21:41:38.922" v="1727" actId="20577"/>
          <ac:spMkLst>
            <pc:docMk/>
            <pc:sldMk cId="1349674786" sldId="265"/>
            <ac:spMk id="9" creationId="{71C15B71-6D76-831C-87EA-03285B6F8B0A}"/>
          </ac:spMkLst>
        </pc:spChg>
        <pc:graphicFrameChg chg="add del mod">
          <ac:chgData name="Ariela Fierro Beltrán" userId="2b10e67168de9677" providerId="LiveId" clId="{34AB4175-42C2-46A2-97F8-E3347BBA7CFE}" dt="2023-11-21T14:18:53.004" v="10" actId="478"/>
          <ac:graphicFrameMkLst>
            <pc:docMk/>
            <pc:sldMk cId="1349674786" sldId="265"/>
            <ac:graphicFrameMk id="9" creationId="{9AD1666F-604D-0F4C-5D71-DDF58AC256A6}"/>
          </ac:graphicFrameMkLst>
        </pc:graphicFrameChg>
      </pc:sldChg>
      <pc:sldChg chg="delSp modSp new mod">
        <pc:chgData name="Ariela Fierro Beltrán" userId="2b10e67168de9677" providerId="LiveId" clId="{34AB4175-42C2-46A2-97F8-E3347BBA7CFE}" dt="2023-12-13T17:05:14.735" v="1871" actId="27636"/>
        <pc:sldMkLst>
          <pc:docMk/>
          <pc:sldMk cId="55527109" sldId="266"/>
        </pc:sldMkLst>
        <pc:spChg chg="mod">
          <ac:chgData name="Ariela Fierro Beltrán" userId="2b10e67168de9677" providerId="LiveId" clId="{34AB4175-42C2-46A2-97F8-E3347BBA7CFE}" dt="2023-12-05T21:52:48.251" v="1741" actId="313"/>
          <ac:spMkLst>
            <pc:docMk/>
            <pc:sldMk cId="55527109" sldId="266"/>
            <ac:spMk id="3" creationId="{04713FF5-4655-40FE-8C65-9E59381392DA}"/>
          </ac:spMkLst>
        </pc:spChg>
        <pc:spChg chg="del">
          <ac:chgData name="Ariela Fierro Beltrán" userId="2b10e67168de9677" providerId="LiveId" clId="{34AB4175-42C2-46A2-97F8-E3347BBA7CFE}" dt="2023-12-05T21:52:41.930" v="1740" actId="478"/>
          <ac:spMkLst>
            <pc:docMk/>
            <pc:sldMk cId="55527109" sldId="266"/>
            <ac:spMk id="4" creationId="{D12630FF-C177-AC70-B6AF-A0481937D8BE}"/>
          </ac:spMkLst>
        </pc:spChg>
        <pc:spChg chg="mod">
          <ac:chgData name="Ariela Fierro Beltrán" userId="2b10e67168de9677" providerId="LiveId" clId="{34AB4175-42C2-46A2-97F8-E3347BBA7CFE}" dt="2023-12-13T17:05:14.735" v="1871" actId="27636"/>
          <ac:spMkLst>
            <pc:docMk/>
            <pc:sldMk cId="55527109" sldId="266"/>
            <ac:spMk id="5" creationId="{7A34CE31-A6A3-8A80-13FB-722E79E250D1}"/>
          </ac:spMkLst>
        </pc:spChg>
      </pc:sldChg>
      <pc:sldChg chg="addSp delSp modSp new mod">
        <pc:chgData name="Ariela Fierro Beltrán" userId="2b10e67168de9677" providerId="LiveId" clId="{34AB4175-42C2-46A2-97F8-E3347BBA7CFE}" dt="2023-12-14T02:42:16.475" v="2348" actId="14100"/>
        <pc:sldMkLst>
          <pc:docMk/>
          <pc:sldMk cId="382139705" sldId="267"/>
        </pc:sldMkLst>
        <pc:spChg chg="mod">
          <ac:chgData name="Ariela Fierro Beltrán" userId="2b10e67168de9677" providerId="LiveId" clId="{34AB4175-42C2-46A2-97F8-E3347BBA7CFE}" dt="2023-12-12T14:13:49.680" v="1786" actId="20577"/>
          <ac:spMkLst>
            <pc:docMk/>
            <pc:sldMk cId="382139705" sldId="267"/>
            <ac:spMk id="3" creationId="{CC0A7A9D-39A2-B3B0-9A55-F1FB2EB3DDB6}"/>
          </ac:spMkLst>
        </pc:spChg>
        <pc:spChg chg="del">
          <ac:chgData name="Ariela Fierro Beltrán" userId="2b10e67168de9677" providerId="LiveId" clId="{34AB4175-42C2-46A2-97F8-E3347BBA7CFE}" dt="2023-12-14T02:16:13.248" v="2245" actId="478"/>
          <ac:spMkLst>
            <pc:docMk/>
            <pc:sldMk cId="382139705" sldId="267"/>
            <ac:spMk id="5" creationId="{862BC37A-6863-D646-8F94-E0904A0D3D02}"/>
          </ac:spMkLst>
        </pc:spChg>
        <pc:picChg chg="add mod">
          <ac:chgData name="Ariela Fierro Beltrán" userId="2b10e67168de9677" providerId="LiveId" clId="{34AB4175-42C2-46A2-97F8-E3347BBA7CFE}" dt="2023-12-14T02:16:27.738" v="2249" actId="14100"/>
          <ac:picMkLst>
            <pc:docMk/>
            <pc:sldMk cId="382139705" sldId="267"/>
            <ac:picMk id="7" creationId="{05666689-6585-578D-C8EF-E962F5B28A92}"/>
          </ac:picMkLst>
        </pc:picChg>
        <pc:picChg chg="add mod">
          <ac:chgData name="Ariela Fierro Beltrán" userId="2b10e67168de9677" providerId="LiveId" clId="{34AB4175-42C2-46A2-97F8-E3347BBA7CFE}" dt="2023-12-14T02:18:45.051" v="2261" actId="1076"/>
          <ac:picMkLst>
            <pc:docMk/>
            <pc:sldMk cId="382139705" sldId="267"/>
            <ac:picMk id="9" creationId="{6668C1CD-AD9C-7598-0D7B-1AF9D82C7540}"/>
          </ac:picMkLst>
        </pc:picChg>
        <pc:picChg chg="add del">
          <ac:chgData name="Ariela Fierro Beltrán" userId="2b10e67168de9677" providerId="LiveId" clId="{34AB4175-42C2-46A2-97F8-E3347BBA7CFE}" dt="2023-12-14T02:18:04.954" v="2256" actId="478"/>
          <ac:picMkLst>
            <pc:docMk/>
            <pc:sldMk cId="382139705" sldId="267"/>
            <ac:picMk id="11" creationId="{F1BE9C70-4AAD-8F58-F34A-449E87F9F0CD}"/>
          </ac:picMkLst>
        </pc:picChg>
        <pc:picChg chg="add mod">
          <ac:chgData name="Ariela Fierro Beltrán" userId="2b10e67168de9677" providerId="LiveId" clId="{34AB4175-42C2-46A2-97F8-E3347BBA7CFE}" dt="2023-12-14T02:18:39.539" v="2260" actId="1076"/>
          <ac:picMkLst>
            <pc:docMk/>
            <pc:sldMk cId="382139705" sldId="267"/>
            <ac:picMk id="13" creationId="{20936768-D2CC-EC74-1324-9DF3A8285F92}"/>
          </ac:picMkLst>
        </pc:picChg>
        <pc:picChg chg="add del">
          <ac:chgData name="Ariela Fierro Beltrán" userId="2b10e67168de9677" providerId="LiveId" clId="{34AB4175-42C2-46A2-97F8-E3347BBA7CFE}" dt="2023-12-14T02:19:16.329" v="2263" actId="478"/>
          <ac:picMkLst>
            <pc:docMk/>
            <pc:sldMk cId="382139705" sldId="267"/>
            <ac:picMk id="15" creationId="{7791AF08-4A9A-4FBB-9584-0E3BD8640D93}"/>
          </ac:picMkLst>
        </pc:picChg>
        <pc:picChg chg="add mod">
          <ac:chgData name="Ariela Fierro Beltrán" userId="2b10e67168de9677" providerId="LiveId" clId="{34AB4175-42C2-46A2-97F8-E3347BBA7CFE}" dt="2023-12-14T02:22:26.529" v="2281" actId="1076"/>
          <ac:picMkLst>
            <pc:docMk/>
            <pc:sldMk cId="382139705" sldId="267"/>
            <ac:picMk id="17" creationId="{0B72AA66-102C-629E-BF2D-AE282051998D}"/>
          </ac:picMkLst>
        </pc:picChg>
        <pc:picChg chg="add mod">
          <ac:chgData name="Ariela Fierro Beltrán" userId="2b10e67168de9677" providerId="LiveId" clId="{34AB4175-42C2-46A2-97F8-E3347BBA7CFE}" dt="2023-12-14T02:22:31.026" v="2282" actId="1076"/>
          <ac:picMkLst>
            <pc:docMk/>
            <pc:sldMk cId="382139705" sldId="267"/>
            <ac:picMk id="19" creationId="{7A753093-BEBA-942A-04AF-E5C2E0F3CCBB}"/>
          </ac:picMkLst>
        </pc:picChg>
        <pc:picChg chg="add del">
          <ac:chgData name="Ariela Fierro Beltrán" userId="2b10e67168de9677" providerId="LiveId" clId="{34AB4175-42C2-46A2-97F8-E3347BBA7CFE}" dt="2023-12-14T02:21:54.743" v="2275" actId="478"/>
          <ac:picMkLst>
            <pc:docMk/>
            <pc:sldMk cId="382139705" sldId="267"/>
            <ac:picMk id="21" creationId="{2E9568E2-F531-A357-FD65-DA3E517AE980}"/>
          </ac:picMkLst>
        </pc:picChg>
        <pc:picChg chg="add mod">
          <ac:chgData name="Ariela Fierro Beltrán" userId="2b10e67168de9677" providerId="LiveId" clId="{34AB4175-42C2-46A2-97F8-E3347BBA7CFE}" dt="2023-12-14T02:28:05.111" v="2286" actId="14100"/>
          <ac:picMkLst>
            <pc:docMk/>
            <pc:sldMk cId="382139705" sldId="267"/>
            <ac:picMk id="23" creationId="{20CC4C0A-FEE0-132C-EF7B-5138404D4522}"/>
          </ac:picMkLst>
        </pc:picChg>
        <pc:picChg chg="add mod">
          <ac:chgData name="Ariela Fierro Beltrán" userId="2b10e67168de9677" providerId="LiveId" clId="{34AB4175-42C2-46A2-97F8-E3347BBA7CFE}" dt="2023-12-14T02:29:42.560" v="2294" actId="14100"/>
          <ac:picMkLst>
            <pc:docMk/>
            <pc:sldMk cId="382139705" sldId="267"/>
            <ac:picMk id="25" creationId="{6E14DD46-D54C-A7A2-D13E-EC7B88D2F719}"/>
          </ac:picMkLst>
        </pc:picChg>
        <pc:picChg chg="add mod">
          <ac:chgData name="Ariela Fierro Beltrán" userId="2b10e67168de9677" providerId="LiveId" clId="{34AB4175-42C2-46A2-97F8-E3347BBA7CFE}" dt="2023-12-14T02:29:57.271" v="2297" actId="14100"/>
          <ac:picMkLst>
            <pc:docMk/>
            <pc:sldMk cId="382139705" sldId="267"/>
            <ac:picMk id="27" creationId="{77F0A1DB-3D99-7B25-9E5F-541B7716F375}"/>
          </ac:picMkLst>
        </pc:picChg>
        <pc:picChg chg="add del">
          <ac:chgData name="Ariela Fierro Beltrán" userId="2b10e67168de9677" providerId="LiveId" clId="{34AB4175-42C2-46A2-97F8-E3347BBA7CFE}" dt="2023-12-14T02:30:18.455" v="2299" actId="478"/>
          <ac:picMkLst>
            <pc:docMk/>
            <pc:sldMk cId="382139705" sldId="267"/>
            <ac:picMk id="29" creationId="{887FEB35-676F-2585-0719-7133FC0AE03F}"/>
          </ac:picMkLst>
        </pc:picChg>
        <pc:picChg chg="add mod">
          <ac:chgData name="Ariela Fierro Beltrán" userId="2b10e67168de9677" providerId="LiveId" clId="{34AB4175-42C2-46A2-97F8-E3347BBA7CFE}" dt="2023-12-14T02:33:54.918" v="2304" actId="14100"/>
          <ac:picMkLst>
            <pc:docMk/>
            <pc:sldMk cId="382139705" sldId="267"/>
            <ac:picMk id="31" creationId="{89E63C59-9E86-17A9-752D-8AC0FC8E3DDD}"/>
          </ac:picMkLst>
        </pc:picChg>
        <pc:picChg chg="add mod">
          <ac:chgData name="Ariela Fierro Beltrán" userId="2b10e67168de9677" providerId="LiveId" clId="{34AB4175-42C2-46A2-97F8-E3347BBA7CFE}" dt="2023-12-14T02:36:02.010" v="2318" actId="14100"/>
          <ac:picMkLst>
            <pc:docMk/>
            <pc:sldMk cId="382139705" sldId="267"/>
            <ac:picMk id="33" creationId="{93EF5AD3-4197-A9E5-5D89-B6A4CC59A55B}"/>
          </ac:picMkLst>
        </pc:picChg>
        <pc:picChg chg="add mod">
          <ac:chgData name="Ariela Fierro Beltrán" userId="2b10e67168de9677" providerId="LiveId" clId="{34AB4175-42C2-46A2-97F8-E3347BBA7CFE}" dt="2023-12-14T02:35:55.955" v="2317" actId="14100"/>
          <ac:picMkLst>
            <pc:docMk/>
            <pc:sldMk cId="382139705" sldId="267"/>
            <ac:picMk id="35" creationId="{276CFC46-2ECE-33A6-38D1-7442E57F9E20}"/>
          </ac:picMkLst>
        </pc:picChg>
        <pc:picChg chg="add mod">
          <ac:chgData name="Ariela Fierro Beltrán" userId="2b10e67168de9677" providerId="LiveId" clId="{34AB4175-42C2-46A2-97F8-E3347BBA7CFE}" dt="2023-12-14T02:38:15.006" v="2332" actId="14100"/>
          <ac:picMkLst>
            <pc:docMk/>
            <pc:sldMk cId="382139705" sldId="267"/>
            <ac:picMk id="37" creationId="{9BA88A10-6752-D4BA-53DD-9E20F816A31A}"/>
          </ac:picMkLst>
        </pc:picChg>
        <pc:picChg chg="add mod">
          <ac:chgData name="Ariela Fierro Beltrán" userId="2b10e67168de9677" providerId="LiveId" clId="{34AB4175-42C2-46A2-97F8-E3347BBA7CFE}" dt="2023-12-14T02:37:07.526" v="2324" actId="14100"/>
          <ac:picMkLst>
            <pc:docMk/>
            <pc:sldMk cId="382139705" sldId="267"/>
            <ac:picMk id="39" creationId="{4E7380C5-1AB5-18BA-40B3-7B688902C612}"/>
          </ac:picMkLst>
        </pc:picChg>
        <pc:picChg chg="add mod">
          <ac:chgData name="Ariela Fierro Beltrán" userId="2b10e67168de9677" providerId="LiveId" clId="{34AB4175-42C2-46A2-97F8-E3347BBA7CFE}" dt="2023-12-14T02:37:35.308" v="2328" actId="14100"/>
          <ac:picMkLst>
            <pc:docMk/>
            <pc:sldMk cId="382139705" sldId="267"/>
            <ac:picMk id="41" creationId="{CB4E99E5-82B2-E210-F304-99CF23F1BE98}"/>
          </ac:picMkLst>
        </pc:picChg>
        <pc:picChg chg="add mod">
          <ac:chgData name="Ariela Fierro Beltrán" userId="2b10e67168de9677" providerId="LiveId" clId="{34AB4175-42C2-46A2-97F8-E3347BBA7CFE}" dt="2023-12-14T02:38:27.318" v="2335" actId="14100"/>
          <ac:picMkLst>
            <pc:docMk/>
            <pc:sldMk cId="382139705" sldId="267"/>
            <ac:picMk id="43" creationId="{DC6CD5C0-FA62-28E5-4BB1-D8A83F6DCB47}"/>
          </ac:picMkLst>
        </pc:picChg>
        <pc:picChg chg="add mod">
          <ac:chgData name="Ariela Fierro Beltrán" userId="2b10e67168de9677" providerId="LiveId" clId="{34AB4175-42C2-46A2-97F8-E3347BBA7CFE}" dt="2023-12-14T02:39:11.870" v="2340" actId="1076"/>
          <ac:picMkLst>
            <pc:docMk/>
            <pc:sldMk cId="382139705" sldId="267"/>
            <ac:picMk id="45" creationId="{13B574A1-13F7-AEE4-C571-6172EC1FEAE2}"/>
          </ac:picMkLst>
        </pc:picChg>
        <pc:picChg chg="add mod">
          <ac:chgData name="Ariela Fierro Beltrán" userId="2b10e67168de9677" providerId="LiveId" clId="{34AB4175-42C2-46A2-97F8-E3347BBA7CFE}" dt="2023-12-14T02:41:31.982" v="2344" actId="14100"/>
          <ac:picMkLst>
            <pc:docMk/>
            <pc:sldMk cId="382139705" sldId="267"/>
            <ac:picMk id="47" creationId="{3051DD5A-70E5-0E05-7259-3BC90387B4A9}"/>
          </ac:picMkLst>
        </pc:picChg>
        <pc:picChg chg="add mod">
          <ac:chgData name="Ariela Fierro Beltrán" userId="2b10e67168de9677" providerId="LiveId" clId="{34AB4175-42C2-46A2-97F8-E3347BBA7CFE}" dt="2023-12-14T02:42:16.475" v="2348" actId="14100"/>
          <ac:picMkLst>
            <pc:docMk/>
            <pc:sldMk cId="382139705" sldId="267"/>
            <ac:picMk id="49" creationId="{09AAE8E1-8CCE-88C0-70E4-83CC086CF8EF}"/>
          </ac:picMkLst>
        </pc:picChg>
      </pc:sldChg>
      <pc:sldChg chg="modSp new mod">
        <pc:chgData name="Ariela Fierro Beltrán" userId="2b10e67168de9677" providerId="LiveId" clId="{34AB4175-42C2-46A2-97F8-E3347BBA7CFE}" dt="2023-12-14T02:43:51.907" v="2457" actId="20577"/>
        <pc:sldMkLst>
          <pc:docMk/>
          <pc:sldMk cId="2790889117" sldId="268"/>
        </pc:sldMkLst>
        <pc:spChg chg="mod">
          <ac:chgData name="Ariela Fierro Beltrán" userId="2b10e67168de9677" providerId="LiveId" clId="{34AB4175-42C2-46A2-97F8-E3347BBA7CFE}" dt="2023-12-12T14:15:40.301" v="1813" actId="20577"/>
          <ac:spMkLst>
            <pc:docMk/>
            <pc:sldMk cId="2790889117" sldId="268"/>
            <ac:spMk id="3" creationId="{5FDAC7F1-67F2-08B8-AA07-71636486C2F6}"/>
          </ac:spMkLst>
        </pc:spChg>
        <pc:spChg chg="mod">
          <ac:chgData name="Ariela Fierro Beltrán" userId="2b10e67168de9677" providerId="LiveId" clId="{34AB4175-42C2-46A2-97F8-E3347BBA7CFE}" dt="2023-12-14T02:43:51.907" v="2457" actId="20577"/>
          <ac:spMkLst>
            <pc:docMk/>
            <pc:sldMk cId="2790889117" sldId="268"/>
            <ac:spMk id="5" creationId="{742EF639-CDCB-9A11-0F24-1BE64D6AC82C}"/>
          </ac:spMkLst>
        </pc:spChg>
      </pc:sldChg>
      <pc:sldChg chg="modSp new mod">
        <pc:chgData name="Ariela Fierro Beltrán" userId="2b10e67168de9677" providerId="LiveId" clId="{34AB4175-42C2-46A2-97F8-E3347BBA7CFE}" dt="2023-12-14T13:58:55.798" v="2505"/>
        <pc:sldMkLst>
          <pc:docMk/>
          <pc:sldMk cId="238231705" sldId="269"/>
        </pc:sldMkLst>
        <pc:spChg chg="mod">
          <ac:chgData name="Ariela Fierro Beltrán" userId="2b10e67168de9677" providerId="LiveId" clId="{34AB4175-42C2-46A2-97F8-E3347BBA7CFE}" dt="2023-12-12T14:16:41.691" v="1868" actId="313"/>
          <ac:spMkLst>
            <pc:docMk/>
            <pc:sldMk cId="238231705" sldId="269"/>
            <ac:spMk id="3" creationId="{99882669-804B-4859-A68D-6F658E347A6E}"/>
          </ac:spMkLst>
        </pc:spChg>
        <pc:spChg chg="mod">
          <ac:chgData name="Ariela Fierro Beltrán" userId="2b10e67168de9677" providerId="LiveId" clId="{34AB4175-42C2-46A2-97F8-E3347BBA7CFE}" dt="2023-12-14T13:58:55.798" v="2505"/>
          <ac:spMkLst>
            <pc:docMk/>
            <pc:sldMk cId="238231705" sldId="269"/>
            <ac:spMk id="5" creationId="{F8F50757-CE3D-FEC8-5587-BD84002BF138}"/>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image" Target="../media/image16.jpeg"/><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s-CL" dirty="0"/>
              <a:t>Gráfico de desgaste</a:t>
            </a:r>
          </a:p>
        </c:rich>
      </c:tx>
      <c:layout>
        <c:manualLayout>
          <c:xMode val="edge"/>
          <c:yMode val="edge"/>
          <c:x val="0.26079313760463596"/>
          <c:y val="3.1974117245814997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s-CL"/>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2830204693017818E-3"/>
          <c:y val="0.16950622447791572"/>
          <c:w val="0.96795470993507216"/>
          <c:h val="0.72537387832191358"/>
        </c:manualLayout>
      </c:layout>
      <c:bar3DChart>
        <c:barDir val="col"/>
        <c:grouping val="percentStacked"/>
        <c:varyColors val="0"/>
        <c:ser>
          <c:idx val="0"/>
          <c:order val="0"/>
          <c:tx>
            <c:strRef>
              <c:f>Hoja1!$B$1</c:f>
              <c:strCache>
                <c:ptCount val="1"/>
                <c:pt idx="0">
                  <c:v>Espesor Minimo antes de cambio Según su Fabricante</c:v>
                </c:pt>
              </c:strCache>
            </c:strRef>
          </c:tx>
          <c:spPr>
            <a:solidFill>
              <a:schemeClr val="accent1"/>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Discos Delanteros </c:v>
                </c:pt>
                <c:pt idx="1">
                  <c:v>Discos Traseros</c:v>
                </c:pt>
                <c:pt idx="2">
                  <c:v>Pastillas delanteras</c:v>
                </c:pt>
                <c:pt idx="3">
                  <c:v>Pastillas traseras</c:v>
                </c:pt>
              </c:strCache>
            </c:strRef>
          </c:cat>
          <c:val>
            <c:numRef>
              <c:f>Hoja1!$B$2:$B$5</c:f>
              <c:numCache>
                <c:formatCode>General</c:formatCode>
                <c:ptCount val="4"/>
                <c:pt idx="0">
                  <c:v>24.4</c:v>
                </c:pt>
                <c:pt idx="1">
                  <c:v>8</c:v>
                </c:pt>
                <c:pt idx="2">
                  <c:v>2</c:v>
                </c:pt>
                <c:pt idx="3">
                  <c:v>2</c:v>
                </c:pt>
              </c:numCache>
            </c:numRef>
          </c:val>
          <c:extLst>
            <c:ext xmlns:c16="http://schemas.microsoft.com/office/drawing/2014/chart" uri="{C3380CC4-5D6E-409C-BE32-E72D297353CC}">
              <c16:uniqueId val="{00000000-7E7C-4205-9CDC-1C1E1C74F95A}"/>
            </c:ext>
          </c:extLst>
        </c:ser>
        <c:ser>
          <c:idx val="1"/>
          <c:order val="1"/>
          <c:tx>
            <c:strRef>
              <c:f>Hoja1!$C$1</c:f>
              <c:strCache>
                <c:ptCount val="1"/>
                <c:pt idx="0">
                  <c:v>Desgaste Actual</c:v>
                </c:pt>
              </c:strCache>
            </c:strRef>
          </c:tx>
          <c:spPr>
            <a:solidFill>
              <a:schemeClr val="accent3"/>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Discos Delanteros </c:v>
                </c:pt>
                <c:pt idx="1">
                  <c:v>Discos Traseros</c:v>
                </c:pt>
                <c:pt idx="2">
                  <c:v>Pastillas delanteras</c:v>
                </c:pt>
                <c:pt idx="3">
                  <c:v>Pastillas traseras</c:v>
                </c:pt>
              </c:strCache>
            </c:strRef>
          </c:cat>
          <c:val>
            <c:numRef>
              <c:f>Hoja1!$C$2:$C$5</c:f>
              <c:numCache>
                <c:formatCode>General</c:formatCode>
                <c:ptCount val="4"/>
                <c:pt idx="0">
                  <c:v>4</c:v>
                </c:pt>
                <c:pt idx="1">
                  <c:v>4.4000000000000004</c:v>
                </c:pt>
                <c:pt idx="2">
                  <c:v>1</c:v>
                </c:pt>
                <c:pt idx="3">
                  <c:v>1.2</c:v>
                </c:pt>
              </c:numCache>
            </c:numRef>
          </c:val>
          <c:extLst>
            <c:ext xmlns:c16="http://schemas.microsoft.com/office/drawing/2014/chart" uri="{C3380CC4-5D6E-409C-BE32-E72D297353CC}">
              <c16:uniqueId val="{00000001-7E7C-4205-9CDC-1C1E1C74F95A}"/>
            </c:ext>
          </c:extLst>
        </c:ser>
        <c:ser>
          <c:idx val="2"/>
          <c:order val="2"/>
          <c:tx>
            <c:strRef>
              <c:f>Hoja1!$D$1</c:f>
              <c:strCache>
                <c:ptCount val="1"/>
                <c:pt idx="0">
                  <c:v>Variación de Espesor de Discos</c:v>
                </c:pt>
              </c:strCache>
            </c:strRef>
          </c:tx>
          <c:spPr>
            <a:solidFill>
              <a:schemeClr val="accent5"/>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Discos Delanteros </c:v>
                </c:pt>
                <c:pt idx="1">
                  <c:v>Discos Traseros</c:v>
                </c:pt>
                <c:pt idx="2">
                  <c:v>Pastillas delanteras</c:v>
                </c:pt>
                <c:pt idx="3">
                  <c:v>Pastillas traseras</c:v>
                </c:pt>
              </c:strCache>
            </c:strRef>
          </c:cat>
          <c:val>
            <c:numRef>
              <c:f>Hoja1!$D$2:$D$5</c:f>
              <c:numCache>
                <c:formatCode>General</c:formatCode>
                <c:ptCount val="4"/>
                <c:pt idx="0">
                  <c:v>0.01</c:v>
                </c:pt>
                <c:pt idx="1">
                  <c:v>0.01</c:v>
                </c:pt>
              </c:numCache>
            </c:numRef>
          </c:val>
          <c:extLst>
            <c:ext xmlns:c16="http://schemas.microsoft.com/office/drawing/2014/chart" uri="{C3380CC4-5D6E-409C-BE32-E72D297353CC}">
              <c16:uniqueId val="{00000002-7E7C-4205-9CDC-1C1E1C74F95A}"/>
            </c:ext>
          </c:extLst>
        </c:ser>
        <c:dLbls>
          <c:showLegendKey val="0"/>
          <c:showVal val="1"/>
          <c:showCatName val="0"/>
          <c:showSerName val="0"/>
          <c:showPercent val="0"/>
          <c:showBubbleSize val="0"/>
        </c:dLbls>
        <c:gapWidth val="79"/>
        <c:shape val="box"/>
        <c:axId val="2003151632"/>
        <c:axId val="373023360"/>
        <c:axId val="0"/>
      </c:bar3DChart>
      <c:catAx>
        <c:axId val="20031516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s-CL"/>
          </a:p>
        </c:txPr>
        <c:crossAx val="373023360"/>
        <c:crosses val="autoZero"/>
        <c:auto val="1"/>
        <c:lblAlgn val="ctr"/>
        <c:lblOffset val="100"/>
        <c:noMultiLvlLbl val="0"/>
      </c:catAx>
      <c:valAx>
        <c:axId val="373023360"/>
        <c:scaling>
          <c:orientation val="minMax"/>
        </c:scaling>
        <c:delete val="1"/>
        <c:axPos val="l"/>
        <c:numFmt formatCode="0%" sourceLinked="1"/>
        <c:majorTickMark val="none"/>
        <c:minorTickMark val="none"/>
        <c:tickLblPos val="nextTo"/>
        <c:crossAx val="2003151632"/>
        <c:crosses val="autoZero"/>
        <c:crossBetween val="between"/>
      </c:valAx>
      <c:spPr>
        <a:noFill/>
        <a:ln>
          <a:noFill/>
        </a:ln>
        <a:effectLst/>
      </c:spPr>
    </c:plotArea>
    <c:legend>
      <c:legendPos val="t"/>
      <c:layout>
        <c:manualLayout>
          <c:xMode val="edge"/>
          <c:yMode val="edge"/>
          <c:x val="9.4121860281366487E-3"/>
          <c:y val="4.8291659001830162E-2"/>
          <c:w val="0.99058781397186335"/>
          <c:h val="0.2359234997844894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blipFill>
      <a:blip xmlns:r="http://schemas.openxmlformats.org/officeDocument/2006/relationships" r:embed="rId3"/>
      <a:tile tx="0" ty="0" sx="100000" sy="100000" flip="none" algn="tl"/>
    </a:blipFill>
    <a:ln>
      <a:noFill/>
    </a:ln>
    <a:effectLst/>
  </c:spPr>
  <c:txPr>
    <a:bodyPr/>
    <a:lstStyle/>
    <a:p>
      <a:pPr>
        <a:defRPr/>
      </a:pPr>
      <a:endParaRPr lang="es-CL"/>
    </a:p>
  </c:txPr>
  <c:externalData r:id="rId4">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12-19T19:27:56.121" idx="1">
    <p:pos x="10" y="10"/>
    <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9T19:28:18.520" idx="2">
    <p:pos x="10" y="10"/>
    <p:text>falta APA para imagenes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9T19:28:44.718" idx="3">
    <p:pos x="10" y="10"/>
    <p:text>se recomienda incorporar referencias bibliográficas a las respuestas para dar respaldo a sus afirmaciones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9T19:29:37.299" idx="4">
    <p:pos x="10" y="10"/>
    <p:text>debe incorporar descripción de las imágenes... por sí solas no muestran información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9T19:30:21.063" idx="5">
    <p:pos x="5472" y="1477"/>
    <p:text>mejorar redacción</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9T19:30:56.067" idx="6">
    <p:pos x="2518" y="1208"/>
    <p:text>además debe describir para qué se utilizó el programa</p:text>
    <p:extLst>
      <p:ext uri="{C676402C-5697-4E1C-873F-D02D1690AC5C}">
        <p15:threadingInfo xmlns:p15="http://schemas.microsoft.com/office/powerpoint/2012/main" timeZoneBias="180"/>
      </p:ext>
    </p:extLst>
  </p:cm>
</p:cmLst>
</file>

<file path=ppt/diagrams/_rels/data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image" Target="../media/image9.jfif"/></Relationships>
</file>

<file path=ppt/diagrams/_rels/drawing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0B53D8-08A5-4506-B0FA-2ED999989837}" type="doc">
      <dgm:prSet loTypeId="urn:microsoft.com/office/officeart/2005/8/layout/hList6" loCatId="list" qsTypeId="urn:microsoft.com/office/officeart/2005/8/quickstyle/3d7" qsCatId="3D" csTypeId="urn:microsoft.com/office/officeart/2005/8/colors/colorful1" csCatId="colorful" phldr="1"/>
      <dgm:spPr/>
      <dgm:t>
        <a:bodyPr/>
        <a:lstStyle/>
        <a:p>
          <a:endParaRPr lang="es-CL"/>
        </a:p>
      </dgm:t>
    </dgm:pt>
    <dgm:pt modelId="{D51D2045-A91B-45B7-A561-036DF7FEB226}">
      <dgm:prSet phldrT="[Texto]" custT="1"/>
      <dgm:spPr/>
      <dgm:t>
        <a:bodyPr/>
        <a:lstStyle/>
        <a:p>
          <a:r>
            <a:rPr lang="es-ES" sz="1600" b="1" dirty="0">
              <a:latin typeface="Arial" panose="020B0604020202020204" pitchFamily="34" charset="0"/>
              <a:cs typeface="Arial" panose="020B0604020202020204" pitchFamily="34" charset="0"/>
            </a:rPr>
            <a:t>Tema de Investigación </a:t>
          </a:r>
          <a:r>
            <a:rPr lang="es-ES" sz="1400" dirty="0">
              <a:latin typeface="Arial" panose="020B0604020202020204" pitchFamily="34" charset="0"/>
              <a:cs typeface="Arial" panose="020B0604020202020204" pitchFamily="34" charset="0"/>
            </a:rPr>
            <a:t>Sistema de Frenos:</a:t>
          </a:r>
          <a:endParaRPr lang="es-CL" sz="1600" b="1" dirty="0">
            <a:latin typeface="Arial" panose="020B0604020202020204" pitchFamily="34" charset="0"/>
            <a:cs typeface="Arial" panose="020B0604020202020204" pitchFamily="34" charset="0"/>
          </a:endParaRPr>
        </a:p>
      </dgm:t>
    </dgm:pt>
    <dgm:pt modelId="{18788A46-829B-4C7F-848B-B7DDBF467DC0}" type="parTrans" cxnId="{1F33DC04-7B24-420B-AFF3-364FC40FF649}">
      <dgm:prSet/>
      <dgm:spPr/>
      <dgm:t>
        <a:bodyPr/>
        <a:lstStyle/>
        <a:p>
          <a:endParaRPr lang="es-CL"/>
        </a:p>
      </dgm:t>
    </dgm:pt>
    <dgm:pt modelId="{A9E96E92-02AF-4EE1-9DBA-5AB7342DEDCE}" type="sibTrans" cxnId="{1F33DC04-7B24-420B-AFF3-364FC40FF649}">
      <dgm:prSet/>
      <dgm:spPr/>
      <dgm:t>
        <a:bodyPr/>
        <a:lstStyle/>
        <a:p>
          <a:endParaRPr lang="es-CL"/>
        </a:p>
      </dgm:t>
    </dgm:pt>
    <dgm:pt modelId="{47E09E05-3B46-48C4-A440-1F2A5EB882A0}">
      <dgm:prSet phldrT="[Texto]" custT="1"/>
      <dgm:spPr/>
      <dgm:t>
        <a:bodyPr/>
        <a:lstStyle/>
        <a:p>
          <a:r>
            <a:rPr lang="es-ES" sz="1400" dirty="0">
              <a:latin typeface="Arial" panose="020B0604020202020204" pitchFamily="34" charset="0"/>
              <a:cs typeface="Arial" panose="020B0604020202020204" pitchFamily="34" charset="0"/>
            </a:rPr>
            <a:t>Medición de la Distancia de Frenado Actual: Realizar pruebas de frenado para medir la distancia de frenado actual del vehículo en diversas condiciones de velocidad y superficie de la carretera</a:t>
          </a:r>
          <a:r>
            <a:rPr lang="es-ES" sz="1600" dirty="0">
              <a:latin typeface="Arial" panose="020B0604020202020204" pitchFamily="34" charset="0"/>
              <a:cs typeface="Arial" panose="020B0604020202020204" pitchFamily="34" charset="0"/>
            </a:rPr>
            <a:t>.</a:t>
          </a:r>
          <a:endParaRPr lang="es-CL" sz="1600" dirty="0">
            <a:latin typeface="Arial" panose="020B0604020202020204" pitchFamily="34" charset="0"/>
            <a:cs typeface="Arial" panose="020B0604020202020204" pitchFamily="34" charset="0"/>
          </a:endParaRPr>
        </a:p>
      </dgm:t>
    </dgm:pt>
    <dgm:pt modelId="{6B2F028E-C4EE-4061-809A-B4649D47E50C}" type="parTrans" cxnId="{FFB3B6D9-3051-4F92-958E-09B7D6068F5D}">
      <dgm:prSet/>
      <dgm:spPr/>
      <dgm:t>
        <a:bodyPr/>
        <a:lstStyle/>
        <a:p>
          <a:endParaRPr lang="es-CL"/>
        </a:p>
      </dgm:t>
    </dgm:pt>
    <dgm:pt modelId="{AB8D5C05-4ED7-4BA8-9C0B-9FC5C334F6FE}" type="sibTrans" cxnId="{FFB3B6D9-3051-4F92-958E-09B7D6068F5D}">
      <dgm:prSet/>
      <dgm:spPr/>
      <dgm:t>
        <a:bodyPr/>
        <a:lstStyle/>
        <a:p>
          <a:endParaRPr lang="es-CL"/>
        </a:p>
      </dgm:t>
    </dgm:pt>
    <dgm:pt modelId="{7D2C62DB-D1CC-411D-9582-D54507FA6FE3}">
      <dgm:prSet phldrT="[Texto]" custT="1"/>
      <dgm:spPr/>
      <dgm:t>
        <a:bodyPr/>
        <a:lstStyle/>
        <a:p>
          <a:r>
            <a:rPr lang="es-ES" sz="1600" b="1" u="none" dirty="0">
              <a:latin typeface="Arial" panose="020B0604020202020204" pitchFamily="34" charset="0"/>
              <a:cs typeface="Arial" panose="020B0604020202020204" pitchFamily="34" charset="0"/>
            </a:rPr>
            <a:t>Nociones Matemáticas</a:t>
          </a:r>
        </a:p>
        <a:p>
          <a:r>
            <a:rPr lang="es-CL" sz="1400" dirty="0">
              <a:latin typeface="Arial" panose="020B0604020202020204" pitchFamily="34" charset="0"/>
              <a:cs typeface="Arial" panose="020B0604020202020204" pitchFamily="34" charset="0"/>
            </a:rPr>
            <a:t>Cálculos Matemáticos Posibles:</a:t>
          </a:r>
        </a:p>
      </dgm:t>
    </dgm:pt>
    <dgm:pt modelId="{8500C74E-5366-4E61-8E4F-812074A27058}" type="parTrans" cxnId="{42661567-AF66-4BFF-9D98-C43A92F013B5}">
      <dgm:prSet/>
      <dgm:spPr/>
      <dgm:t>
        <a:bodyPr/>
        <a:lstStyle/>
        <a:p>
          <a:endParaRPr lang="es-CL"/>
        </a:p>
      </dgm:t>
    </dgm:pt>
    <dgm:pt modelId="{9C411FDB-67D0-43C7-AB90-CE8FD07D8226}" type="sibTrans" cxnId="{42661567-AF66-4BFF-9D98-C43A92F013B5}">
      <dgm:prSet/>
      <dgm:spPr/>
      <dgm:t>
        <a:bodyPr/>
        <a:lstStyle/>
        <a:p>
          <a:endParaRPr lang="es-CL"/>
        </a:p>
      </dgm:t>
    </dgm:pt>
    <dgm:pt modelId="{6AE04CBA-9425-419B-B378-5EC8902E800F}">
      <dgm:prSet phldrT="[Texto]" custT="1"/>
      <dgm:spPr/>
      <dgm:t>
        <a:bodyPr/>
        <a:lstStyle/>
        <a:p>
          <a:r>
            <a:rPr lang="es-ES" sz="1600" b="1" dirty="0">
              <a:latin typeface="Arial" panose="020B0604020202020204" pitchFamily="34" charset="0"/>
              <a:cs typeface="Arial" panose="020B0604020202020204" pitchFamily="34" charset="0"/>
            </a:rPr>
            <a:t>Problemática Abordar</a:t>
          </a:r>
          <a:endParaRPr lang="es-CL" sz="1600" b="1" dirty="0">
            <a:latin typeface="Arial" panose="020B0604020202020204" pitchFamily="34" charset="0"/>
            <a:cs typeface="Arial" panose="020B0604020202020204" pitchFamily="34" charset="0"/>
          </a:endParaRPr>
        </a:p>
      </dgm:t>
    </dgm:pt>
    <dgm:pt modelId="{9125144D-7303-4BA4-B0CE-3BEB10D4360D}" type="parTrans" cxnId="{0105A3DA-2469-4CF8-A8D2-A97A7540F964}">
      <dgm:prSet/>
      <dgm:spPr/>
      <dgm:t>
        <a:bodyPr/>
        <a:lstStyle/>
        <a:p>
          <a:endParaRPr lang="es-CL"/>
        </a:p>
      </dgm:t>
    </dgm:pt>
    <dgm:pt modelId="{AB7C3B66-6BA7-4718-A0BF-BCE09C3511F1}" type="sibTrans" cxnId="{0105A3DA-2469-4CF8-A8D2-A97A7540F964}">
      <dgm:prSet/>
      <dgm:spPr/>
      <dgm:t>
        <a:bodyPr/>
        <a:lstStyle/>
        <a:p>
          <a:endParaRPr lang="es-CL"/>
        </a:p>
      </dgm:t>
    </dgm:pt>
    <dgm:pt modelId="{8E173597-6316-43AB-AF13-F3B13220442B}">
      <dgm:prSet phldrT="[Texto]" custT="1"/>
      <dgm:spPr/>
      <dgm:t>
        <a:bodyPr/>
        <a:lstStyle/>
        <a:p>
          <a:r>
            <a:rPr lang="es-ES" sz="1400" dirty="0">
              <a:latin typeface="Arial" panose="020B0604020202020204" pitchFamily="34" charset="0"/>
              <a:cs typeface="Arial" panose="020B0604020202020204" pitchFamily="34" charset="0"/>
            </a:rPr>
            <a:t>El Vehículo  aumenta su distancia de frenado considerablemente,  depende de qué tan rápido se esté conduciendo, la condición de la carretera y la condición de sus frenos. </a:t>
          </a:r>
          <a:endParaRPr lang="es-CL" sz="1400" dirty="0">
            <a:latin typeface="Arial" panose="020B0604020202020204" pitchFamily="34" charset="0"/>
            <a:cs typeface="Arial" panose="020B0604020202020204" pitchFamily="34" charset="0"/>
          </a:endParaRPr>
        </a:p>
      </dgm:t>
    </dgm:pt>
    <dgm:pt modelId="{27768C18-EB33-41A5-9ACC-3AA277E2FF65}" type="parTrans" cxnId="{026E8866-45E9-4ACD-922C-792B8576DEC5}">
      <dgm:prSet/>
      <dgm:spPr/>
      <dgm:t>
        <a:bodyPr/>
        <a:lstStyle/>
        <a:p>
          <a:endParaRPr lang="es-CL"/>
        </a:p>
      </dgm:t>
    </dgm:pt>
    <dgm:pt modelId="{1DA6952D-A883-43BB-B1DB-5FD15BC4E9D2}" type="sibTrans" cxnId="{026E8866-45E9-4ACD-922C-792B8576DEC5}">
      <dgm:prSet/>
      <dgm:spPr/>
      <dgm:t>
        <a:bodyPr/>
        <a:lstStyle/>
        <a:p>
          <a:endParaRPr lang="es-CL"/>
        </a:p>
      </dgm:t>
    </dgm:pt>
    <dgm:pt modelId="{A1461A6F-3D71-48A9-822D-D5A886157FF3}">
      <dgm:prSet phldrT="[Texto]" custT="1"/>
      <dgm:spPr/>
      <dgm:t>
        <a:bodyPr/>
        <a:lstStyle/>
        <a:p>
          <a:r>
            <a:rPr lang="es-ES" sz="1400" dirty="0">
              <a:latin typeface="Arial" panose="020B0604020202020204" pitchFamily="34" charset="0"/>
              <a:cs typeface="Arial" panose="020B0604020202020204" pitchFamily="34" charset="0"/>
            </a:rPr>
            <a:t>Mod</a:t>
          </a:r>
          <a:r>
            <a:rPr lang="es-CL" sz="1400" dirty="0">
              <a:latin typeface="Arial" panose="020B0604020202020204" pitchFamily="34" charset="0"/>
              <a:cs typeface="Arial" panose="020B0604020202020204" pitchFamily="34" charset="0"/>
            </a:rPr>
            <a:t>elo Hyundai Tucson del año 2018  versión TI GI Advance motor 2.0. </a:t>
          </a:r>
        </a:p>
      </dgm:t>
    </dgm:pt>
    <dgm:pt modelId="{BB11F65D-73D7-40D9-993C-8BF796DA8D68}" type="parTrans" cxnId="{DAF4939F-E5A4-40F9-8841-9CC86A53C76E}">
      <dgm:prSet/>
      <dgm:spPr/>
      <dgm:t>
        <a:bodyPr/>
        <a:lstStyle/>
        <a:p>
          <a:endParaRPr lang="es-CL"/>
        </a:p>
      </dgm:t>
    </dgm:pt>
    <dgm:pt modelId="{2128749C-7C6D-4746-BE89-3D8F0A8294D0}" type="sibTrans" cxnId="{DAF4939F-E5A4-40F9-8841-9CC86A53C76E}">
      <dgm:prSet/>
      <dgm:spPr/>
      <dgm:t>
        <a:bodyPr/>
        <a:lstStyle/>
        <a:p>
          <a:endParaRPr lang="es-CL"/>
        </a:p>
      </dgm:t>
    </dgm:pt>
    <dgm:pt modelId="{E63F6116-00D7-43E5-8B37-D2DF8CAB6277}">
      <dgm:prSet phldrT="[Texto]" custT="1"/>
      <dgm:spPr/>
      <dgm:t>
        <a:bodyPr/>
        <a:lstStyle/>
        <a:p>
          <a:r>
            <a:rPr lang="es-CL" sz="1400" dirty="0">
              <a:latin typeface="Arial" panose="020B0604020202020204" pitchFamily="34" charset="0"/>
              <a:cs typeface="Arial" panose="020B0604020202020204" pitchFamily="34" charset="0"/>
            </a:rPr>
            <a:t>Cálculo de Grosor Final Después del Rectificado: Grosor final = Grosor inicial - Material eliminado durante el rectificado</a:t>
          </a:r>
        </a:p>
      </dgm:t>
    </dgm:pt>
    <dgm:pt modelId="{06628864-9169-4322-90F5-AAB8FD986621}" type="parTrans" cxnId="{6ECD9AE7-4176-48B3-8A50-7F7165C26FD5}">
      <dgm:prSet/>
      <dgm:spPr/>
      <dgm:t>
        <a:bodyPr/>
        <a:lstStyle/>
        <a:p>
          <a:endParaRPr lang="es-CL"/>
        </a:p>
      </dgm:t>
    </dgm:pt>
    <dgm:pt modelId="{5B72831C-88B8-48D0-A37E-677671FB00E2}" type="sibTrans" cxnId="{6ECD9AE7-4176-48B3-8A50-7F7165C26FD5}">
      <dgm:prSet/>
      <dgm:spPr/>
      <dgm:t>
        <a:bodyPr/>
        <a:lstStyle/>
        <a:p>
          <a:endParaRPr lang="es-CL"/>
        </a:p>
      </dgm:t>
    </dgm:pt>
    <dgm:pt modelId="{0ECF0F6B-A050-4AFB-B507-B63FE46D9D89}">
      <dgm:prSet phldrT="[Texto]" custT="1"/>
      <dgm:spPr/>
      <dgm:t>
        <a:bodyPr/>
        <a:lstStyle/>
        <a:p>
          <a:r>
            <a:rPr lang="es-CL" sz="1400" dirty="0">
              <a:latin typeface="Arial" panose="020B0604020202020204" pitchFamily="34" charset="0"/>
              <a:cs typeface="Arial" panose="020B0604020202020204" pitchFamily="34" charset="0"/>
            </a:rPr>
            <a:t>Cálculo del Material a Eliminar: Material a eliminar = Grosor inicial - Grosor mínimo especificado por el fabricante</a:t>
          </a:r>
        </a:p>
      </dgm:t>
    </dgm:pt>
    <dgm:pt modelId="{F9583A5B-CF6A-48D1-8B26-5A541AF0B0B0}" type="sibTrans" cxnId="{F375C9AA-F4F9-413D-A55A-0B66F0BFA6EE}">
      <dgm:prSet/>
      <dgm:spPr/>
      <dgm:t>
        <a:bodyPr/>
        <a:lstStyle/>
        <a:p>
          <a:endParaRPr lang="es-CL"/>
        </a:p>
      </dgm:t>
    </dgm:pt>
    <dgm:pt modelId="{440F7B8F-6985-4268-B89B-DC50114EC49F}" type="parTrans" cxnId="{F375C9AA-F4F9-413D-A55A-0B66F0BFA6EE}">
      <dgm:prSet/>
      <dgm:spPr/>
      <dgm:t>
        <a:bodyPr/>
        <a:lstStyle/>
        <a:p>
          <a:endParaRPr lang="es-CL"/>
        </a:p>
      </dgm:t>
    </dgm:pt>
    <dgm:pt modelId="{2666024B-F203-4637-B424-058CDACE9683}">
      <dgm:prSet custT="1"/>
      <dgm:spPr/>
      <dgm:t>
        <a:bodyPr/>
        <a:lstStyle/>
        <a:p>
          <a:r>
            <a:rPr lang="es-ES" sz="1400" dirty="0">
              <a:latin typeface="Arial" panose="020B0604020202020204" pitchFamily="34" charset="0"/>
              <a:cs typeface="Arial" panose="020B0604020202020204" pitchFamily="34" charset="0"/>
            </a:rPr>
            <a:t>Tras todo el sistema de frenos es muy importante para la seguirdad de todos los ocupantes dentro de este y fuera también, en este sistema lo que nosotros nos vamos a enfocar en sus discos de frenos, pastillas de freno o tambores de freno  traseros</a:t>
          </a:r>
          <a:endParaRPr lang="es-CL" sz="1400" dirty="0">
            <a:latin typeface="Arial" panose="020B0604020202020204" pitchFamily="34" charset="0"/>
            <a:cs typeface="Arial" panose="020B0604020202020204" pitchFamily="34" charset="0"/>
          </a:endParaRPr>
        </a:p>
      </dgm:t>
    </dgm:pt>
    <dgm:pt modelId="{393B5826-331E-49C3-A7D1-14F3B36BF6B8}" type="parTrans" cxnId="{595B416A-3504-420C-ACE0-0EDE1C40D3E1}">
      <dgm:prSet/>
      <dgm:spPr/>
      <dgm:t>
        <a:bodyPr/>
        <a:lstStyle/>
        <a:p>
          <a:endParaRPr lang="es-CL"/>
        </a:p>
      </dgm:t>
    </dgm:pt>
    <dgm:pt modelId="{9B58E0B5-BB95-4893-BF06-EA09CA340659}" type="sibTrans" cxnId="{595B416A-3504-420C-ACE0-0EDE1C40D3E1}">
      <dgm:prSet/>
      <dgm:spPr/>
      <dgm:t>
        <a:bodyPr/>
        <a:lstStyle/>
        <a:p>
          <a:endParaRPr lang="es-CL"/>
        </a:p>
      </dgm:t>
    </dgm:pt>
    <dgm:pt modelId="{F13A40D3-AC5B-43D8-A35D-AD1FF134CC1C}">
      <dgm:prSet phldrT="[Texto]" custT="1"/>
      <dgm:spPr/>
      <dgm:t>
        <a:bodyPr/>
        <a:lstStyle/>
        <a:p>
          <a:r>
            <a:rPr lang="es-CL" sz="1400" dirty="0">
              <a:latin typeface="Arial" panose="020B0604020202020204" pitchFamily="34" charset="0"/>
              <a:cs typeface="Arial" panose="020B0604020202020204" pitchFamily="34" charset="0"/>
            </a:rPr>
            <a:t>Desarrollo de Materiales Innovadores para Frenos: </a:t>
          </a:r>
          <a:r>
            <a:rPr lang="es-ES" sz="1400" dirty="0">
              <a:latin typeface="Arial" panose="020B0604020202020204" pitchFamily="34" charset="0"/>
              <a:cs typeface="Arial" panose="020B0604020202020204" pitchFamily="34" charset="0"/>
            </a:rPr>
            <a:t> nuevos materiales para discos y pastillas de freno con el objetivo de mejorar la eficiencia del frenado y reducir la distancia de frenado. </a:t>
          </a:r>
          <a:endParaRPr lang="es-CL" sz="1400" dirty="0">
            <a:latin typeface="Arial" panose="020B0604020202020204" pitchFamily="34" charset="0"/>
            <a:cs typeface="Arial" panose="020B0604020202020204" pitchFamily="34" charset="0"/>
          </a:endParaRPr>
        </a:p>
      </dgm:t>
    </dgm:pt>
    <dgm:pt modelId="{5ED5CD29-500A-4E65-B06C-72323A6F0578}" type="parTrans" cxnId="{EACCD11B-3A07-4D28-95D2-EF9372376697}">
      <dgm:prSet/>
      <dgm:spPr/>
      <dgm:t>
        <a:bodyPr/>
        <a:lstStyle/>
        <a:p>
          <a:endParaRPr lang="es-CL"/>
        </a:p>
      </dgm:t>
    </dgm:pt>
    <dgm:pt modelId="{B6837EE5-ACD5-408D-8CBA-55EDD59EF0DE}" type="sibTrans" cxnId="{EACCD11B-3A07-4D28-95D2-EF9372376697}">
      <dgm:prSet/>
      <dgm:spPr/>
      <dgm:t>
        <a:bodyPr/>
        <a:lstStyle/>
        <a:p>
          <a:endParaRPr lang="es-CL"/>
        </a:p>
      </dgm:t>
    </dgm:pt>
    <dgm:pt modelId="{BBBF8A40-DB26-468A-A0C8-FD267AFEEA40}">
      <dgm:prSet phldrT="[Texto]" custT="1"/>
      <dgm:spPr/>
      <dgm:t>
        <a:bodyPr/>
        <a:lstStyle/>
        <a:p>
          <a:r>
            <a:rPr lang="es-ES" sz="1400" dirty="0">
              <a:latin typeface="Arial" panose="020B0604020202020204" pitchFamily="34" charset="0"/>
              <a:cs typeface="Arial" panose="020B0604020202020204" pitchFamily="34" charset="0"/>
            </a:rPr>
            <a:t>Influencia de la Velocidad en la Distancia de Frenado.</a:t>
          </a:r>
          <a:endParaRPr lang="es-CL" sz="1400" dirty="0">
            <a:latin typeface="Arial" panose="020B0604020202020204" pitchFamily="34" charset="0"/>
            <a:cs typeface="Arial" panose="020B0604020202020204" pitchFamily="34" charset="0"/>
          </a:endParaRPr>
        </a:p>
      </dgm:t>
    </dgm:pt>
    <dgm:pt modelId="{AFC8C276-FE08-47D1-A977-A1556EE51AAB}" type="parTrans" cxnId="{8F58D88E-9144-4308-821E-313C5325B4C1}">
      <dgm:prSet/>
      <dgm:spPr/>
      <dgm:t>
        <a:bodyPr/>
        <a:lstStyle/>
        <a:p>
          <a:endParaRPr lang="es-CL"/>
        </a:p>
      </dgm:t>
    </dgm:pt>
    <dgm:pt modelId="{50BD2008-DC19-4144-AE59-DBCD89F430D2}" type="sibTrans" cxnId="{8F58D88E-9144-4308-821E-313C5325B4C1}">
      <dgm:prSet/>
      <dgm:spPr/>
      <dgm:t>
        <a:bodyPr/>
        <a:lstStyle/>
        <a:p>
          <a:endParaRPr lang="es-CL"/>
        </a:p>
      </dgm:t>
    </dgm:pt>
    <dgm:pt modelId="{BCD50A20-09F0-4398-ADBA-2978D560D991}" type="pres">
      <dgm:prSet presAssocID="{B10B53D8-08A5-4506-B0FA-2ED999989837}" presName="Name0" presStyleCnt="0">
        <dgm:presLayoutVars>
          <dgm:dir/>
          <dgm:resizeHandles val="exact"/>
        </dgm:presLayoutVars>
      </dgm:prSet>
      <dgm:spPr/>
    </dgm:pt>
    <dgm:pt modelId="{9CA3BCC7-59F7-4E3F-9475-CC21CC294634}" type="pres">
      <dgm:prSet presAssocID="{6AE04CBA-9425-419B-B378-5EC8902E800F}" presName="node" presStyleLbl="node1" presStyleIdx="0" presStyleCnt="3" custScaleX="117166">
        <dgm:presLayoutVars>
          <dgm:bulletEnabled val="1"/>
        </dgm:presLayoutVars>
      </dgm:prSet>
      <dgm:spPr/>
    </dgm:pt>
    <dgm:pt modelId="{04ADC853-9AA9-481F-8853-1BD062163B06}" type="pres">
      <dgm:prSet presAssocID="{AB7C3B66-6BA7-4718-A0BF-BCE09C3511F1}" presName="sibTrans" presStyleCnt="0"/>
      <dgm:spPr/>
    </dgm:pt>
    <dgm:pt modelId="{461CFD8F-F1BB-48BC-9894-4C71F453F307}" type="pres">
      <dgm:prSet presAssocID="{7D2C62DB-D1CC-411D-9582-D54507FA6FE3}" presName="node" presStyleLbl="node1" presStyleIdx="1" presStyleCnt="3">
        <dgm:presLayoutVars>
          <dgm:bulletEnabled val="1"/>
        </dgm:presLayoutVars>
      </dgm:prSet>
      <dgm:spPr/>
    </dgm:pt>
    <dgm:pt modelId="{D0A3F530-215F-49C5-BBEF-D648F9C6AD2F}" type="pres">
      <dgm:prSet presAssocID="{9C411FDB-67D0-43C7-AB90-CE8FD07D8226}" presName="sibTrans" presStyleCnt="0"/>
      <dgm:spPr/>
    </dgm:pt>
    <dgm:pt modelId="{0591CEA2-5F8A-4962-8119-D0B6EC5270B0}" type="pres">
      <dgm:prSet presAssocID="{D51D2045-A91B-45B7-A561-036DF7FEB226}" presName="node" presStyleLbl="node1" presStyleIdx="2" presStyleCnt="3" custScaleX="108469" custLinFactX="-1540" custLinFactNeighborX="-100000" custLinFactNeighborY="1050">
        <dgm:presLayoutVars>
          <dgm:bulletEnabled val="1"/>
        </dgm:presLayoutVars>
      </dgm:prSet>
      <dgm:spPr/>
    </dgm:pt>
  </dgm:ptLst>
  <dgm:cxnLst>
    <dgm:cxn modelId="{1F33DC04-7B24-420B-AFF3-364FC40FF649}" srcId="{B10B53D8-08A5-4506-B0FA-2ED999989837}" destId="{D51D2045-A91B-45B7-A561-036DF7FEB226}" srcOrd="2" destOrd="0" parTransId="{18788A46-829B-4C7F-848B-B7DDBF467DC0}" sibTransId="{A9E96E92-02AF-4EE1-9DBA-5AB7342DEDCE}"/>
    <dgm:cxn modelId="{E9BFCA0E-5E9B-421C-A0CA-CA28991CB8BA}" type="presOf" srcId="{F13A40D3-AC5B-43D8-A35D-AD1FF134CC1C}" destId="{0591CEA2-5F8A-4962-8119-D0B6EC5270B0}" srcOrd="0" destOrd="2" presId="urn:microsoft.com/office/officeart/2005/8/layout/hList6"/>
    <dgm:cxn modelId="{1A120811-3C32-4A91-A0C5-B796BC0C2B60}" type="presOf" srcId="{B10B53D8-08A5-4506-B0FA-2ED999989837}" destId="{BCD50A20-09F0-4398-ADBA-2978D560D991}" srcOrd="0" destOrd="0" presId="urn:microsoft.com/office/officeart/2005/8/layout/hList6"/>
    <dgm:cxn modelId="{EACCD11B-3A07-4D28-95D2-EF9372376697}" srcId="{D51D2045-A91B-45B7-A561-036DF7FEB226}" destId="{F13A40D3-AC5B-43D8-A35D-AD1FF134CC1C}" srcOrd="1" destOrd="0" parTransId="{5ED5CD29-500A-4E65-B06C-72323A6F0578}" sibTransId="{B6837EE5-ACD5-408D-8CBA-55EDD59EF0DE}"/>
    <dgm:cxn modelId="{EF133D3F-F60C-43EA-AF87-9DA6589D595E}" type="presOf" srcId="{BBBF8A40-DB26-468A-A0C8-FD267AFEEA40}" destId="{0591CEA2-5F8A-4962-8119-D0B6EC5270B0}" srcOrd="0" destOrd="1" presId="urn:microsoft.com/office/officeart/2005/8/layout/hList6"/>
    <dgm:cxn modelId="{A6FD5D4F-8122-471A-878C-921351701290}" type="presOf" srcId="{2666024B-F203-4637-B424-058CDACE9683}" destId="{9CA3BCC7-59F7-4E3F-9475-CC21CC294634}" srcOrd="0" destOrd="2" presId="urn:microsoft.com/office/officeart/2005/8/layout/hList6"/>
    <dgm:cxn modelId="{42292D55-CBDA-4B4C-9DBD-B443184AFBC8}" type="presOf" srcId="{0ECF0F6B-A050-4AFB-B507-B63FE46D9D89}" destId="{461CFD8F-F1BB-48BC-9894-4C71F453F307}" srcOrd="0" destOrd="1" presId="urn:microsoft.com/office/officeart/2005/8/layout/hList6"/>
    <dgm:cxn modelId="{98622657-0D9F-4317-9892-E161BA89EC1F}" type="presOf" srcId="{7D2C62DB-D1CC-411D-9582-D54507FA6FE3}" destId="{461CFD8F-F1BB-48BC-9894-4C71F453F307}" srcOrd="0" destOrd="0" presId="urn:microsoft.com/office/officeart/2005/8/layout/hList6"/>
    <dgm:cxn modelId="{026E8866-45E9-4ACD-922C-792B8576DEC5}" srcId="{6AE04CBA-9425-419B-B378-5EC8902E800F}" destId="{8E173597-6316-43AB-AF13-F3B13220442B}" srcOrd="0" destOrd="0" parTransId="{27768C18-EB33-41A5-9ACC-3AA277E2FF65}" sibTransId="{1DA6952D-A883-43BB-B1DB-5FD15BC4E9D2}"/>
    <dgm:cxn modelId="{42661567-AF66-4BFF-9D98-C43A92F013B5}" srcId="{B10B53D8-08A5-4506-B0FA-2ED999989837}" destId="{7D2C62DB-D1CC-411D-9582-D54507FA6FE3}" srcOrd="1" destOrd="0" parTransId="{8500C74E-5366-4E61-8E4F-812074A27058}" sibTransId="{9C411FDB-67D0-43C7-AB90-CE8FD07D8226}"/>
    <dgm:cxn modelId="{97562E6A-FF3C-425F-820A-52D9FAE00C1A}" type="presOf" srcId="{A1461A6F-3D71-48A9-822D-D5A886157FF3}" destId="{9CA3BCC7-59F7-4E3F-9475-CC21CC294634}" srcOrd="0" destOrd="3" presId="urn:microsoft.com/office/officeart/2005/8/layout/hList6"/>
    <dgm:cxn modelId="{595B416A-3504-420C-ACE0-0EDE1C40D3E1}" srcId="{6AE04CBA-9425-419B-B378-5EC8902E800F}" destId="{2666024B-F203-4637-B424-058CDACE9683}" srcOrd="1" destOrd="0" parTransId="{393B5826-331E-49C3-A7D1-14F3B36BF6B8}" sibTransId="{9B58E0B5-BB95-4893-BF06-EA09CA340659}"/>
    <dgm:cxn modelId="{DFCE606C-AC25-470D-8787-9B7E64AF6F42}" type="presOf" srcId="{47E09E05-3B46-48C4-A440-1F2A5EB882A0}" destId="{0591CEA2-5F8A-4962-8119-D0B6EC5270B0}" srcOrd="0" destOrd="3" presId="urn:microsoft.com/office/officeart/2005/8/layout/hList6"/>
    <dgm:cxn modelId="{8F58D88E-9144-4308-821E-313C5325B4C1}" srcId="{D51D2045-A91B-45B7-A561-036DF7FEB226}" destId="{BBBF8A40-DB26-468A-A0C8-FD267AFEEA40}" srcOrd="0" destOrd="0" parTransId="{AFC8C276-FE08-47D1-A977-A1556EE51AAB}" sibTransId="{50BD2008-DC19-4144-AE59-DBCD89F430D2}"/>
    <dgm:cxn modelId="{DAF4939F-E5A4-40F9-8841-9CC86A53C76E}" srcId="{6AE04CBA-9425-419B-B378-5EC8902E800F}" destId="{A1461A6F-3D71-48A9-822D-D5A886157FF3}" srcOrd="2" destOrd="0" parTransId="{BB11F65D-73D7-40D9-993C-8BF796DA8D68}" sibTransId="{2128749C-7C6D-4746-BE89-3D8F0A8294D0}"/>
    <dgm:cxn modelId="{51D3BE9F-25C0-43FF-9663-F9BFF189C4A7}" type="presOf" srcId="{6AE04CBA-9425-419B-B378-5EC8902E800F}" destId="{9CA3BCC7-59F7-4E3F-9475-CC21CC294634}" srcOrd="0" destOrd="0" presId="urn:microsoft.com/office/officeart/2005/8/layout/hList6"/>
    <dgm:cxn modelId="{F375C9AA-F4F9-413D-A55A-0B66F0BFA6EE}" srcId="{7D2C62DB-D1CC-411D-9582-D54507FA6FE3}" destId="{0ECF0F6B-A050-4AFB-B507-B63FE46D9D89}" srcOrd="0" destOrd="0" parTransId="{440F7B8F-6985-4268-B89B-DC50114EC49F}" sibTransId="{F9583A5B-CF6A-48D1-8B26-5A541AF0B0B0}"/>
    <dgm:cxn modelId="{FFB3B6D9-3051-4F92-958E-09B7D6068F5D}" srcId="{D51D2045-A91B-45B7-A561-036DF7FEB226}" destId="{47E09E05-3B46-48C4-A440-1F2A5EB882A0}" srcOrd="2" destOrd="0" parTransId="{6B2F028E-C4EE-4061-809A-B4649D47E50C}" sibTransId="{AB8D5C05-4ED7-4BA8-9C0B-9FC5C334F6FE}"/>
    <dgm:cxn modelId="{0105A3DA-2469-4CF8-A8D2-A97A7540F964}" srcId="{B10B53D8-08A5-4506-B0FA-2ED999989837}" destId="{6AE04CBA-9425-419B-B378-5EC8902E800F}" srcOrd="0" destOrd="0" parTransId="{9125144D-7303-4BA4-B0CE-3BEB10D4360D}" sibTransId="{AB7C3B66-6BA7-4718-A0BF-BCE09C3511F1}"/>
    <dgm:cxn modelId="{689C49DB-A566-4979-93AA-8CD782BFAB8D}" type="presOf" srcId="{D51D2045-A91B-45B7-A561-036DF7FEB226}" destId="{0591CEA2-5F8A-4962-8119-D0B6EC5270B0}" srcOrd="0" destOrd="0" presId="urn:microsoft.com/office/officeart/2005/8/layout/hList6"/>
    <dgm:cxn modelId="{66D1E1E5-04E7-4ABE-8009-3512F27468AC}" type="presOf" srcId="{E63F6116-00D7-43E5-8B37-D2DF8CAB6277}" destId="{461CFD8F-F1BB-48BC-9894-4C71F453F307}" srcOrd="0" destOrd="2" presId="urn:microsoft.com/office/officeart/2005/8/layout/hList6"/>
    <dgm:cxn modelId="{6ECD9AE7-4176-48B3-8A50-7F7165C26FD5}" srcId="{7D2C62DB-D1CC-411D-9582-D54507FA6FE3}" destId="{E63F6116-00D7-43E5-8B37-D2DF8CAB6277}" srcOrd="1" destOrd="0" parTransId="{06628864-9169-4322-90F5-AAB8FD986621}" sibTransId="{5B72831C-88B8-48D0-A37E-677671FB00E2}"/>
    <dgm:cxn modelId="{434BE5F4-C281-4B3D-9467-7CAEC1BA07A0}" type="presOf" srcId="{8E173597-6316-43AB-AF13-F3B13220442B}" destId="{9CA3BCC7-59F7-4E3F-9475-CC21CC294634}" srcOrd="0" destOrd="1" presId="urn:microsoft.com/office/officeart/2005/8/layout/hList6"/>
    <dgm:cxn modelId="{465A746F-DE04-4A4F-B5B9-196D6ADE3D4C}" type="presParOf" srcId="{BCD50A20-09F0-4398-ADBA-2978D560D991}" destId="{9CA3BCC7-59F7-4E3F-9475-CC21CC294634}" srcOrd="0" destOrd="0" presId="urn:microsoft.com/office/officeart/2005/8/layout/hList6"/>
    <dgm:cxn modelId="{D6B87BD9-E119-4341-B41F-C4049F956375}" type="presParOf" srcId="{BCD50A20-09F0-4398-ADBA-2978D560D991}" destId="{04ADC853-9AA9-481F-8853-1BD062163B06}" srcOrd="1" destOrd="0" presId="urn:microsoft.com/office/officeart/2005/8/layout/hList6"/>
    <dgm:cxn modelId="{62C82A8C-B039-410A-A0CB-6D8DAF5BD170}" type="presParOf" srcId="{BCD50A20-09F0-4398-ADBA-2978D560D991}" destId="{461CFD8F-F1BB-48BC-9894-4C71F453F307}" srcOrd="2" destOrd="0" presId="urn:microsoft.com/office/officeart/2005/8/layout/hList6"/>
    <dgm:cxn modelId="{D19DC597-3502-40E6-BECF-796470CA8405}" type="presParOf" srcId="{BCD50A20-09F0-4398-ADBA-2978D560D991}" destId="{D0A3F530-215F-49C5-BBEF-D648F9C6AD2F}" srcOrd="3" destOrd="0" presId="urn:microsoft.com/office/officeart/2005/8/layout/hList6"/>
    <dgm:cxn modelId="{25B35C24-5A9E-4964-85F2-5F83E30287F3}" type="presParOf" srcId="{BCD50A20-09F0-4398-ADBA-2978D560D991}" destId="{0591CEA2-5F8A-4962-8119-D0B6EC5270B0}"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B45BA4D-B21A-4631-B888-AE03CF890C9B}"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s-CL"/>
        </a:p>
      </dgm:t>
    </dgm:pt>
    <dgm:pt modelId="{A69B0936-9FC8-4E23-B8C7-C2129E559E2D}">
      <dgm:prSet phldrT="[Texto]"/>
      <dgm:spPr/>
      <dgm:t>
        <a:bodyPr/>
        <a:lstStyle/>
        <a:p>
          <a:r>
            <a:rPr lang="es-ES" dirty="0"/>
            <a:t>Objetivo</a:t>
          </a:r>
          <a:endParaRPr lang="es-CL" dirty="0"/>
        </a:p>
      </dgm:t>
    </dgm:pt>
    <dgm:pt modelId="{6CAB3D9F-1243-45E8-96B0-5BBCE2667CC5}" type="parTrans" cxnId="{2F48835D-764C-4649-9943-3825026F1C00}">
      <dgm:prSet/>
      <dgm:spPr/>
      <dgm:t>
        <a:bodyPr/>
        <a:lstStyle/>
        <a:p>
          <a:endParaRPr lang="es-CL"/>
        </a:p>
      </dgm:t>
    </dgm:pt>
    <dgm:pt modelId="{622A87AD-E4C9-4CCA-BCA1-4B4BC184528D}" type="sibTrans" cxnId="{2F48835D-764C-4649-9943-3825026F1C00}">
      <dgm:prSet/>
      <dgm:spPr/>
      <dgm:t>
        <a:bodyPr/>
        <a:lstStyle/>
        <a:p>
          <a:endParaRPr lang="es-CL"/>
        </a:p>
      </dgm:t>
    </dgm:pt>
    <dgm:pt modelId="{7AC167C3-9ED4-4340-B558-7AEE6D6366D9}">
      <dgm:prSet phldrT="[Texto]"/>
      <dgm:spPr/>
      <dgm:t>
        <a:bodyPr/>
        <a:lstStyle/>
        <a:p>
          <a:r>
            <a:rPr lang="es-ES" dirty="0"/>
            <a:t>Disminuir la distancia de frenado o obtener la distancia optima de frenado de acuerdo a su fabricante</a:t>
          </a:r>
          <a:endParaRPr lang="es-CL" dirty="0"/>
        </a:p>
      </dgm:t>
    </dgm:pt>
    <dgm:pt modelId="{A73DC5F5-F174-4329-BF8B-3C7C8E51F2D1}" type="parTrans" cxnId="{505CF1D2-B10A-42E7-947D-7DEAC71000A8}">
      <dgm:prSet/>
      <dgm:spPr/>
      <dgm:t>
        <a:bodyPr/>
        <a:lstStyle/>
        <a:p>
          <a:endParaRPr lang="es-CL"/>
        </a:p>
      </dgm:t>
    </dgm:pt>
    <dgm:pt modelId="{217CB0E1-4EBE-4975-999E-A80A003CD0F2}" type="sibTrans" cxnId="{505CF1D2-B10A-42E7-947D-7DEAC71000A8}">
      <dgm:prSet/>
      <dgm:spPr/>
      <dgm:t>
        <a:bodyPr/>
        <a:lstStyle/>
        <a:p>
          <a:endParaRPr lang="es-CL"/>
        </a:p>
      </dgm:t>
    </dgm:pt>
    <dgm:pt modelId="{43A2764B-3407-4CDF-BDBF-2ACFA6719A4D}">
      <dgm:prSet phldrT="[Texto]"/>
      <dgm:spPr/>
      <dgm:t>
        <a:bodyPr/>
        <a:lstStyle/>
        <a:p>
          <a:r>
            <a:rPr lang="es-ES" dirty="0"/>
            <a:t>Preguntas de Investigación</a:t>
          </a:r>
          <a:endParaRPr lang="es-CL" dirty="0"/>
        </a:p>
      </dgm:t>
    </dgm:pt>
    <dgm:pt modelId="{914A06D0-8509-4AB1-B378-2B07647D965B}" type="parTrans" cxnId="{68E8D1E0-9323-44E2-9243-722231230F4F}">
      <dgm:prSet/>
      <dgm:spPr/>
      <dgm:t>
        <a:bodyPr/>
        <a:lstStyle/>
        <a:p>
          <a:endParaRPr lang="es-CL"/>
        </a:p>
      </dgm:t>
    </dgm:pt>
    <dgm:pt modelId="{D2DE1820-FCF8-4F3B-B645-AFAF450C60A0}" type="sibTrans" cxnId="{68E8D1E0-9323-44E2-9243-722231230F4F}">
      <dgm:prSet/>
      <dgm:spPr/>
      <dgm:t>
        <a:bodyPr/>
        <a:lstStyle/>
        <a:p>
          <a:endParaRPr lang="es-CL"/>
        </a:p>
      </dgm:t>
    </dgm:pt>
    <dgm:pt modelId="{CEEB78ED-4F2C-40E3-95B3-E6DED9F22807}">
      <dgm:prSet phldrT="[Texto]"/>
      <dgm:spPr/>
      <dgm:t>
        <a:bodyPr/>
        <a:lstStyle/>
        <a:p>
          <a:r>
            <a:rPr lang="es-ES" dirty="0"/>
            <a:t>1.¿Porque esta Aumentando su distancia de frenado?</a:t>
          </a:r>
          <a:endParaRPr lang="es-CL" dirty="0"/>
        </a:p>
      </dgm:t>
    </dgm:pt>
    <dgm:pt modelId="{F3DD5D92-E9B5-469C-8AB3-F155E4B2022F}" type="parTrans" cxnId="{102992F7-3F3B-498B-A3EF-BB9281187C50}">
      <dgm:prSet/>
      <dgm:spPr/>
      <dgm:t>
        <a:bodyPr/>
        <a:lstStyle/>
        <a:p>
          <a:endParaRPr lang="es-CL"/>
        </a:p>
      </dgm:t>
    </dgm:pt>
    <dgm:pt modelId="{C72F97FC-0C47-43A1-97C9-03F0E214F008}" type="sibTrans" cxnId="{102992F7-3F3B-498B-A3EF-BB9281187C50}">
      <dgm:prSet/>
      <dgm:spPr/>
      <dgm:t>
        <a:bodyPr/>
        <a:lstStyle/>
        <a:p>
          <a:endParaRPr lang="es-CL"/>
        </a:p>
      </dgm:t>
    </dgm:pt>
    <dgm:pt modelId="{FE7F0862-44D6-4DA3-8731-3DAE5C7FEB72}">
      <dgm:prSet/>
      <dgm:spPr/>
      <dgm:t>
        <a:bodyPr/>
        <a:lstStyle/>
        <a:p>
          <a:r>
            <a:rPr lang="es-ES" dirty="0"/>
            <a:t> 2.¿Cómo verificar si aumento su distancia? </a:t>
          </a:r>
          <a:endParaRPr lang="es-CL" dirty="0"/>
        </a:p>
      </dgm:t>
    </dgm:pt>
    <dgm:pt modelId="{12FF3477-1763-416C-8C8D-0AB59F6D3A40}" type="parTrans" cxnId="{C3AABA8C-E11B-4001-A19C-F29D4E8A53E1}">
      <dgm:prSet/>
      <dgm:spPr/>
      <dgm:t>
        <a:bodyPr/>
        <a:lstStyle/>
        <a:p>
          <a:endParaRPr lang="es-CL"/>
        </a:p>
      </dgm:t>
    </dgm:pt>
    <dgm:pt modelId="{2424A3B9-2E88-4F22-AC03-7AD714341FF4}" type="sibTrans" cxnId="{C3AABA8C-E11B-4001-A19C-F29D4E8A53E1}">
      <dgm:prSet/>
      <dgm:spPr/>
      <dgm:t>
        <a:bodyPr/>
        <a:lstStyle/>
        <a:p>
          <a:endParaRPr lang="es-CL"/>
        </a:p>
      </dgm:t>
    </dgm:pt>
    <dgm:pt modelId="{07593B2A-FDAC-4ECC-860C-BD346F3D22D5}">
      <dgm:prSet/>
      <dgm:spPr/>
      <dgm:t>
        <a:bodyPr/>
        <a:lstStyle/>
        <a:p>
          <a:r>
            <a:rPr lang="es-ES"/>
            <a:t>3.¿Cómo solucionamos el problema? </a:t>
          </a:r>
          <a:endParaRPr lang="es-CL"/>
        </a:p>
      </dgm:t>
    </dgm:pt>
    <dgm:pt modelId="{444B9F92-E559-4B99-8E32-ED0685FE49A2}" type="parTrans" cxnId="{942E34C8-D127-4D85-95BE-A97DF29581E8}">
      <dgm:prSet/>
      <dgm:spPr/>
      <dgm:t>
        <a:bodyPr/>
        <a:lstStyle/>
        <a:p>
          <a:endParaRPr lang="es-CL"/>
        </a:p>
      </dgm:t>
    </dgm:pt>
    <dgm:pt modelId="{A21089CE-EC42-4BCC-AAC2-09965CA82E4C}" type="sibTrans" cxnId="{942E34C8-D127-4D85-95BE-A97DF29581E8}">
      <dgm:prSet/>
      <dgm:spPr/>
      <dgm:t>
        <a:bodyPr/>
        <a:lstStyle/>
        <a:p>
          <a:endParaRPr lang="es-CL"/>
        </a:p>
      </dgm:t>
    </dgm:pt>
    <dgm:pt modelId="{9C7C1770-DC74-4EC3-99F2-384F29AFEA17}">
      <dgm:prSet/>
      <dgm:spPr/>
      <dgm:t>
        <a:bodyPr/>
        <a:lstStyle/>
        <a:p>
          <a:r>
            <a:rPr lang="es-ES" dirty="0"/>
            <a:t>4.¿Cómo sabes si hay que cambiar un componente o solo realizarle una rectificada?.</a:t>
          </a:r>
          <a:endParaRPr lang="es-CL" dirty="0"/>
        </a:p>
      </dgm:t>
    </dgm:pt>
    <dgm:pt modelId="{A36AE648-C960-4FBE-9398-92654ADB14C6}" type="parTrans" cxnId="{3ABC5E3A-E655-47E0-B789-58FD40A75761}">
      <dgm:prSet/>
      <dgm:spPr/>
      <dgm:t>
        <a:bodyPr/>
        <a:lstStyle/>
        <a:p>
          <a:endParaRPr lang="es-CL"/>
        </a:p>
      </dgm:t>
    </dgm:pt>
    <dgm:pt modelId="{503FFF5E-07D1-4F79-ABA6-043B0D77AEE5}" type="sibTrans" cxnId="{3ABC5E3A-E655-47E0-B789-58FD40A75761}">
      <dgm:prSet/>
      <dgm:spPr/>
      <dgm:t>
        <a:bodyPr/>
        <a:lstStyle/>
        <a:p>
          <a:endParaRPr lang="es-CL"/>
        </a:p>
      </dgm:t>
    </dgm:pt>
    <dgm:pt modelId="{2068834A-080E-41CE-B169-B023F9057485}">
      <dgm:prSet/>
      <dgm:spPr/>
      <dgm:t>
        <a:bodyPr/>
        <a:lstStyle/>
        <a:p>
          <a:r>
            <a:rPr lang="es-ES" dirty="0"/>
            <a:t> 5.¿Cuánto se puede Rectificar el componente?.</a:t>
          </a:r>
          <a:endParaRPr lang="es-CL" dirty="0"/>
        </a:p>
      </dgm:t>
    </dgm:pt>
    <dgm:pt modelId="{51DEB9A3-AFA0-4937-8CD9-25AFA40CA93A}" type="parTrans" cxnId="{41D765F9-DCE0-42AE-B9FD-35AD8822B7CF}">
      <dgm:prSet/>
      <dgm:spPr/>
      <dgm:t>
        <a:bodyPr/>
        <a:lstStyle/>
        <a:p>
          <a:endParaRPr lang="es-CL"/>
        </a:p>
      </dgm:t>
    </dgm:pt>
    <dgm:pt modelId="{9D0D9C10-2AD8-4140-B2A8-F4316B40723C}" type="sibTrans" cxnId="{41D765F9-DCE0-42AE-B9FD-35AD8822B7CF}">
      <dgm:prSet/>
      <dgm:spPr/>
      <dgm:t>
        <a:bodyPr/>
        <a:lstStyle/>
        <a:p>
          <a:endParaRPr lang="es-CL"/>
        </a:p>
      </dgm:t>
    </dgm:pt>
    <dgm:pt modelId="{F4EE6DE3-1B47-48AF-A2A3-17DE5323A43D}">
      <dgm:prSet/>
      <dgm:spPr/>
      <dgm:t>
        <a:bodyPr/>
        <a:lstStyle/>
        <a:p>
          <a:r>
            <a:rPr lang="es-ES" dirty="0"/>
            <a:t>6.¿Porque al frenar hace un chillido?.</a:t>
          </a:r>
          <a:endParaRPr lang="es-CL" dirty="0"/>
        </a:p>
      </dgm:t>
    </dgm:pt>
    <dgm:pt modelId="{A76FCF40-586E-4742-8357-9379FA865568}" type="parTrans" cxnId="{8A5BD754-0DA9-4D81-8333-DA5392CAA60D}">
      <dgm:prSet/>
      <dgm:spPr/>
      <dgm:t>
        <a:bodyPr/>
        <a:lstStyle/>
        <a:p>
          <a:endParaRPr lang="es-CL"/>
        </a:p>
      </dgm:t>
    </dgm:pt>
    <dgm:pt modelId="{99FE2B0C-49A4-4678-AC0A-1A62D8616196}" type="sibTrans" cxnId="{8A5BD754-0DA9-4D81-8333-DA5392CAA60D}">
      <dgm:prSet/>
      <dgm:spPr/>
      <dgm:t>
        <a:bodyPr/>
        <a:lstStyle/>
        <a:p>
          <a:endParaRPr lang="es-CL"/>
        </a:p>
      </dgm:t>
    </dgm:pt>
    <dgm:pt modelId="{C7F5641B-8611-4792-A6B5-2E6F35B135CB}">
      <dgm:prSet/>
      <dgm:spPr/>
      <dgm:t>
        <a:bodyPr/>
        <a:lstStyle/>
        <a:p>
          <a:r>
            <a:rPr lang="es-ES" dirty="0"/>
            <a:t>7.¿Qué es importante hacer a medida que aumenta su velocidad?</a:t>
          </a:r>
          <a:endParaRPr lang="es-CL" dirty="0"/>
        </a:p>
      </dgm:t>
    </dgm:pt>
    <dgm:pt modelId="{ED27A1CA-F6B8-49DC-822F-4106CF160C19}" type="parTrans" cxnId="{55FBE803-8A36-4DC7-8177-5AF26C58013B}">
      <dgm:prSet/>
      <dgm:spPr/>
      <dgm:t>
        <a:bodyPr/>
        <a:lstStyle/>
        <a:p>
          <a:endParaRPr lang="es-CL"/>
        </a:p>
      </dgm:t>
    </dgm:pt>
    <dgm:pt modelId="{E1C732EC-7B15-466F-9A2F-2F05AAEECA21}" type="sibTrans" cxnId="{55FBE803-8A36-4DC7-8177-5AF26C58013B}">
      <dgm:prSet/>
      <dgm:spPr/>
      <dgm:t>
        <a:bodyPr/>
        <a:lstStyle/>
        <a:p>
          <a:endParaRPr lang="es-CL"/>
        </a:p>
      </dgm:t>
    </dgm:pt>
    <dgm:pt modelId="{A2515B17-C3D7-4DA9-B232-88B808431B6F}">
      <dgm:prSet/>
      <dgm:spPr/>
      <dgm:t>
        <a:bodyPr/>
        <a:lstStyle/>
        <a:p>
          <a:endParaRPr lang="es-CL" dirty="0"/>
        </a:p>
      </dgm:t>
    </dgm:pt>
    <dgm:pt modelId="{FA5CCFB6-7E18-4791-90ED-C09623B43236}" type="parTrans" cxnId="{F9D42C6C-CBDB-4637-AA72-62AE81525FCF}">
      <dgm:prSet/>
      <dgm:spPr/>
      <dgm:t>
        <a:bodyPr/>
        <a:lstStyle/>
        <a:p>
          <a:endParaRPr lang="es-CL"/>
        </a:p>
      </dgm:t>
    </dgm:pt>
    <dgm:pt modelId="{16FC82B4-4514-4B2D-ACE0-9A66B613A445}" type="sibTrans" cxnId="{F9D42C6C-CBDB-4637-AA72-62AE81525FCF}">
      <dgm:prSet/>
      <dgm:spPr/>
      <dgm:t>
        <a:bodyPr/>
        <a:lstStyle/>
        <a:p>
          <a:endParaRPr lang="es-CL"/>
        </a:p>
      </dgm:t>
    </dgm:pt>
    <dgm:pt modelId="{C7FAB929-FC10-4904-8C41-10D4545E12CF}" type="pres">
      <dgm:prSet presAssocID="{1B45BA4D-B21A-4631-B888-AE03CF890C9B}" presName="linearFlow" presStyleCnt="0">
        <dgm:presLayoutVars>
          <dgm:dir/>
          <dgm:animLvl val="lvl"/>
          <dgm:resizeHandles/>
        </dgm:presLayoutVars>
      </dgm:prSet>
      <dgm:spPr/>
    </dgm:pt>
    <dgm:pt modelId="{D1E538C5-CAE6-4C5D-AE0B-08E94AA5568E}" type="pres">
      <dgm:prSet presAssocID="{A69B0936-9FC8-4E23-B8C7-C2129E559E2D}" presName="compositeNode" presStyleCnt="0">
        <dgm:presLayoutVars>
          <dgm:bulletEnabled val="1"/>
        </dgm:presLayoutVars>
      </dgm:prSet>
      <dgm:spPr/>
    </dgm:pt>
    <dgm:pt modelId="{29FD7153-CCFF-4437-B8C1-E34DA02100FE}" type="pres">
      <dgm:prSet presAssocID="{A69B0936-9FC8-4E23-B8C7-C2129E559E2D}" presName="image" presStyleLbl="fgImgPlace1" presStyleIdx="0" presStyleCnt="2" custScaleX="133930" custScaleY="138460" custLinFactNeighborX="13323" custLinFactNeighborY="-19246"/>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r="5726" b="2223"/>
          </a:stretch>
        </a:blipFill>
      </dgm:spPr>
    </dgm:pt>
    <dgm:pt modelId="{81A5CDD6-9586-4863-AA46-C8034F089410}" type="pres">
      <dgm:prSet presAssocID="{A69B0936-9FC8-4E23-B8C7-C2129E559E2D}" presName="childNode" presStyleLbl="node1" presStyleIdx="0" presStyleCnt="2">
        <dgm:presLayoutVars>
          <dgm:bulletEnabled val="1"/>
        </dgm:presLayoutVars>
      </dgm:prSet>
      <dgm:spPr/>
    </dgm:pt>
    <dgm:pt modelId="{B62D3DB1-D1E6-4E55-9617-A0C6942F159F}" type="pres">
      <dgm:prSet presAssocID="{A69B0936-9FC8-4E23-B8C7-C2129E559E2D}" presName="parentNode" presStyleLbl="revTx" presStyleIdx="0" presStyleCnt="2">
        <dgm:presLayoutVars>
          <dgm:chMax val="0"/>
          <dgm:bulletEnabled val="1"/>
        </dgm:presLayoutVars>
      </dgm:prSet>
      <dgm:spPr/>
    </dgm:pt>
    <dgm:pt modelId="{DAF3867C-C18F-4B12-9634-B36B4D76803E}" type="pres">
      <dgm:prSet presAssocID="{622A87AD-E4C9-4CCA-BCA1-4B4BC184528D}" presName="sibTrans" presStyleCnt="0"/>
      <dgm:spPr/>
    </dgm:pt>
    <dgm:pt modelId="{6D04FFC6-4ADF-4DED-BC8B-D6D4F0774B05}" type="pres">
      <dgm:prSet presAssocID="{43A2764B-3407-4CDF-BDBF-2ACFA6719A4D}" presName="compositeNode" presStyleCnt="0">
        <dgm:presLayoutVars>
          <dgm:bulletEnabled val="1"/>
        </dgm:presLayoutVars>
      </dgm:prSet>
      <dgm:spPr/>
    </dgm:pt>
    <dgm:pt modelId="{8BD6D3C2-7EDA-4A0C-9BB2-3C7C700CBD57}" type="pres">
      <dgm:prSet presAssocID="{43A2764B-3407-4CDF-BDBF-2ACFA6719A4D}" presName="image" presStyleLbl="fgImgPlace1" presStyleIdx="1" presStyleCnt="2" custScaleX="121040" custScaleY="136138" custLinFactNeighborX="7402" custLinFactNeighborY="-19246"/>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 r="4476"/>
          </a:stretch>
        </a:blipFill>
      </dgm:spPr>
    </dgm:pt>
    <dgm:pt modelId="{FFF42A23-502A-41F8-98D4-6F0F5E338F25}" type="pres">
      <dgm:prSet presAssocID="{43A2764B-3407-4CDF-BDBF-2ACFA6719A4D}" presName="childNode" presStyleLbl="node1" presStyleIdx="1" presStyleCnt="2">
        <dgm:presLayoutVars>
          <dgm:bulletEnabled val="1"/>
        </dgm:presLayoutVars>
      </dgm:prSet>
      <dgm:spPr/>
    </dgm:pt>
    <dgm:pt modelId="{685497CD-FA11-45CD-9303-0FFD673135DE}" type="pres">
      <dgm:prSet presAssocID="{43A2764B-3407-4CDF-BDBF-2ACFA6719A4D}" presName="parentNode" presStyleLbl="revTx" presStyleIdx="1" presStyleCnt="2">
        <dgm:presLayoutVars>
          <dgm:chMax val="0"/>
          <dgm:bulletEnabled val="1"/>
        </dgm:presLayoutVars>
      </dgm:prSet>
      <dgm:spPr/>
    </dgm:pt>
  </dgm:ptLst>
  <dgm:cxnLst>
    <dgm:cxn modelId="{55FBE803-8A36-4DC7-8177-5AF26C58013B}" srcId="{43A2764B-3407-4CDF-BDBF-2ACFA6719A4D}" destId="{C7F5641B-8611-4792-A6B5-2E6F35B135CB}" srcOrd="6" destOrd="0" parTransId="{ED27A1CA-F6B8-49DC-822F-4106CF160C19}" sibTransId="{E1C732EC-7B15-466F-9A2F-2F05AAEECA21}"/>
    <dgm:cxn modelId="{3ABC5E3A-E655-47E0-B789-58FD40A75761}" srcId="{43A2764B-3407-4CDF-BDBF-2ACFA6719A4D}" destId="{9C7C1770-DC74-4EC3-99F2-384F29AFEA17}" srcOrd="3" destOrd="0" parTransId="{A36AE648-C960-4FBE-9398-92654ADB14C6}" sibTransId="{503FFF5E-07D1-4F79-ABA6-043B0D77AEE5}"/>
    <dgm:cxn modelId="{96A3F648-DD6F-4528-8EA1-00E4DD9C0145}" type="presOf" srcId="{CEEB78ED-4F2C-40E3-95B3-E6DED9F22807}" destId="{FFF42A23-502A-41F8-98D4-6F0F5E338F25}" srcOrd="0" destOrd="0" presId="urn:microsoft.com/office/officeart/2005/8/layout/hList2"/>
    <dgm:cxn modelId="{BA2FCF4D-6758-457F-9061-4864404A908B}" type="presOf" srcId="{C7F5641B-8611-4792-A6B5-2E6F35B135CB}" destId="{FFF42A23-502A-41F8-98D4-6F0F5E338F25}" srcOrd="0" destOrd="6" presId="urn:microsoft.com/office/officeart/2005/8/layout/hList2"/>
    <dgm:cxn modelId="{8A5BD754-0DA9-4D81-8333-DA5392CAA60D}" srcId="{43A2764B-3407-4CDF-BDBF-2ACFA6719A4D}" destId="{F4EE6DE3-1B47-48AF-A2A3-17DE5323A43D}" srcOrd="5" destOrd="0" parTransId="{A76FCF40-586E-4742-8357-9379FA865568}" sibTransId="{99FE2B0C-49A4-4678-AC0A-1A62D8616196}"/>
    <dgm:cxn modelId="{C653C75A-BF26-47C1-9719-1B99916271A3}" type="presOf" srcId="{A2515B17-C3D7-4DA9-B232-88B808431B6F}" destId="{81A5CDD6-9586-4863-AA46-C8034F089410}" srcOrd="0" destOrd="1" presId="urn:microsoft.com/office/officeart/2005/8/layout/hList2"/>
    <dgm:cxn modelId="{2F48835D-764C-4649-9943-3825026F1C00}" srcId="{1B45BA4D-B21A-4631-B888-AE03CF890C9B}" destId="{A69B0936-9FC8-4E23-B8C7-C2129E559E2D}" srcOrd="0" destOrd="0" parTransId="{6CAB3D9F-1243-45E8-96B0-5BBCE2667CC5}" sibTransId="{622A87AD-E4C9-4CCA-BCA1-4B4BC184528D}"/>
    <dgm:cxn modelId="{4CB32E5F-2DD8-46E1-A52E-E2C37EDE53C3}" type="presOf" srcId="{1B45BA4D-B21A-4631-B888-AE03CF890C9B}" destId="{C7FAB929-FC10-4904-8C41-10D4545E12CF}" srcOrd="0" destOrd="0" presId="urn:microsoft.com/office/officeart/2005/8/layout/hList2"/>
    <dgm:cxn modelId="{7E879E64-9763-4E9E-93E2-6C46E525570C}" type="presOf" srcId="{2068834A-080E-41CE-B169-B023F9057485}" destId="{FFF42A23-502A-41F8-98D4-6F0F5E338F25}" srcOrd="0" destOrd="4" presId="urn:microsoft.com/office/officeart/2005/8/layout/hList2"/>
    <dgm:cxn modelId="{F9D42C6C-CBDB-4637-AA72-62AE81525FCF}" srcId="{A69B0936-9FC8-4E23-B8C7-C2129E559E2D}" destId="{A2515B17-C3D7-4DA9-B232-88B808431B6F}" srcOrd="1" destOrd="0" parTransId="{FA5CCFB6-7E18-4791-90ED-C09623B43236}" sibTransId="{16FC82B4-4514-4B2D-ACE0-9A66B613A445}"/>
    <dgm:cxn modelId="{038A4F6F-34E3-4456-8513-E54F3910B317}" type="presOf" srcId="{07593B2A-FDAC-4ECC-860C-BD346F3D22D5}" destId="{FFF42A23-502A-41F8-98D4-6F0F5E338F25}" srcOrd="0" destOrd="2" presId="urn:microsoft.com/office/officeart/2005/8/layout/hList2"/>
    <dgm:cxn modelId="{1D5CB482-C962-4FD0-AA5A-5175B696ED7E}" type="presOf" srcId="{F4EE6DE3-1B47-48AF-A2A3-17DE5323A43D}" destId="{FFF42A23-502A-41F8-98D4-6F0F5E338F25}" srcOrd="0" destOrd="5" presId="urn:microsoft.com/office/officeart/2005/8/layout/hList2"/>
    <dgm:cxn modelId="{C3AABA8C-E11B-4001-A19C-F29D4E8A53E1}" srcId="{43A2764B-3407-4CDF-BDBF-2ACFA6719A4D}" destId="{FE7F0862-44D6-4DA3-8731-3DAE5C7FEB72}" srcOrd="1" destOrd="0" parTransId="{12FF3477-1763-416C-8C8D-0AB59F6D3A40}" sibTransId="{2424A3B9-2E88-4F22-AC03-7AD714341FF4}"/>
    <dgm:cxn modelId="{D7ED5AAC-E081-416B-A9F0-3A30D9D86CDC}" type="presOf" srcId="{9C7C1770-DC74-4EC3-99F2-384F29AFEA17}" destId="{FFF42A23-502A-41F8-98D4-6F0F5E338F25}" srcOrd="0" destOrd="3" presId="urn:microsoft.com/office/officeart/2005/8/layout/hList2"/>
    <dgm:cxn modelId="{BE395AB0-8C80-4E41-A124-E9302457B7DC}" type="presOf" srcId="{FE7F0862-44D6-4DA3-8731-3DAE5C7FEB72}" destId="{FFF42A23-502A-41F8-98D4-6F0F5E338F25}" srcOrd="0" destOrd="1" presId="urn:microsoft.com/office/officeart/2005/8/layout/hList2"/>
    <dgm:cxn modelId="{942E34C8-D127-4D85-95BE-A97DF29581E8}" srcId="{43A2764B-3407-4CDF-BDBF-2ACFA6719A4D}" destId="{07593B2A-FDAC-4ECC-860C-BD346F3D22D5}" srcOrd="2" destOrd="0" parTransId="{444B9F92-E559-4B99-8E32-ED0685FE49A2}" sibTransId="{A21089CE-EC42-4BCC-AAC2-09965CA82E4C}"/>
    <dgm:cxn modelId="{A47E7ED0-D5F4-43AA-A962-7391BCCF19A3}" type="presOf" srcId="{43A2764B-3407-4CDF-BDBF-2ACFA6719A4D}" destId="{685497CD-FA11-45CD-9303-0FFD673135DE}" srcOrd="0" destOrd="0" presId="urn:microsoft.com/office/officeart/2005/8/layout/hList2"/>
    <dgm:cxn modelId="{505CF1D2-B10A-42E7-947D-7DEAC71000A8}" srcId="{A69B0936-9FC8-4E23-B8C7-C2129E559E2D}" destId="{7AC167C3-9ED4-4340-B558-7AEE6D6366D9}" srcOrd="0" destOrd="0" parTransId="{A73DC5F5-F174-4329-BF8B-3C7C8E51F2D1}" sibTransId="{217CB0E1-4EBE-4975-999E-A80A003CD0F2}"/>
    <dgm:cxn modelId="{53637AE0-BCBF-4616-9376-A98B2B279E62}" type="presOf" srcId="{7AC167C3-9ED4-4340-B558-7AEE6D6366D9}" destId="{81A5CDD6-9586-4863-AA46-C8034F089410}" srcOrd="0" destOrd="0" presId="urn:microsoft.com/office/officeart/2005/8/layout/hList2"/>
    <dgm:cxn modelId="{68E8D1E0-9323-44E2-9243-722231230F4F}" srcId="{1B45BA4D-B21A-4631-B888-AE03CF890C9B}" destId="{43A2764B-3407-4CDF-BDBF-2ACFA6719A4D}" srcOrd="1" destOrd="0" parTransId="{914A06D0-8509-4AB1-B378-2B07647D965B}" sibTransId="{D2DE1820-FCF8-4F3B-B645-AFAF450C60A0}"/>
    <dgm:cxn modelId="{CF8A7BF4-2353-45E3-A4F8-C6E1F97D8F06}" type="presOf" srcId="{A69B0936-9FC8-4E23-B8C7-C2129E559E2D}" destId="{B62D3DB1-D1E6-4E55-9617-A0C6942F159F}" srcOrd="0" destOrd="0" presId="urn:microsoft.com/office/officeart/2005/8/layout/hList2"/>
    <dgm:cxn modelId="{102992F7-3F3B-498B-A3EF-BB9281187C50}" srcId="{43A2764B-3407-4CDF-BDBF-2ACFA6719A4D}" destId="{CEEB78ED-4F2C-40E3-95B3-E6DED9F22807}" srcOrd="0" destOrd="0" parTransId="{F3DD5D92-E9B5-469C-8AB3-F155E4B2022F}" sibTransId="{C72F97FC-0C47-43A1-97C9-03F0E214F008}"/>
    <dgm:cxn modelId="{41D765F9-DCE0-42AE-B9FD-35AD8822B7CF}" srcId="{43A2764B-3407-4CDF-BDBF-2ACFA6719A4D}" destId="{2068834A-080E-41CE-B169-B023F9057485}" srcOrd="4" destOrd="0" parTransId="{51DEB9A3-AFA0-4937-8CD9-25AFA40CA93A}" sibTransId="{9D0D9C10-2AD8-4140-B2A8-F4316B40723C}"/>
    <dgm:cxn modelId="{42D2C254-360A-4D6E-8713-4379217271F7}" type="presParOf" srcId="{C7FAB929-FC10-4904-8C41-10D4545E12CF}" destId="{D1E538C5-CAE6-4C5D-AE0B-08E94AA5568E}" srcOrd="0" destOrd="0" presId="urn:microsoft.com/office/officeart/2005/8/layout/hList2"/>
    <dgm:cxn modelId="{5A39C65B-23A6-419F-B1E7-890A0BA5AFA6}" type="presParOf" srcId="{D1E538C5-CAE6-4C5D-AE0B-08E94AA5568E}" destId="{29FD7153-CCFF-4437-B8C1-E34DA02100FE}" srcOrd="0" destOrd="0" presId="urn:microsoft.com/office/officeart/2005/8/layout/hList2"/>
    <dgm:cxn modelId="{DDA7DC7A-826D-4D49-8195-E3A708797E8C}" type="presParOf" srcId="{D1E538C5-CAE6-4C5D-AE0B-08E94AA5568E}" destId="{81A5CDD6-9586-4863-AA46-C8034F089410}" srcOrd="1" destOrd="0" presId="urn:microsoft.com/office/officeart/2005/8/layout/hList2"/>
    <dgm:cxn modelId="{2F04C617-33BD-46DC-BF7A-14DA245563BC}" type="presParOf" srcId="{D1E538C5-CAE6-4C5D-AE0B-08E94AA5568E}" destId="{B62D3DB1-D1E6-4E55-9617-A0C6942F159F}" srcOrd="2" destOrd="0" presId="urn:microsoft.com/office/officeart/2005/8/layout/hList2"/>
    <dgm:cxn modelId="{A2459E0C-F6E0-41AF-B02F-55654B244537}" type="presParOf" srcId="{C7FAB929-FC10-4904-8C41-10D4545E12CF}" destId="{DAF3867C-C18F-4B12-9634-B36B4D76803E}" srcOrd="1" destOrd="0" presId="urn:microsoft.com/office/officeart/2005/8/layout/hList2"/>
    <dgm:cxn modelId="{E2679D08-3AB6-468B-B2E8-A54B8BCA0EEF}" type="presParOf" srcId="{C7FAB929-FC10-4904-8C41-10D4545E12CF}" destId="{6D04FFC6-4ADF-4DED-BC8B-D6D4F0774B05}" srcOrd="2" destOrd="0" presId="urn:microsoft.com/office/officeart/2005/8/layout/hList2"/>
    <dgm:cxn modelId="{35989188-899A-4DC0-8AFB-FB7765B0C441}" type="presParOf" srcId="{6D04FFC6-4ADF-4DED-BC8B-D6D4F0774B05}" destId="{8BD6D3C2-7EDA-4A0C-9BB2-3C7C700CBD57}" srcOrd="0" destOrd="0" presId="urn:microsoft.com/office/officeart/2005/8/layout/hList2"/>
    <dgm:cxn modelId="{1A574295-C32C-4DF6-88EB-4E2C70E36C00}" type="presParOf" srcId="{6D04FFC6-4ADF-4DED-BC8B-D6D4F0774B05}" destId="{FFF42A23-502A-41F8-98D4-6F0F5E338F25}" srcOrd="1" destOrd="0" presId="urn:microsoft.com/office/officeart/2005/8/layout/hList2"/>
    <dgm:cxn modelId="{2D6E09AE-5A29-48D2-8804-8DB506CF0965}" type="presParOf" srcId="{6D04FFC6-4ADF-4DED-BC8B-D6D4F0774B05}" destId="{685497CD-FA11-45CD-9303-0FFD673135DE}"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8B3D9E-837D-42B8-A8EE-B5E79264459B}" type="doc">
      <dgm:prSet loTypeId="urn:microsoft.com/office/officeart/2005/8/layout/hList6" loCatId="list" qsTypeId="urn:microsoft.com/office/officeart/2005/8/quickstyle/3d1" qsCatId="3D" csTypeId="urn:microsoft.com/office/officeart/2005/8/colors/colorful1" csCatId="colorful" phldr="1"/>
      <dgm:spPr/>
      <dgm:t>
        <a:bodyPr/>
        <a:lstStyle/>
        <a:p>
          <a:endParaRPr lang="es-CL"/>
        </a:p>
      </dgm:t>
    </dgm:pt>
    <dgm:pt modelId="{A8EC4839-B547-4F93-B7CD-AA32EF958B96}">
      <dgm:prSet phldrT="[Texto]" custT="1"/>
      <dgm:spPr/>
      <dgm:t>
        <a:bodyPr/>
        <a:lstStyle/>
        <a:p>
          <a:pPr algn="ctr"/>
          <a:endParaRPr lang="es-ES" sz="1400" dirty="0">
            <a:latin typeface="Arial" panose="020B0604020202020204" pitchFamily="34" charset="0"/>
            <a:cs typeface="Arial" panose="020B0604020202020204" pitchFamily="34" charset="0"/>
          </a:endParaRPr>
        </a:p>
        <a:p>
          <a:pPr algn="ctr"/>
          <a:r>
            <a:rPr lang="es-ES" sz="1400" dirty="0">
              <a:latin typeface="Arial" panose="020B0604020202020204" pitchFamily="34" charset="0"/>
              <a:cs typeface="Arial" panose="020B0604020202020204" pitchFamily="34" charset="0"/>
            </a:rPr>
            <a:t>1.¿Porque esta Aumentando</a:t>
          </a:r>
        </a:p>
        <a:p>
          <a:pPr algn="ctr"/>
          <a:r>
            <a:rPr lang="es-ES" sz="1400" dirty="0">
              <a:latin typeface="Arial" panose="020B0604020202020204" pitchFamily="34" charset="0"/>
              <a:cs typeface="Arial" panose="020B0604020202020204" pitchFamily="34" charset="0"/>
            </a:rPr>
            <a:t> su distancia de frenado?</a:t>
          </a:r>
        </a:p>
        <a:p>
          <a:pPr algn="just"/>
          <a:r>
            <a:rPr lang="es-ES" sz="1200" dirty="0">
              <a:latin typeface="Arial" panose="020B0604020202020204" pitchFamily="34" charset="0"/>
              <a:cs typeface="Arial" panose="020B0604020202020204" pitchFamily="34" charset="0"/>
            </a:rPr>
            <a:t>Existen varios factores que pueden contribuir al aumento de la distancia de frenado, como el estado de los neumáticos, las condiciones climáticas, el exceso de velocidad y el mal funcionamiento del sistema de frenos. Cada uno de estos factores puede afectar la capacidad del vehículo para detenerse adecuadamente. Afortunadamente, hay varias soluciones que pueden ayudar a reducir la distancia de frenado, como mantener los neumáticos en buen estado, conducir a una velocidad segura y adecuada, mantener una distancia adecuada con otros vehículos y realizar un mantenimiento regular del sistema de frenos.</a:t>
          </a:r>
          <a:endParaRPr lang="es-CL" sz="1400" dirty="0">
            <a:latin typeface="Arial" panose="020B0604020202020204" pitchFamily="34" charset="0"/>
            <a:cs typeface="Arial" panose="020B0604020202020204" pitchFamily="34" charset="0"/>
          </a:endParaRPr>
        </a:p>
      </dgm:t>
    </dgm:pt>
    <dgm:pt modelId="{12E51F04-1E39-475C-A828-677555EEAFA5}" type="parTrans" cxnId="{0D91D393-5AE9-4071-92F4-96AD5CB5A409}">
      <dgm:prSet/>
      <dgm:spPr/>
      <dgm:t>
        <a:bodyPr/>
        <a:lstStyle/>
        <a:p>
          <a:endParaRPr lang="es-CL"/>
        </a:p>
      </dgm:t>
    </dgm:pt>
    <dgm:pt modelId="{4688045D-440E-4365-9740-66C463D7CE0F}" type="sibTrans" cxnId="{0D91D393-5AE9-4071-92F4-96AD5CB5A409}">
      <dgm:prSet/>
      <dgm:spPr/>
      <dgm:t>
        <a:bodyPr/>
        <a:lstStyle/>
        <a:p>
          <a:endParaRPr lang="es-CL"/>
        </a:p>
      </dgm:t>
    </dgm:pt>
    <dgm:pt modelId="{400221D1-478B-40D1-8233-93825CDC2AAB}">
      <dgm:prSet phldrT="[Texto]" custT="1"/>
      <dgm:spPr/>
      <dgm:t>
        <a:bodyPr/>
        <a:lstStyle/>
        <a:p>
          <a:pPr algn="l"/>
          <a:r>
            <a:rPr lang="es-ES" sz="1900" dirty="0"/>
            <a:t> </a:t>
          </a:r>
          <a:r>
            <a:rPr lang="es-ES" sz="1400" dirty="0">
              <a:latin typeface="Arial" panose="020B0604020202020204" pitchFamily="34" charset="0"/>
              <a:cs typeface="Arial" panose="020B0604020202020204" pitchFamily="34" charset="0"/>
            </a:rPr>
            <a:t>2.¿Cómo verificar si aumento su distancia?</a:t>
          </a:r>
          <a:endParaRPr lang="es-ES" sz="1200" dirty="0">
            <a:latin typeface="Arial" panose="020B0604020202020204" pitchFamily="34" charset="0"/>
            <a:cs typeface="Arial" panose="020B0604020202020204" pitchFamily="34" charset="0"/>
          </a:endParaRPr>
        </a:p>
        <a:p>
          <a:pPr algn="l"/>
          <a:endParaRPr lang="es-ES" sz="1200" dirty="0">
            <a:latin typeface="Arial" panose="020B0604020202020204" pitchFamily="34" charset="0"/>
            <a:cs typeface="Arial" panose="020B0604020202020204" pitchFamily="34" charset="0"/>
          </a:endParaRPr>
        </a:p>
        <a:p>
          <a:pPr algn="l"/>
          <a:r>
            <a:rPr lang="es-ES" sz="1200" dirty="0">
              <a:latin typeface="Arial" panose="020B0604020202020204" pitchFamily="34" charset="0"/>
              <a:cs typeface="Arial" panose="020B0604020202020204" pitchFamily="34" charset="0"/>
            </a:rPr>
            <a:t>Si la velocidad del vehículo se duplica, la distancia de frenado que se requiere aumenta 4 veces. Si el vehículo acelera y su velocidad pasa de 30 km/h a 60 km/h, quiere decir que la velocidad se multiplicó 2 veces (se duplicó) y, por lo tanto, la distancia de frenado aumenta 4 veces.</a:t>
          </a:r>
        </a:p>
        <a:p>
          <a:pPr algn="l"/>
          <a:endParaRPr lang="es-ES" sz="1200" dirty="0">
            <a:latin typeface="Arial" panose="020B0604020202020204" pitchFamily="34" charset="0"/>
            <a:cs typeface="Arial" panose="020B0604020202020204" pitchFamily="34" charset="0"/>
          </a:endParaRPr>
        </a:p>
        <a:p>
          <a:pPr algn="l"/>
          <a:endParaRPr lang="es-ES" sz="1200" dirty="0">
            <a:latin typeface="Arial" panose="020B0604020202020204" pitchFamily="34" charset="0"/>
            <a:cs typeface="Arial" panose="020B0604020202020204" pitchFamily="34" charset="0"/>
          </a:endParaRPr>
        </a:p>
        <a:p>
          <a:pPr algn="l"/>
          <a:endParaRPr lang="es-CL" sz="1900" dirty="0"/>
        </a:p>
      </dgm:t>
    </dgm:pt>
    <dgm:pt modelId="{98BCC613-F949-4E62-BAEE-6ACA9151EF04}" type="parTrans" cxnId="{E3819CD4-6D4F-4FA3-9569-5348D10B1B3C}">
      <dgm:prSet/>
      <dgm:spPr/>
      <dgm:t>
        <a:bodyPr/>
        <a:lstStyle/>
        <a:p>
          <a:endParaRPr lang="es-CL"/>
        </a:p>
      </dgm:t>
    </dgm:pt>
    <dgm:pt modelId="{93EA69B5-FB91-4210-A5A5-6E808684F641}" type="sibTrans" cxnId="{E3819CD4-6D4F-4FA3-9569-5348D10B1B3C}">
      <dgm:prSet/>
      <dgm:spPr/>
      <dgm:t>
        <a:bodyPr/>
        <a:lstStyle/>
        <a:p>
          <a:endParaRPr lang="es-CL"/>
        </a:p>
      </dgm:t>
    </dgm:pt>
    <dgm:pt modelId="{7F3DE124-99A0-4D3E-A8B4-7028956B4D66}">
      <dgm:prSet phldrT="[Texto]" custT="1"/>
      <dgm:spPr/>
      <dgm:t>
        <a:bodyPr/>
        <a:lstStyle/>
        <a:p>
          <a:pPr algn="ctr"/>
          <a:r>
            <a:rPr lang="es-ES" sz="1400" dirty="0">
              <a:latin typeface="Arial" panose="020B0604020202020204" pitchFamily="34" charset="0"/>
              <a:cs typeface="Arial" panose="020B0604020202020204" pitchFamily="34" charset="0"/>
            </a:rPr>
            <a:t>3.¿Cómo solucionamos el problema? </a:t>
          </a:r>
          <a:endParaRPr lang="es-CL" sz="1400" dirty="0">
            <a:latin typeface="Arial" panose="020B0604020202020204" pitchFamily="34" charset="0"/>
            <a:cs typeface="Arial" panose="020B0604020202020204" pitchFamily="34" charset="0"/>
          </a:endParaRPr>
        </a:p>
        <a:p>
          <a:pPr algn="just"/>
          <a:r>
            <a:rPr lang="es-ES" sz="2200" dirty="0"/>
            <a:t> </a:t>
          </a:r>
          <a:r>
            <a:rPr lang="es-ES" sz="1200" dirty="0">
              <a:latin typeface="Arial" panose="020B0604020202020204" pitchFamily="34" charset="0"/>
              <a:cs typeface="Arial" panose="020B0604020202020204" pitchFamily="34" charset="0"/>
            </a:rPr>
            <a:t>Viendo estados del disco de freno como de pastillas, cuánto líquido de freno tiene, si hay fugas en alguna de las mangueras de frenado, el estado de las ruedas y verificar que tanto deben de estar infladas las ruedas del vehículo al momento de circular con arto peso.</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dgm:t>
    </dgm:pt>
    <dgm:pt modelId="{0A456431-E97B-4284-8681-15FBAFE5264B}" type="parTrans" cxnId="{C7F9D367-99A5-4AFB-BFB7-8E8B518A4641}">
      <dgm:prSet/>
      <dgm:spPr/>
      <dgm:t>
        <a:bodyPr/>
        <a:lstStyle/>
        <a:p>
          <a:endParaRPr lang="es-CL"/>
        </a:p>
      </dgm:t>
    </dgm:pt>
    <dgm:pt modelId="{A684ECB7-33E1-4780-84FE-5C2F64AFE844}" type="sibTrans" cxnId="{C7F9D367-99A5-4AFB-BFB7-8E8B518A4641}">
      <dgm:prSet/>
      <dgm:spPr/>
      <dgm:t>
        <a:bodyPr/>
        <a:lstStyle/>
        <a:p>
          <a:endParaRPr lang="es-CL"/>
        </a:p>
      </dgm:t>
    </dgm:pt>
    <dgm:pt modelId="{943B785F-5E9B-4B07-A44B-A7D56A2F861C}">
      <dgm:prSet phldrT="[Texto]" custT="1"/>
      <dgm:spPr/>
      <dgm:t>
        <a:bodyPr/>
        <a:lstStyle/>
        <a:p>
          <a:pPr algn="ctr"/>
          <a:r>
            <a:rPr lang="es-ES" sz="1200" dirty="0">
              <a:latin typeface="Arial" panose="020B0604020202020204" pitchFamily="34" charset="0"/>
              <a:cs typeface="Arial" panose="020B0604020202020204" pitchFamily="34" charset="0"/>
            </a:rPr>
            <a:t>4</a:t>
          </a:r>
          <a:r>
            <a:rPr lang="es-ES" sz="1400" dirty="0">
              <a:latin typeface="Arial" panose="020B0604020202020204" pitchFamily="34" charset="0"/>
              <a:cs typeface="Arial" panose="020B0604020202020204" pitchFamily="34" charset="0"/>
            </a:rPr>
            <a:t>.¿Cómo sabes si hay que cambiar un componente o solo realizarle una rectificada?</a:t>
          </a:r>
        </a:p>
        <a:p>
          <a:pPr algn="just"/>
          <a:r>
            <a:rPr lang="es-ES" sz="1200" dirty="0">
              <a:latin typeface="Arial" panose="020B0604020202020204" pitchFamily="34" charset="0"/>
              <a:cs typeface="Arial" panose="020B0604020202020204" pitchFamily="34" charset="0"/>
            </a:rPr>
            <a:t>Verificar medidas con ayuda de instrumentos de medición y verificando sus cifras con las recomendadas por el fabricante de manera que este en un punto entre el máximo y el mínimo. Cambiar en caso de bajar del mínimo a lo recomendado por el fabricante.</a:t>
          </a:r>
        </a:p>
        <a:p>
          <a:pPr algn="ctr"/>
          <a:endParaRPr lang="es-ES" sz="1200" dirty="0">
            <a:latin typeface="Arial" panose="020B0604020202020204" pitchFamily="34" charset="0"/>
            <a:cs typeface="Arial" panose="020B0604020202020204" pitchFamily="34" charset="0"/>
          </a:endParaRPr>
        </a:p>
        <a:p>
          <a:pPr algn="ctr"/>
          <a:endParaRPr lang="es-ES" sz="1200" dirty="0">
            <a:latin typeface="Arial" panose="020B0604020202020204" pitchFamily="34" charset="0"/>
            <a:cs typeface="Arial" panose="020B0604020202020204" pitchFamily="34" charset="0"/>
          </a:endParaRPr>
        </a:p>
        <a:p>
          <a:pPr algn="ctr"/>
          <a:endParaRPr lang="es-ES" sz="1200" dirty="0">
            <a:latin typeface="Arial" panose="020B0604020202020204" pitchFamily="34" charset="0"/>
            <a:cs typeface="Arial" panose="020B0604020202020204" pitchFamily="34" charset="0"/>
          </a:endParaRPr>
        </a:p>
      </dgm:t>
    </dgm:pt>
    <dgm:pt modelId="{4FE5A96D-1C79-448F-A628-B04A2494FF3C}" type="parTrans" cxnId="{0C2D52CA-F473-46BC-A501-69BD1CA3B783}">
      <dgm:prSet/>
      <dgm:spPr/>
      <dgm:t>
        <a:bodyPr/>
        <a:lstStyle/>
        <a:p>
          <a:endParaRPr lang="es-CL"/>
        </a:p>
      </dgm:t>
    </dgm:pt>
    <dgm:pt modelId="{D5DADE63-5562-4CEA-B6DB-6B0C3FE01F08}" type="sibTrans" cxnId="{0C2D52CA-F473-46BC-A501-69BD1CA3B783}">
      <dgm:prSet/>
      <dgm:spPr/>
      <dgm:t>
        <a:bodyPr/>
        <a:lstStyle/>
        <a:p>
          <a:endParaRPr lang="es-CL"/>
        </a:p>
      </dgm:t>
    </dgm:pt>
    <dgm:pt modelId="{F78A5992-CA69-4732-B4B2-E1EF4172AF3A}" type="pres">
      <dgm:prSet presAssocID="{E38B3D9E-837D-42B8-A8EE-B5E79264459B}" presName="Name0" presStyleCnt="0">
        <dgm:presLayoutVars>
          <dgm:dir/>
          <dgm:resizeHandles val="exact"/>
        </dgm:presLayoutVars>
      </dgm:prSet>
      <dgm:spPr/>
    </dgm:pt>
    <dgm:pt modelId="{F36FB895-2CC0-4815-AFD4-FAC71A374B73}" type="pres">
      <dgm:prSet presAssocID="{A8EC4839-B547-4F93-B7CD-AA32EF958B96}" presName="node" presStyleLbl="node1" presStyleIdx="0" presStyleCnt="4" custScaleX="117369">
        <dgm:presLayoutVars>
          <dgm:bulletEnabled val="1"/>
        </dgm:presLayoutVars>
      </dgm:prSet>
      <dgm:spPr/>
    </dgm:pt>
    <dgm:pt modelId="{F925F8D5-C338-4C4A-BFDA-0D2C22391C87}" type="pres">
      <dgm:prSet presAssocID="{4688045D-440E-4365-9740-66C463D7CE0F}" presName="sibTrans" presStyleCnt="0"/>
      <dgm:spPr/>
    </dgm:pt>
    <dgm:pt modelId="{505388E7-3F3C-4238-9153-16899C6FB2B7}" type="pres">
      <dgm:prSet presAssocID="{400221D1-478B-40D1-8233-93825CDC2AAB}" presName="node" presStyleLbl="node1" presStyleIdx="1" presStyleCnt="4">
        <dgm:presLayoutVars>
          <dgm:bulletEnabled val="1"/>
        </dgm:presLayoutVars>
      </dgm:prSet>
      <dgm:spPr/>
    </dgm:pt>
    <dgm:pt modelId="{096A263B-7896-4859-AA81-2EEE77A0F6C5}" type="pres">
      <dgm:prSet presAssocID="{93EA69B5-FB91-4210-A5A5-6E808684F641}" presName="sibTrans" presStyleCnt="0"/>
      <dgm:spPr/>
    </dgm:pt>
    <dgm:pt modelId="{7DF1DC2A-3E6D-40C1-9E17-33D2DC637448}" type="pres">
      <dgm:prSet presAssocID="{7F3DE124-99A0-4D3E-A8B4-7028956B4D66}" presName="node" presStyleLbl="node1" presStyleIdx="2" presStyleCnt="4">
        <dgm:presLayoutVars>
          <dgm:bulletEnabled val="1"/>
        </dgm:presLayoutVars>
      </dgm:prSet>
      <dgm:spPr/>
    </dgm:pt>
    <dgm:pt modelId="{3E7470A8-6B73-4847-9E77-DDA85BFF06E0}" type="pres">
      <dgm:prSet presAssocID="{A684ECB7-33E1-4780-84FE-5C2F64AFE844}" presName="sibTrans" presStyleCnt="0"/>
      <dgm:spPr/>
    </dgm:pt>
    <dgm:pt modelId="{D8EF2151-1BD5-472A-BD6F-8B454D353043}" type="pres">
      <dgm:prSet presAssocID="{943B785F-5E9B-4B07-A44B-A7D56A2F861C}" presName="node" presStyleLbl="node1" presStyleIdx="3" presStyleCnt="4">
        <dgm:presLayoutVars>
          <dgm:bulletEnabled val="1"/>
        </dgm:presLayoutVars>
      </dgm:prSet>
      <dgm:spPr/>
    </dgm:pt>
  </dgm:ptLst>
  <dgm:cxnLst>
    <dgm:cxn modelId="{6AC4C718-218C-4D38-829A-99678621F15B}" type="presOf" srcId="{7F3DE124-99A0-4D3E-A8B4-7028956B4D66}" destId="{7DF1DC2A-3E6D-40C1-9E17-33D2DC637448}" srcOrd="0" destOrd="0" presId="urn:microsoft.com/office/officeart/2005/8/layout/hList6"/>
    <dgm:cxn modelId="{4A592543-8580-4A12-9D10-7C98C61446C2}" type="presOf" srcId="{943B785F-5E9B-4B07-A44B-A7D56A2F861C}" destId="{D8EF2151-1BD5-472A-BD6F-8B454D353043}" srcOrd="0" destOrd="0" presId="urn:microsoft.com/office/officeart/2005/8/layout/hList6"/>
    <dgm:cxn modelId="{C7F9D367-99A5-4AFB-BFB7-8E8B518A4641}" srcId="{E38B3D9E-837D-42B8-A8EE-B5E79264459B}" destId="{7F3DE124-99A0-4D3E-A8B4-7028956B4D66}" srcOrd="2" destOrd="0" parTransId="{0A456431-E97B-4284-8681-15FBAFE5264B}" sibTransId="{A684ECB7-33E1-4780-84FE-5C2F64AFE844}"/>
    <dgm:cxn modelId="{FEDB8675-55A9-45E7-9E48-4D2EDAB1D8D5}" type="presOf" srcId="{400221D1-478B-40D1-8233-93825CDC2AAB}" destId="{505388E7-3F3C-4238-9153-16899C6FB2B7}" srcOrd="0" destOrd="0" presId="urn:microsoft.com/office/officeart/2005/8/layout/hList6"/>
    <dgm:cxn modelId="{0D91D393-5AE9-4071-92F4-96AD5CB5A409}" srcId="{E38B3D9E-837D-42B8-A8EE-B5E79264459B}" destId="{A8EC4839-B547-4F93-B7CD-AA32EF958B96}" srcOrd="0" destOrd="0" parTransId="{12E51F04-1E39-475C-A828-677555EEAFA5}" sibTransId="{4688045D-440E-4365-9740-66C463D7CE0F}"/>
    <dgm:cxn modelId="{004E1CBE-3DEB-40E9-8F32-AFFFB15763F8}" type="presOf" srcId="{E38B3D9E-837D-42B8-A8EE-B5E79264459B}" destId="{F78A5992-CA69-4732-B4B2-E1EF4172AF3A}" srcOrd="0" destOrd="0" presId="urn:microsoft.com/office/officeart/2005/8/layout/hList6"/>
    <dgm:cxn modelId="{0C2D52CA-F473-46BC-A501-69BD1CA3B783}" srcId="{E38B3D9E-837D-42B8-A8EE-B5E79264459B}" destId="{943B785F-5E9B-4B07-A44B-A7D56A2F861C}" srcOrd="3" destOrd="0" parTransId="{4FE5A96D-1C79-448F-A628-B04A2494FF3C}" sibTransId="{D5DADE63-5562-4CEA-B6DB-6B0C3FE01F08}"/>
    <dgm:cxn modelId="{E3819CD4-6D4F-4FA3-9569-5348D10B1B3C}" srcId="{E38B3D9E-837D-42B8-A8EE-B5E79264459B}" destId="{400221D1-478B-40D1-8233-93825CDC2AAB}" srcOrd="1" destOrd="0" parTransId="{98BCC613-F949-4E62-BAEE-6ACA9151EF04}" sibTransId="{93EA69B5-FB91-4210-A5A5-6E808684F641}"/>
    <dgm:cxn modelId="{FF6A40F0-B4D9-434D-ADC0-06479093F8F3}" type="presOf" srcId="{A8EC4839-B547-4F93-B7CD-AA32EF958B96}" destId="{F36FB895-2CC0-4815-AFD4-FAC71A374B73}" srcOrd="0" destOrd="0" presId="urn:microsoft.com/office/officeart/2005/8/layout/hList6"/>
    <dgm:cxn modelId="{BE1352ED-4D29-4A12-A376-EE7A83441A84}" type="presParOf" srcId="{F78A5992-CA69-4732-B4B2-E1EF4172AF3A}" destId="{F36FB895-2CC0-4815-AFD4-FAC71A374B73}" srcOrd="0" destOrd="0" presId="urn:microsoft.com/office/officeart/2005/8/layout/hList6"/>
    <dgm:cxn modelId="{694FCC34-4E6E-4D60-BDB3-07C6667FBC01}" type="presParOf" srcId="{F78A5992-CA69-4732-B4B2-E1EF4172AF3A}" destId="{F925F8D5-C338-4C4A-BFDA-0D2C22391C87}" srcOrd="1" destOrd="0" presId="urn:microsoft.com/office/officeart/2005/8/layout/hList6"/>
    <dgm:cxn modelId="{9636EAFA-9A5F-4B85-9FE5-7B3ABF1A19BF}" type="presParOf" srcId="{F78A5992-CA69-4732-B4B2-E1EF4172AF3A}" destId="{505388E7-3F3C-4238-9153-16899C6FB2B7}" srcOrd="2" destOrd="0" presId="urn:microsoft.com/office/officeart/2005/8/layout/hList6"/>
    <dgm:cxn modelId="{45B66E1A-3F2D-43BC-8D7A-C22DCE4BAEB1}" type="presParOf" srcId="{F78A5992-CA69-4732-B4B2-E1EF4172AF3A}" destId="{096A263B-7896-4859-AA81-2EEE77A0F6C5}" srcOrd="3" destOrd="0" presId="urn:microsoft.com/office/officeart/2005/8/layout/hList6"/>
    <dgm:cxn modelId="{27D61054-C881-49F9-A869-B8FF80240D44}" type="presParOf" srcId="{F78A5992-CA69-4732-B4B2-E1EF4172AF3A}" destId="{7DF1DC2A-3E6D-40C1-9E17-33D2DC637448}" srcOrd="4" destOrd="0" presId="urn:microsoft.com/office/officeart/2005/8/layout/hList6"/>
    <dgm:cxn modelId="{48D01716-9F33-4BC0-A778-C10CEE9602A6}" type="presParOf" srcId="{F78A5992-CA69-4732-B4B2-E1EF4172AF3A}" destId="{3E7470A8-6B73-4847-9E77-DDA85BFF06E0}" srcOrd="5" destOrd="0" presId="urn:microsoft.com/office/officeart/2005/8/layout/hList6"/>
    <dgm:cxn modelId="{F413AD28-27FE-4E50-95E4-0FC01D607663}" type="presParOf" srcId="{F78A5992-CA69-4732-B4B2-E1EF4172AF3A}" destId="{D8EF2151-1BD5-472A-BD6F-8B454D353043}"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5A63E2C-50FD-4395-BC3C-6BC5D1B1D8B2}" type="doc">
      <dgm:prSet loTypeId="urn:microsoft.com/office/officeart/2005/8/layout/hList6" loCatId="list" qsTypeId="urn:microsoft.com/office/officeart/2005/8/quickstyle/3d1" qsCatId="3D" csTypeId="urn:microsoft.com/office/officeart/2005/8/colors/colorful2" csCatId="colorful" phldr="1"/>
      <dgm:spPr/>
      <dgm:t>
        <a:bodyPr/>
        <a:lstStyle/>
        <a:p>
          <a:endParaRPr lang="es-CL"/>
        </a:p>
      </dgm:t>
    </dgm:pt>
    <dgm:pt modelId="{012536AA-B943-4403-94F6-4622B9512FC0}">
      <dgm:prSet phldrT="[Texto]" custT="1"/>
      <dgm:spPr/>
      <dgm:t>
        <a:bodyPr/>
        <a:lstStyle/>
        <a:p>
          <a:pPr algn="ctr"/>
          <a:r>
            <a:rPr lang="es-ES" sz="1400" dirty="0">
              <a:latin typeface="Arial" panose="020B0604020202020204" pitchFamily="34" charset="0"/>
              <a:cs typeface="Arial" panose="020B0604020202020204" pitchFamily="34" charset="0"/>
            </a:rPr>
            <a:t>6.¿Porque al frenar hace un chillido?</a:t>
          </a:r>
        </a:p>
        <a:p>
          <a:pPr algn="ctr"/>
          <a:endParaRPr lang="es-ES" sz="14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chillido es provocado por un metal incrustado en la pastilla, de manera que está alerte al conductor que la pastilla finalizo su uso.</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CL" sz="1200" dirty="0">
            <a:latin typeface="Arial" panose="020B0604020202020204" pitchFamily="34" charset="0"/>
            <a:cs typeface="Arial" panose="020B0604020202020204" pitchFamily="34" charset="0"/>
          </a:endParaRPr>
        </a:p>
      </dgm:t>
    </dgm:pt>
    <dgm:pt modelId="{8248D115-798E-4715-B2CF-04310C7A40D6}" type="parTrans" cxnId="{BD7A2A75-CA1B-4C56-8B87-9C159D3DA8E8}">
      <dgm:prSet/>
      <dgm:spPr/>
      <dgm:t>
        <a:bodyPr/>
        <a:lstStyle/>
        <a:p>
          <a:endParaRPr lang="es-CL"/>
        </a:p>
      </dgm:t>
    </dgm:pt>
    <dgm:pt modelId="{F89D5AC2-BAF0-41A8-B9BC-08D829B0965B}" type="sibTrans" cxnId="{BD7A2A75-CA1B-4C56-8B87-9C159D3DA8E8}">
      <dgm:prSet/>
      <dgm:spPr/>
      <dgm:t>
        <a:bodyPr/>
        <a:lstStyle/>
        <a:p>
          <a:endParaRPr lang="es-CL"/>
        </a:p>
      </dgm:t>
    </dgm:pt>
    <dgm:pt modelId="{F8D05F25-2E8E-4936-B1B7-C3A2867514C5}">
      <dgm:prSet phldrT="[Texto]" custT="1"/>
      <dgm:spPr/>
      <dgm:t>
        <a:bodyPr/>
        <a:lstStyle/>
        <a:p>
          <a:pPr algn="just"/>
          <a:r>
            <a:rPr lang="es-ES" sz="1400" dirty="0">
              <a:latin typeface="Arial" panose="020B0604020202020204" pitchFamily="34" charset="0"/>
              <a:cs typeface="Arial" panose="020B0604020202020204" pitchFamily="34" charset="0"/>
            </a:rPr>
            <a:t>7.¿Qué es importante hacer a medida que aumenta su velocidad?</a:t>
          </a:r>
        </a:p>
        <a:p>
          <a:pPr algn="just"/>
          <a:endParaRPr lang="es-ES" sz="1400" dirty="0">
            <a:latin typeface="Arial" panose="020B0604020202020204" pitchFamily="34" charset="0"/>
            <a:cs typeface="Arial" panose="020B0604020202020204" pitchFamily="34" charset="0"/>
          </a:endParaRPr>
        </a:p>
        <a:p>
          <a:pPr algn="just"/>
          <a:r>
            <a:rPr lang="es-ES" sz="1900" dirty="0"/>
            <a:t> </a:t>
          </a:r>
          <a:r>
            <a:rPr lang="es-ES" sz="1200" dirty="0">
              <a:latin typeface="Arial" panose="020B0604020202020204" pitchFamily="34" charset="0"/>
              <a:cs typeface="Arial" panose="020B0604020202020204" pitchFamily="34" charset="0"/>
            </a:rPr>
            <a:t>Mantener una distancia entre vehículos mayor a la normal ya que su distancia de frenado aumentará dependiendo del estado de estos y del entorno.</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CL" sz="1900" dirty="0">
            <a:latin typeface="Arial" panose="020B0604020202020204" pitchFamily="34" charset="0"/>
            <a:cs typeface="Arial" panose="020B0604020202020204" pitchFamily="34" charset="0"/>
          </a:endParaRPr>
        </a:p>
      </dgm:t>
    </dgm:pt>
    <dgm:pt modelId="{8D83E578-EEDB-4408-B2A3-05D9BE9EE696}" type="parTrans" cxnId="{014B1BE2-763B-49F9-8620-D92911993450}">
      <dgm:prSet/>
      <dgm:spPr/>
      <dgm:t>
        <a:bodyPr/>
        <a:lstStyle/>
        <a:p>
          <a:endParaRPr lang="es-CL"/>
        </a:p>
      </dgm:t>
    </dgm:pt>
    <dgm:pt modelId="{7E02AF52-71C9-4504-A194-44766FCBF0BC}" type="sibTrans" cxnId="{014B1BE2-763B-49F9-8620-D92911993450}">
      <dgm:prSet/>
      <dgm:spPr/>
      <dgm:t>
        <a:bodyPr/>
        <a:lstStyle/>
        <a:p>
          <a:endParaRPr lang="es-CL"/>
        </a:p>
      </dgm:t>
    </dgm:pt>
    <dgm:pt modelId="{C8C61768-4262-409D-84EA-B1681E9401D6}">
      <dgm:prSet phldrT="[Texto]" custT="1"/>
      <dgm:spPr/>
      <dgm:t>
        <a:bodyPr/>
        <a:lstStyle/>
        <a:p>
          <a:pPr algn="just"/>
          <a:r>
            <a:rPr lang="es-ES" sz="1400" dirty="0">
              <a:latin typeface="Arial" panose="020B0604020202020204" pitchFamily="34" charset="0"/>
              <a:cs typeface="Arial" panose="020B0604020202020204" pitchFamily="34" charset="0"/>
            </a:rPr>
            <a:t>5.¿Cuánto se puede Rectificar el componente?</a:t>
          </a:r>
        </a:p>
        <a:p>
          <a:pPr algn="just"/>
          <a:endParaRPr lang="es-CL"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Dependiendo lo que recomiende el fabricante, un ejemplo, sería que su grosor máximo es de 50mm y el mínimo de 20mm en estos casos si el grosor del disco o pastilla no baja del mínimo se podría rectificar</a:t>
          </a:r>
          <a:r>
            <a:rPr lang="es-ES" sz="1900" dirty="0"/>
            <a:t>.</a:t>
          </a:r>
        </a:p>
        <a:p>
          <a:pPr algn="just"/>
          <a:endParaRPr lang="es-ES" sz="1900" dirty="0"/>
        </a:p>
        <a:p>
          <a:pPr algn="just"/>
          <a:endParaRPr lang="es-ES" sz="1900" dirty="0"/>
        </a:p>
        <a:p>
          <a:pPr algn="just"/>
          <a:endParaRPr lang="es-CL" sz="1900" dirty="0"/>
        </a:p>
      </dgm:t>
    </dgm:pt>
    <dgm:pt modelId="{9F6C1CA7-72F0-49D8-9D12-14E01D8FB50B}" type="parTrans" cxnId="{45F2B830-01D8-40C2-8207-EC0327A7E232}">
      <dgm:prSet/>
      <dgm:spPr/>
      <dgm:t>
        <a:bodyPr/>
        <a:lstStyle/>
        <a:p>
          <a:endParaRPr lang="es-CL"/>
        </a:p>
      </dgm:t>
    </dgm:pt>
    <dgm:pt modelId="{88EE56BE-FADD-4A61-9D96-A356AF0E4090}" type="sibTrans" cxnId="{45F2B830-01D8-40C2-8207-EC0327A7E232}">
      <dgm:prSet/>
      <dgm:spPr/>
      <dgm:t>
        <a:bodyPr/>
        <a:lstStyle/>
        <a:p>
          <a:endParaRPr lang="es-CL"/>
        </a:p>
      </dgm:t>
    </dgm:pt>
    <dgm:pt modelId="{AD9CDBE8-EC12-4373-B429-A1E981C5ECBF}" type="pres">
      <dgm:prSet presAssocID="{A5A63E2C-50FD-4395-BC3C-6BC5D1B1D8B2}" presName="Name0" presStyleCnt="0">
        <dgm:presLayoutVars>
          <dgm:dir/>
          <dgm:resizeHandles val="exact"/>
        </dgm:presLayoutVars>
      </dgm:prSet>
      <dgm:spPr/>
    </dgm:pt>
    <dgm:pt modelId="{CAE52843-50C7-41BA-A71C-E055E13721CE}" type="pres">
      <dgm:prSet presAssocID="{C8C61768-4262-409D-84EA-B1681E9401D6}" presName="node" presStyleLbl="node1" presStyleIdx="0" presStyleCnt="3">
        <dgm:presLayoutVars>
          <dgm:bulletEnabled val="1"/>
        </dgm:presLayoutVars>
      </dgm:prSet>
      <dgm:spPr/>
    </dgm:pt>
    <dgm:pt modelId="{4A3570AD-9245-4D02-BCD5-411135C530A4}" type="pres">
      <dgm:prSet presAssocID="{88EE56BE-FADD-4A61-9D96-A356AF0E4090}" presName="sibTrans" presStyleCnt="0"/>
      <dgm:spPr/>
    </dgm:pt>
    <dgm:pt modelId="{9BB5254E-7C15-4F91-BD98-AEB1A5E89DDF}" type="pres">
      <dgm:prSet presAssocID="{012536AA-B943-4403-94F6-4622B9512FC0}" presName="node" presStyleLbl="node1" presStyleIdx="1" presStyleCnt="3">
        <dgm:presLayoutVars>
          <dgm:bulletEnabled val="1"/>
        </dgm:presLayoutVars>
      </dgm:prSet>
      <dgm:spPr/>
    </dgm:pt>
    <dgm:pt modelId="{53E2CBAD-F4C2-46DB-B373-76E2E01DD857}" type="pres">
      <dgm:prSet presAssocID="{F89D5AC2-BAF0-41A8-B9BC-08D829B0965B}" presName="sibTrans" presStyleCnt="0"/>
      <dgm:spPr/>
    </dgm:pt>
    <dgm:pt modelId="{EA01BFEA-0BDE-4B5E-A5FC-61764FB2D88C}" type="pres">
      <dgm:prSet presAssocID="{F8D05F25-2E8E-4936-B1B7-C3A2867514C5}" presName="node" presStyleLbl="node1" presStyleIdx="2" presStyleCnt="3">
        <dgm:presLayoutVars>
          <dgm:bulletEnabled val="1"/>
        </dgm:presLayoutVars>
      </dgm:prSet>
      <dgm:spPr/>
    </dgm:pt>
  </dgm:ptLst>
  <dgm:cxnLst>
    <dgm:cxn modelId="{3BBCA516-108D-480A-964D-7C9654351862}" type="presOf" srcId="{A5A63E2C-50FD-4395-BC3C-6BC5D1B1D8B2}" destId="{AD9CDBE8-EC12-4373-B429-A1E981C5ECBF}" srcOrd="0" destOrd="0" presId="urn:microsoft.com/office/officeart/2005/8/layout/hList6"/>
    <dgm:cxn modelId="{45F2B830-01D8-40C2-8207-EC0327A7E232}" srcId="{A5A63E2C-50FD-4395-BC3C-6BC5D1B1D8B2}" destId="{C8C61768-4262-409D-84EA-B1681E9401D6}" srcOrd="0" destOrd="0" parTransId="{9F6C1CA7-72F0-49D8-9D12-14E01D8FB50B}" sibTransId="{88EE56BE-FADD-4A61-9D96-A356AF0E4090}"/>
    <dgm:cxn modelId="{DFA7DA47-D050-4F6C-B6EC-96E48F15BFB0}" type="presOf" srcId="{C8C61768-4262-409D-84EA-B1681E9401D6}" destId="{CAE52843-50C7-41BA-A71C-E055E13721CE}" srcOrd="0" destOrd="0" presId="urn:microsoft.com/office/officeart/2005/8/layout/hList6"/>
    <dgm:cxn modelId="{BD7A2A75-CA1B-4C56-8B87-9C159D3DA8E8}" srcId="{A5A63E2C-50FD-4395-BC3C-6BC5D1B1D8B2}" destId="{012536AA-B943-4403-94F6-4622B9512FC0}" srcOrd="1" destOrd="0" parTransId="{8248D115-798E-4715-B2CF-04310C7A40D6}" sibTransId="{F89D5AC2-BAF0-41A8-B9BC-08D829B0965B}"/>
    <dgm:cxn modelId="{5488C4AC-59C5-42BE-AE97-06783D47476E}" type="presOf" srcId="{F8D05F25-2E8E-4936-B1B7-C3A2867514C5}" destId="{EA01BFEA-0BDE-4B5E-A5FC-61764FB2D88C}" srcOrd="0" destOrd="0" presId="urn:microsoft.com/office/officeart/2005/8/layout/hList6"/>
    <dgm:cxn modelId="{014B1BE2-763B-49F9-8620-D92911993450}" srcId="{A5A63E2C-50FD-4395-BC3C-6BC5D1B1D8B2}" destId="{F8D05F25-2E8E-4936-B1B7-C3A2867514C5}" srcOrd="2" destOrd="0" parTransId="{8D83E578-EEDB-4408-B2A3-05D9BE9EE696}" sibTransId="{7E02AF52-71C9-4504-A194-44766FCBF0BC}"/>
    <dgm:cxn modelId="{889880E7-FD14-4A68-9F8B-63C3929679D6}" type="presOf" srcId="{012536AA-B943-4403-94F6-4622B9512FC0}" destId="{9BB5254E-7C15-4F91-BD98-AEB1A5E89DDF}" srcOrd="0" destOrd="0" presId="urn:microsoft.com/office/officeart/2005/8/layout/hList6"/>
    <dgm:cxn modelId="{AAF11AC8-114E-4CD0-A04B-7BBABE0BEB20}" type="presParOf" srcId="{AD9CDBE8-EC12-4373-B429-A1E981C5ECBF}" destId="{CAE52843-50C7-41BA-A71C-E055E13721CE}" srcOrd="0" destOrd="0" presId="urn:microsoft.com/office/officeart/2005/8/layout/hList6"/>
    <dgm:cxn modelId="{4008F1E0-114A-454E-9B94-8DE16C0BDD1D}" type="presParOf" srcId="{AD9CDBE8-EC12-4373-B429-A1E981C5ECBF}" destId="{4A3570AD-9245-4D02-BCD5-411135C530A4}" srcOrd="1" destOrd="0" presId="urn:microsoft.com/office/officeart/2005/8/layout/hList6"/>
    <dgm:cxn modelId="{06160F7B-B766-4971-A9DB-C5B819364C7F}" type="presParOf" srcId="{AD9CDBE8-EC12-4373-B429-A1E981C5ECBF}" destId="{9BB5254E-7C15-4F91-BD98-AEB1A5E89DDF}" srcOrd="2" destOrd="0" presId="urn:microsoft.com/office/officeart/2005/8/layout/hList6"/>
    <dgm:cxn modelId="{61430195-F1BD-491C-9B9B-B2591B06EEA5}" type="presParOf" srcId="{AD9CDBE8-EC12-4373-B429-A1E981C5ECBF}" destId="{53E2CBAD-F4C2-46DB-B373-76E2E01DD857}" srcOrd="3" destOrd="0" presId="urn:microsoft.com/office/officeart/2005/8/layout/hList6"/>
    <dgm:cxn modelId="{57168174-9C69-4CF1-A630-26DB6783D720}" type="presParOf" srcId="{AD9CDBE8-EC12-4373-B429-A1E981C5ECBF}" destId="{EA01BFEA-0BDE-4B5E-A5FC-61764FB2D88C}"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3BCC7-59F7-4E3F-9475-CC21CC294634}">
      <dsp:nvSpPr>
        <dsp:cNvPr id="0" name=""/>
        <dsp:cNvSpPr/>
      </dsp:nvSpPr>
      <dsp:spPr>
        <a:xfrm rot="16200000">
          <a:off x="-1677116" y="1678752"/>
          <a:ext cx="6298642" cy="2941136"/>
        </a:xfrm>
        <a:prstGeom prst="flowChartManualOperation">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kern="1200" dirty="0">
              <a:latin typeface="Arial" panose="020B0604020202020204" pitchFamily="34" charset="0"/>
              <a:cs typeface="Arial" panose="020B0604020202020204" pitchFamily="34" charset="0"/>
            </a:rPr>
            <a:t>Problemática Abordar</a:t>
          </a:r>
          <a:endParaRPr lang="es-CL" sz="1600" b="1"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El Vehículo  aumenta su distancia de frenado considerablemente,  depende de qué tan rápido se esté conduciendo, la condición de la carretera y la condición de sus frenos. </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Tras todo el sistema de frenos es muy importante para la seguirdad de todos los ocupantes dentro de este y fuera también, en este sistema lo que nosotros nos vamos a enfocar en sus discos de frenos, pastillas de freno o tambores de freno  traseros</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Mod</a:t>
          </a:r>
          <a:r>
            <a:rPr lang="es-CL" sz="1400" kern="1200" dirty="0">
              <a:latin typeface="Arial" panose="020B0604020202020204" pitchFamily="34" charset="0"/>
              <a:cs typeface="Arial" panose="020B0604020202020204" pitchFamily="34" charset="0"/>
            </a:rPr>
            <a:t>elo Hyundai Tucson del año 2018  versión TI GI Advance motor 2.0. </a:t>
          </a:r>
        </a:p>
      </dsp:txBody>
      <dsp:txXfrm rot="5400000">
        <a:off x="1637" y="1259727"/>
        <a:ext cx="2941136" cy="3779186"/>
      </dsp:txXfrm>
    </dsp:sp>
    <dsp:sp modelId="{461CFD8F-F1BB-48BC-9894-4C71F453F307}">
      <dsp:nvSpPr>
        <dsp:cNvPr id="0" name=""/>
        <dsp:cNvSpPr/>
      </dsp:nvSpPr>
      <dsp:spPr>
        <a:xfrm rot="16200000">
          <a:off x="1236834" y="1894205"/>
          <a:ext cx="6298642" cy="2510230"/>
        </a:xfrm>
        <a:prstGeom prst="flowChartManualOperation">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u="none" kern="1200" dirty="0">
              <a:latin typeface="Arial" panose="020B0604020202020204" pitchFamily="34" charset="0"/>
              <a:cs typeface="Arial" panose="020B0604020202020204" pitchFamily="34" charset="0"/>
            </a:rPr>
            <a:t>Nociones Matemáticas</a:t>
          </a:r>
        </a:p>
        <a:p>
          <a:pPr marL="0" lvl="0" indent="0" algn="l" defTabSz="711200">
            <a:lnSpc>
              <a:spcPct val="90000"/>
            </a:lnSpc>
            <a:spcBef>
              <a:spcPct val="0"/>
            </a:spcBef>
            <a:spcAft>
              <a:spcPct val="35000"/>
            </a:spcAft>
            <a:buNone/>
          </a:pPr>
          <a:r>
            <a:rPr lang="es-CL" sz="1400" kern="1200" dirty="0">
              <a:latin typeface="Arial" panose="020B0604020202020204" pitchFamily="34" charset="0"/>
              <a:cs typeface="Arial" panose="020B0604020202020204" pitchFamily="34" charset="0"/>
            </a:rPr>
            <a:t>Cálculos Matemáticos Posibles:</a:t>
          </a: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Cálculo del Material a Eliminar: Material a eliminar = Grosor inicial - Grosor mínimo especificado por el fabricante</a:t>
          </a: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Cálculo de Grosor Final Después del Rectificado: Grosor final = Grosor inicial - Material eliminado durante el rectificado</a:t>
          </a:r>
        </a:p>
      </dsp:txBody>
      <dsp:txXfrm rot="5400000">
        <a:off x="3131040" y="1259727"/>
        <a:ext cx="2510230" cy="3779186"/>
      </dsp:txXfrm>
    </dsp:sp>
    <dsp:sp modelId="{0591CEA2-5F8A-4962-8119-D0B6EC5270B0}">
      <dsp:nvSpPr>
        <dsp:cNvPr id="0" name=""/>
        <dsp:cNvSpPr/>
      </dsp:nvSpPr>
      <dsp:spPr>
        <a:xfrm rot="16200000">
          <a:off x="3814702" y="1787910"/>
          <a:ext cx="6298642" cy="2722821"/>
        </a:xfrm>
        <a:prstGeom prst="flowChartManualOperation">
          <a:avLst/>
        </a:prstGeom>
        <a:solidFill>
          <a:schemeClr val="accent4">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kern="1200" dirty="0">
              <a:latin typeface="Arial" panose="020B0604020202020204" pitchFamily="34" charset="0"/>
              <a:cs typeface="Arial" panose="020B0604020202020204" pitchFamily="34" charset="0"/>
            </a:rPr>
            <a:t>Tema de Investigación </a:t>
          </a:r>
          <a:r>
            <a:rPr lang="es-ES" sz="1400" kern="1200" dirty="0">
              <a:latin typeface="Arial" panose="020B0604020202020204" pitchFamily="34" charset="0"/>
              <a:cs typeface="Arial" panose="020B0604020202020204" pitchFamily="34" charset="0"/>
            </a:rPr>
            <a:t>Sistema de Frenos:</a:t>
          </a:r>
          <a:endParaRPr lang="es-CL" sz="1600" b="1"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Influencia de la Velocidad en la Distancia de Frenado.</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Desarrollo de Materiales Innovadores para Frenos: </a:t>
          </a:r>
          <a:r>
            <a:rPr lang="es-ES" sz="1400" kern="1200" dirty="0">
              <a:latin typeface="Arial" panose="020B0604020202020204" pitchFamily="34" charset="0"/>
              <a:cs typeface="Arial" panose="020B0604020202020204" pitchFamily="34" charset="0"/>
            </a:rPr>
            <a:t> nuevos materiales para discos y pastillas de freno con el objetivo de mejorar la eficiencia del frenado y reducir la distancia de frenado. </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Medición de la Distancia de Frenado Actual: Realizar pruebas de frenado para medir la distancia de frenado actual del vehículo en diversas condiciones de velocidad y superficie de la carretera</a:t>
          </a:r>
          <a:r>
            <a:rPr lang="es-ES" sz="1600" kern="1200" dirty="0">
              <a:latin typeface="Arial" panose="020B0604020202020204" pitchFamily="34" charset="0"/>
              <a:cs typeface="Arial" panose="020B0604020202020204" pitchFamily="34" charset="0"/>
            </a:rPr>
            <a:t>.</a:t>
          </a:r>
          <a:endParaRPr lang="es-CL" sz="1600" kern="1200" dirty="0">
            <a:latin typeface="Arial" panose="020B0604020202020204" pitchFamily="34" charset="0"/>
            <a:cs typeface="Arial" panose="020B0604020202020204" pitchFamily="34" charset="0"/>
          </a:endParaRPr>
        </a:p>
      </dsp:txBody>
      <dsp:txXfrm rot="5400000">
        <a:off x="5602612" y="1259728"/>
        <a:ext cx="2722821" cy="37791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D3DB1-D1E6-4E55-9617-A0C6942F159F}">
      <dsp:nvSpPr>
        <dsp:cNvPr id="0" name=""/>
        <dsp:cNvSpPr/>
      </dsp:nvSpPr>
      <dsp:spPr>
        <a:xfrm rot="16200000">
          <a:off x="-1948321" y="3181011"/>
          <a:ext cx="4716395" cy="447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94737" bIns="0" numCol="1" spcCol="1270" anchor="t" anchorCtr="0">
          <a:noAutofit/>
        </a:bodyPr>
        <a:lstStyle/>
        <a:p>
          <a:pPr marL="0" lvl="0" indent="0" algn="r" defTabSz="1244600">
            <a:lnSpc>
              <a:spcPct val="90000"/>
            </a:lnSpc>
            <a:spcBef>
              <a:spcPct val="0"/>
            </a:spcBef>
            <a:spcAft>
              <a:spcPct val="35000"/>
            </a:spcAft>
            <a:buNone/>
          </a:pPr>
          <a:r>
            <a:rPr lang="es-ES" sz="2800" kern="1200" dirty="0"/>
            <a:t>Objetivo</a:t>
          </a:r>
          <a:endParaRPr lang="es-CL" sz="2800" kern="1200" dirty="0"/>
        </a:p>
      </dsp:txBody>
      <dsp:txXfrm>
        <a:off x="-1948321" y="3181011"/>
        <a:ext cx="4716395" cy="447576"/>
      </dsp:txXfrm>
    </dsp:sp>
    <dsp:sp modelId="{81A5CDD6-9586-4863-AA46-C8034F089410}">
      <dsp:nvSpPr>
        <dsp:cNvPr id="0" name=""/>
        <dsp:cNvSpPr/>
      </dsp:nvSpPr>
      <dsp:spPr>
        <a:xfrm>
          <a:off x="633663" y="1046601"/>
          <a:ext cx="2230595" cy="47163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94737" rIns="128016" bIns="128016" numCol="1" spcCol="1270" anchor="t" anchorCtr="0">
          <a:noAutofit/>
        </a:bodyPr>
        <a:lstStyle/>
        <a:p>
          <a:pPr marL="114300" lvl="1" indent="-114300" algn="l" defTabSz="622300">
            <a:lnSpc>
              <a:spcPct val="90000"/>
            </a:lnSpc>
            <a:spcBef>
              <a:spcPct val="0"/>
            </a:spcBef>
            <a:spcAft>
              <a:spcPct val="15000"/>
            </a:spcAft>
            <a:buChar char="•"/>
          </a:pPr>
          <a:r>
            <a:rPr lang="es-ES" sz="1400" kern="1200" dirty="0"/>
            <a:t>Disminuir la distancia de frenado o obtener la distancia optima de frenado de acuerdo a su fabricante</a:t>
          </a:r>
          <a:endParaRPr lang="es-CL" sz="1400" kern="1200" dirty="0"/>
        </a:p>
        <a:p>
          <a:pPr marL="114300" lvl="1" indent="-114300" algn="l" defTabSz="622300">
            <a:lnSpc>
              <a:spcPct val="90000"/>
            </a:lnSpc>
            <a:spcBef>
              <a:spcPct val="0"/>
            </a:spcBef>
            <a:spcAft>
              <a:spcPct val="15000"/>
            </a:spcAft>
            <a:buChar char="•"/>
          </a:pPr>
          <a:endParaRPr lang="es-CL" sz="1400" kern="1200" dirty="0"/>
        </a:p>
      </dsp:txBody>
      <dsp:txXfrm>
        <a:off x="633663" y="1046601"/>
        <a:ext cx="2230595" cy="4716395"/>
      </dsp:txXfrm>
    </dsp:sp>
    <dsp:sp modelId="{29FD7153-CCFF-4437-B8C1-E34DA02100FE}">
      <dsp:nvSpPr>
        <dsp:cNvPr id="0" name=""/>
        <dsp:cNvSpPr/>
      </dsp:nvSpPr>
      <dsp:spPr>
        <a:xfrm>
          <a:off x="153486" y="111382"/>
          <a:ext cx="1198877" cy="1239427"/>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r="5726" b="222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5497CD-FA11-45CD-9303-0FFD673135DE}">
      <dsp:nvSpPr>
        <dsp:cNvPr id="0" name=""/>
        <dsp:cNvSpPr/>
      </dsp:nvSpPr>
      <dsp:spPr>
        <a:xfrm rot="16200000">
          <a:off x="1368463" y="3170618"/>
          <a:ext cx="4716395" cy="447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94737" bIns="0" numCol="1" spcCol="1270" anchor="t" anchorCtr="0">
          <a:noAutofit/>
        </a:bodyPr>
        <a:lstStyle/>
        <a:p>
          <a:pPr marL="0" lvl="0" indent="0" algn="r" defTabSz="1244600">
            <a:lnSpc>
              <a:spcPct val="90000"/>
            </a:lnSpc>
            <a:spcBef>
              <a:spcPct val="0"/>
            </a:spcBef>
            <a:spcAft>
              <a:spcPct val="35000"/>
            </a:spcAft>
            <a:buNone/>
          </a:pPr>
          <a:r>
            <a:rPr lang="es-ES" sz="2800" kern="1200" dirty="0"/>
            <a:t>Preguntas de Investigación</a:t>
          </a:r>
          <a:endParaRPr lang="es-CL" sz="2800" kern="1200" dirty="0"/>
        </a:p>
      </dsp:txBody>
      <dsp:txXfrm>
        <a:off x="1368463" y="3170618"/>
        <a:ext cx="4716395" cy="447576"/>
      </dsp:txXfrm>
    </dsp:sp>
    <dsp:sp modelId="{FFF42A23-502A-41F8-98D4-6F0F5E338F25}">
      <dsp:nvSpPr>
        <dsp:cNvPr id="0" name=""/>
        <dsp:cNvSpPr/>
      </dsp:nvSpPr>
      <dsp:spPr>
        <a:xfrm>
          <a:off x="3950448" y="1036209"/>
          <a:ext cx="2230595" cy="47163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94737" rIns="128016" bIns="128016" numCol="1" spcCol="1270" anchor="t" anchorCtr="0">
          <a:noAutofit/>
        </a:bodyPr>
        <a:lstStyle/>
        <a:p>
          <a:pPr marL="114300" lvl="1" indent="-114300" algn="l" defTabSz="622300">
            <a:lnSpc>
              <a:spcPct val="90000"/>
            </a:lnSpc>
            <a:spcBef>
              <a:spcPct val="0"/>
            </a:spcBef>
            <a:spcAft>
              <a:spcPct val="15000"/>
            </a:spcAft>
            <a:buChar char="•"/>
          </a:pPr>
          <a:r>
            <a:rPr lang="es-ES" sz="1400" kern="1200" dirty="0"/>
            <a:t>1.¿Porque esta Aumentando su distancia de frenado?</a:t>
          </a:r>
          <a:endParaRPr lang="es-CL" sz="1400" kern="1200" dirty="0"/>
        </a:p>
        <a:p>
          <a:pPr marL="114300" lvl="1" indent="-114300" algn="l" defTabSz="622300">
            <a:lnSpc>
              <a:spcPct val="90000"/>
            </a:lnSpc>
            <a:spcBef>
              <a:spcPct val="0"/>
            </a:spcBef>
            <a:spcAft>
              <a:spcPct val="15000"/>
            </a:spcAft>
            <a:buChar char="•"/>
          </a:pPr>
          <a:r>
            <a:rPr lang="es-ES" sz="1400" kern="1200" dirty="0"/>
            <a:t> 2.¿Cómo verificar si aumento su distancia? </a:t>
          </a:r>
          <a:endParaRPr lang="es-CL" sz="1400" kern="1200" dirty="0"/>
        </a:p>
        <a:p>
          <a:pPr marL="114300" lvl="1" indent="-114300" algn="l" defTabSz="622300">
            <a:lnSpc>
              <a:spcPct val="90000"/>
            </a:lnSpc>
            <a:spcBef>
              <a:spcPct val="0"/>
            </a:spcBef>
            <a:spcAft>
              <a:spcPct val="15000"/>
            </a:spcAft>
            <a:buChar char="•"/>
          </a:pPr>
          <a:r>
            <a:rPr lang="es-ES" sz="1400" kern="1200"/>
            <a:t>3.¿Cómo solucionamos el problema? </a:t>
          </a:r>
          <a:endParaRPr lang="es-CL" sz="1400" kern="1200"/>
        </a:p>
        <a:p>
          <a:pPr marL="114300" lvl="1" indent="-114300" algn="l" defTabSz="622300">
            <a:lnSpc>
              <a:spcPct val="90000"/>
            </a:lnSpc>
            <a:spcBef>
              <a:spcPct val="0"/>
            </a:spcBef>
            <a:spcAft>
              <a:spcPct val="15000"/>
            </a:spcAft>
            <a:buChar char="•"/>
          </a:pPr>
          <a:r>
            <a:rPr lang="es-ES" sz="1400" kern="1200" dirty="0"/>
            <a:t>4.¿Cómo sabes si hay que cambiar un componente o solo realizarle una rectificada?.</a:t>
          </a:r>
          <a:endParaRPr lang="es-CL" sz="1400" kern="1200" dirty="0"/>
        </a:p>
        <a:p>
          <a:pPr marL="114300" lvl="1" indent="-114300" algn="l" defTabSz="622300">
            <a:lnSpc>
              <a:spcPct val="90000"/>
            </a:lnSpc>
            <a:spcBef>
              <a:spcPct val="0"/>
            </a:spcBef>
            <a:spcAft>
              <a:spcPct val="15000"/>
            </a:spcAft>
            <a:buChar char="•"/>
          </a:pPr>
          <a:r>
            <a:rPr lang="es-ES" sz="1400" kern="1200" dirty="0"/>
            <a:t> 5.¿Cuánto se puede Rectificar el componente?.</a:t>
          </a:r>
          <a:endParaRPr lang="es-CL" sz="1400" kern="1200" dirty="0"/>
        </a:p>
        <a:p>
          <a:pPr marL="114300" lvl="1" indent="-114300" algn="l" defTabSz="622300">
            <a:lnSpc>
              <a:spcPct val="90000"/>
            </a:lnSpc>
            <a:spcBef>
              <a:spcPct val="0"/>
            </a:spcBef>
            <a:spcAft>
              <a:spcPct val="15000"/>
            </a:spcAft>
            <a:buChar char="•"/>
          </a:pPr>
          <a:r>
            <a:rPr lang="es-ES" sz="1400" kern="1200" dirty="0"/>
            <a:t>6.¿Porque al frenar hace un chillido?.</a:t>
          </a:r>
          <a:endParaRPr lang="es-CL" sz="1400" kern="1200" dirty="0"/>
        </a:p>
        <a:p>
          <a:pPr marL="114300" lvl="1" indent="-114300" algn="l" defTabSz="622300">
            <a:lnSpc>
              <a:spcPct val="90000"/>
            </a:lnSpc>
            <a:spcBef>
              <a:spcPct val="0"/>
            </a:spcBef>
            <a:spcAft>
              <a:spcPct val="15000"/>
            </a:spcAft>
            <a:buChar char="•"/>
          </a:pPr>
          <a:r>
            <a:rPr lang="es-ES" sz="1400" kern="1200" dirty="0"/>
            <a:t>7.¿Qué es importante hacer a medida que aumenta su velocidad?</a:t>
          </a:r>
          <a:endParaRPr lang="es-CL" sz="1400" kern="1200" dirty="0"/>
        </a:p>
      </dsp:txBody>
      <dsp:txXfrm>
        <a:off x="3950448" y="1036209"/>
        <a:ext cx="2230595" cy="4716395"/>
      </dsp:txXfrm>
    </dsp:sp>
    <dsp:sp modelId="{8BD6D3C2-7EDA-4A0C-9BB2-3C7C700CBD57}">
      <dsp:nvSpPr>
        <dsp:cNvPr id="0" name=""/>
        <dsp:cNvSpPr/>
      </dsp:nvSpPr>
      <dsp:spPr>
        <a:xfrm>
          <a:off x="3474961" y="111382"/>
          <a:ext cx="1083492" cy="1218642"/>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 r="447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FB895-2CC0-4815-AFD4-FAC71A374B73}">
      <dsp:nvSpPr>
        <dsp:cNvPr id="0" name=""/>
        <dsp:cNvSpPr/>
      </dsp:nvSpPr>
      <dsp:spPr>
        <a:xfrm rot="16200000">
          <a:off x="-1224302" y="1225415"/>
          <a:ext cx="5418667" cy="2967836"/>
        </a:xfrm>
        <a:prstGeom prst="flowChartManualOperati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90000"/>
            </a:lnSpc>
            <a:spcBef>
              <a:spcPct val="0"/>
            </a:spcBef>
            <a:spcAft>
              <a:spcPct val="35000"/>
            </a:spcAft>
            <a:buNone/>
          </a:pPr>
          <a:endParaRPr lang="es-ES" sz="1400" kern="1200" dirty="0">
            <a:latin typeface="Arial" panose="020B0604020202020204" pitchFamily="34" charset="0"/>
            <a:cs typeface="Arial" panose="020B0604020202020204" pitchFamily="34" charset="0"/>
          </a:endParaRPr>
        </a:p>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1.¿Porque esta Aumentando</a:t>
          </a:r>
        </a:p>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 su distancia de frenado?</a:t>
          </a:r>
        </a:p>
        <a:p>
          <a:pPr marL="0" lvl="0" indent="0" algn="just" defTabSz="6223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Existen varios factores que pueden contribuir al aumento de la distancia de frenado, como el estado de los neumáticos, las condiciones climáticas, el exceso de velocidad y el mal funcionamiento del sistema de frenos. Cada uno de estos factores puede afectar la capacidad del vehículo para detenerse adecuadamente. Afortunadamente, hay varias soluciones que pueden ayudar a reducir la distancia de frenado, como mantener los neumáticos en buen estado, conducir a una velocidad segura y adecuada, mantener una distancia adecuada con otros vehículos y realizar un mantenimiento regular del sistema de frenos.</a:t>
          </a:r>
          <a:endParaRPr lang="es-CL" sz="1400" kern="1200" dirty="0">
            <a:latin typeface="Arial" panose="020B0604020202020204" pitchFamily="34" charset="0"/>
            <a:cs typeface="Arial" panose="020B0604020202020204" pitchFamily="34" charset="0"/>
          </a:endParaRPr>
        </a:p>
      </dsp:txBody>
      <dsp:txXfrm rot="5400000">
        <a:off x="1113" y="1083733"/>
        <a:ext cx="2967836" cy="3251201"/>
      </dsp:txXfrm>
    </dsp:sp>
    <dsp:sp modelId="{505388E7-3F3C-4238-9153-16899C6FB2B7}">
      <dsp:nvSpPr>
        <dsp:cNvPr id="0" name=""/>
        <dsp:cNvSpPr/>
      </dsp:nvSpPr>
      <dsp:spPr>
        <a:xfrm rot="16200000">
          <a:off x="1713582" y="1445014"/>
          <a:ext cx="5418667" cy="2528637"/>
        </a:xfrm>
        <a:prstGeom prst="flowChartManualOperati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0650" tIns="0" rIns="120650" bIns="0" numCol="1" spcCol="1270" anchor="ctr" anchorCtr="0">
          <a:noAutofit/>
        </a:bodyPr>
        <a:lstStyle/>
        <a:p>
          <a:pPr marL="0" lvl="0" indent="0" algn="l" defTabSz="844550">
            <a:lnSpc>
              <a:spcPct val="90000"/>
            </a:lnSpc>
            <a:spcBef>
              <a:spcPct val="0"/>
            </a:spcBef>
            <a:spcAft>
              <a:spcPct val="35000"/>
            </a:spcAft>
            <a:buNone/>
          </a:pPr>
          <a:r>
            <a:rPr lang="es-ES" sz="1900" kern="1200" dirty="0"/>
            <a:t> </a:t>
          </a:r>
          <a:r>
            <a:rPr lang="es-ES" sz="1400" kern="1200" dirty="0">
              <a:latin typeface="Arial" panose="020B0604020202020204" pitchFamily="34" charset="0"/>
              <a:cs typeface="Arial" panose="020B0604020202020204" pitchFamily="34" charset="0"/>
            </a:rPr>
            <a:t>2.¿Cómo verificar si aumento su distancia?</a:t>
          </a: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Si la velocidad del vehículo se duplica, la distancia de frenado que se requiere aumenta 4 veces. Si el vehículo acelera y su velocidad pasa de 30 km/h a 60 km/h, quiere decir que la velocidad se multiplicó 2 veces (se duplicó) y, por lo tanto, la distancia de frenado aumenta 4 veces.</a:t>
          </a:r>
        </a:p>
        <a:p>
          <a:pPr marL="0" lvl="0" indent="0" algn="l" defTabSz="84455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endParaRPr lang="es-CL" sz="1900" kern="1200" dirty="0"/>
        </a:p>
      </dsp:txBody>
      <dsp:txXfrm rot="5400000">
        <a:off x="3158597" y="1083732"/>
        <a:ext cx="2528637" cy="3251201"/>
      </dsp:txXfrm>
    </dsp:sp>
    <dsp:sp modelId="{7DF1DC2A-3E6D-40C1-9E17-33D2DC637448}">
      <dsp:nvSpPr>
        <dsp:cNvPr id="0" name=""/>
        <dsp:cNvSpPr/>
      </dsp:nvSpPr>
      <dsp:spPr>
        <a:xfrm rot="16200000">
          <a:off x="4431868" y="1445014"/>
          <a:ext cx="5418667" cy="2528637"/>
        </a:xfrm>
        <a:prstGeom prst="flowChartManualOperati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3.¿Cómo solucionamos el problema? </a:t>
          </a:r>
          <a:endParaRPr lang="es-CL" sz="14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2200" kern="1200" dirty="0"/>
            <a:t> </a:t>
          </a:r>
          <a:r>
            <a:rPr lang="es-ES" sz="1200" kern="1200" dirty="0">
              <a:latin typeface="Arial" panose="020B0604020202020204" pitchFamily="34" charset="0"/>
              <a:cs typeface="Arial" panose="020B0604020202020204" pitchFamily="34" charset="0"/>
            </a:rPr>
            <a:t>Viendo estados del disco de freno como de pastillas, cuánto líquido de freno tiene, si hay fugas en alguna de las mangueras de frenado, el estado de las ruedas y verificar que tanto deben de estar infladas las ruedas del vehículo al momento de circular con arto peso.</a:t>
          </a: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dsp:txBody>
      <dsp:txXfrm rot="5400000">
        <a:off x="5876883" y="1083732"/>
        <a:ext cx="2528637" cy="3251201"/>
      </dsp:txXfrm>
    </dsp:sp>
    <dsp:sp modelId="{D8EF2151-1BD5-472A-BD6F-8B454D353043}">
      <dsp:nvSpPr>
        <dsp:cNvPr id="0" name=""/>
        <dsp:cNvSpPr/>
      </dsp:nvSpPr>
      <dsp:spPr>
        <a:xfrm rot="16200000">
          <a:off x="7150153" y="1445014"/>
          <a:ext cx="5418667" cy="2528637"/>
        </a:xfrm>
        <a:prstGeom prst="flowChartManualOperati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0" rIns="76200" bIns="0" numCol="1" spcCol="1270" anchor="ctr" anchorCtr="0">
          <a:noAutofit/>
        </a:bodyPr>
        <a:lstStyle/>
        <a:p>
          <a:pPr marL="0" lvl="0" indent="0" algn="ctr" defTabSz="5334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4</a:t>
          </a:r>
          <a:r>
            <a:rPr lang="es-ES" sz="1400" kern="1200" dirty="0">
              <a:latin typeface="Arial" panose="020B0604020202020204" pitchFamily="34" charset="0"/>
              <a:cs typeface="Arial" panose="020B0604020202020204" pitchFamily="34" charset="0"/>
            </a:rPr>
            <a:t>.¿Cómo sabes si hay que cambiar un componente o solo realizarle una rectificada?</a:t>
          </a:r>
        </a:p>
        <a:p>
          <a:pPr marL="0" lvl="0" indent="0" algn="just" defTabSz="5334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Verificar medidas con ayuda de instrumentos de medición y verificando sus cifras con las recomendadas por el fabricante de manera que este en un punto entre el máximo y el mínimo. Cambiar en caso de bajar del mínimo a lo recomendado por el fabricante.</a:t>
          </a:r>
        </a:p>
        <a:p>
          <a:pPr marL="0" lvl="0" indent="0" algn="ctr" defTabSz="5334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ctr" defTabSz="5334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ctr" defTabSz="5334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dsp:txBody>
      <dsp:txXfrm rot="5400000">
        <a:off x="8595168" y="1083732"/>
        <a:ext cx="2528637" cy="32512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52843-50C7-41BA-A71C-E055E13721CE}">
      <dsp:nvSpPr>
        <dsp:cNvPr id="0" name=""/>
        <dsp:cNvSpPr/>
      </dsp:nvSpPr>
      <dsp:spPr>
        <a:xfrm rot="16200000">
          <a:off x="-1648653" y="1649652"/>
          <a:ext cx="5897218" cy="2597913"/>
        </a:xfrm>
        <a:prstGeom prst="flowChartManualOperati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just"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5.¿Cuánto se puede Rectificar el componente?</a:t>
          </a:r>
        </a:p>
        <a:p>
          <a:pPr marL="0" lvl="0" indent="0" algn="just" defTabSz="622300">
            <a:lnSpc>
              <a:spcPct val="90000"/>
            </a:lnSpc>
            <a:spcBef>
              <a:spcPct val="0"/>
            </a:spcBef>
            <a:spcAft>
              <a:spcPct val="35000"/>
            </a:spcAft>
            <a:buNone/>
          </a:pPr>
          <a:endParaRPr lang="es-CL"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Dependiendo lo que recomiende el fabricante, un ejemplo, sería que su grosor máximo es de 50mm y el mínimo de 20mm en estos casos si el grosor del disco o pastilla no baja del mínimo se podría rectificar</a:t>
          </a:r>
          <a:r>
            <a:rPr lang="es-ES" sz="1900" kern="1200" dirty="0"/>
            <a:t>.</a:t>
          </a:r>
        </a:p>
        <a:p>
          <a:pPr marL="0" lvl="0" indent="0" algn="just" defTabSz="622300">
            <a:lnSpc>
              <a:spcPct val="90000"/>
            </a:lnSpc>
            <a:spcBef>
              <a:spcPct val="0"/>
            </a:spcBef>
            <a:spcAft>
              <a:spcPct val="35000"/>
            </a:spcAft>
            <a:buNone/>
          </a:pPr>
          <a:endParaRPr lang="es-ES" sz="1900" kern="1200" dirty="0"/>
        </a:p>
        <a:p>
          <a:pPr marL="0" lvl="0" indent="0" algn="just" defTabSz="622300">
            <a:lnSpc>
              <a:spcPct val="90000"/>
            </a:lnSpc>
            <a:spcBef>
              <a:spcPct val="0"/>
            </a:spcBef>
            <a:spcAft>
              <a:spcPct val="35000"/>
            </a:spcAft>
            <a:buNone/>
          </a:pPr>
          <a:endParaRPr lang="es-ES" sz="1900" kern="1200" dirty="0"/>
        </a:p>
        <a:p>
          <a:pPr marL="0" lvl="0" indent="0" algn="just" defTabSz="622300">
            <a:lnSpc>
              <a:spcPct val="90000"/>
            </a:lnSpc>
            <a:spcBef>
              <a:spcPct val="0"/>
            </a:spcBef>
            <a:spcAft>
              <a:spcPct val="35000"/>
            </a:spcAft>
            <a:buNone/>
          </a:pPr>
          <a:endParaRPr lang="es-CL" sz="1900" kern="1200" dirty="0"/>
        </a:p>
      </dsp:txBody>
      <dsp:txXfrm rot="5400000">
        <a:off x="999" y="1179444"/>
        <a:ext cx="2597913" cy="3538330"/>
      </dsp:txXfrm>
    </dsp:sp>
    <dsp:sp modelId="{9BB5254E-7C15-4F91-BD98-AEB1A5E89DDF}">
      <dsp:nvSpPr>
        <dsp:cNvPr id="0" name=""/>
        <dsp:cNvSpPr/>
      </dsp:nvSpPr>
      <dsp:spPr>
        <a:xfrm rot="16200000">
          <a:off x="1144103" y="1649652"/>
          <a:ext cx="5897218" cy="2597913"/>
        </a:xfrm>
        <a:prstGeom prst="flowChartManualOperation">
          <a:avLst/>
        </a:prstGeom>
        <a:gradFill rotWithShape="0">
          <a:gsLst>
            <a:gs pos="0">
              <a:schemeClr val="accent2">
                <a:hueOff val="-5347675"/>
                <a:satOff val="2632"/>
                <a:lumOff val="-98"/>
                <a:alphaOff val="0"/>
                <a:satMod val="103000"/>
                <a:lumMod val="102000"/>
                <a:tint val="94000"/>
              </a:schemeClr>
            </a:gs>
            <a:gs pos="50000">
              <a:schemeClr val="accent2">
                <a:hueOff val="-5347675"/>
                <a:satOff val="2632"/>
                <a:lumOff val="-98"/>
                <a:alphaOff val="0"/>
                <a:satMod val="110000"/>
                <a:lumMod val="100000"/>
                <a:shade val="100000"/>
              </a:schemeClr>
            </a:gs>
            <a:gs pos="100000">
              <a:schemeClr val="accent2">
                <a:hueOff val="-5347675"/>
                <a:satOff val="2632"/>
                <a:lumOff val="-9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6.¿Porque al frenar hace un chillido?</a:t>
          </a:r>
        </a:p>
        <a:p>
          <a:pPr marL="0" lvl="0" indent="0" algn="ctr" defTabSz="622300">
            <a:lnSpc>
              <a:spcPct val="90000"/>
            </a:lnSpc>
            <a:spcBef>
              <a:spcPct val="0"/>
            </a:spcBef>
            <a:spcAft>
              <a:spcPct val="35000"/>
            </a:spcAft>
            <a:buNone/>
          </a:pPr>
          <a:endParaRPr lang="es-ES" sz="14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El chillido es provocado por un metal incrustado en la pastilla, de manera que está alerte al conductor que la pastilla finalizo su uso.</a:t>
          </a: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CL" sz="1200" kern="1200" dirty="0">
            <a:latin typeface="Arial" panose="020B0604020202020204" pitchFamily="34" charset="0"/>
            <a:cs typeface="Arial" panose="020B0604020202020204" pitchFamily="34" charset="0"/>
          </a:endParaRPr>
        </a:p>
      </dsp:txBody>
      <dsp:txXfrm rot="5400000">
        <a:off x="2793755" y="1179444"/>
        <a:ext cx="2597913" cy="3538330"/>
      </dsp:txXfrm>
    </dsp:sp>
    <dsp:sp modelId="{EA01BFEA-0BDE-4B5E-A5FC-61764FB2D88C}">
      <dsp:nvSpPr>
        <dsp:cNvPr id="0" name=""/>
        <dsp:cNvSpPr/>
      </dsp:nvSpPr>
      <dsp:spPr>
        <a:xfrm rot="16200000">
          <a:off x="3936861" y="1649652"/>
          <a:ext cx="5897218" cy="2597913"/>
        </a:xfrm>
        <a:prstGeom prst="flowChartManualOperation">
          <a:avLst/>
        </a:prstGeom>
        <a:gradFill rotWithShape="0">
          <a:gsLst>
            <a:gs pos="0">
              <a:schemeClr val="accent2">
                <a:hueOff val="-10695351"/>
                <a:satOff val="5263"/>
                <a:lumOff val="-197"/>
                <a:alphaOff val="0"/>
                <a:satMod val="103000"/>
                <a:lumMod val="102000"/>
                <a:tint val="94000"/>
              </a:schemeClr>
            </a:gs>
            <a:gs pos="50000">
              <a:schemeClr val="accent2">
                <a:hueOff val="-10695351"/>
                <a:satOff val="5263"/>
                <a:lumOff val="-197"/>
                <a:alphaOff val="0"/>
                <a:satMod val="110000"/>
                <a:lumMod val="100000"/>
                <a:shade val="100000"/>
              </a:schemeClr>
            </a:gs>
            <a:gs pos="100000">
              <a:schemeClr val="accent2">
                <a:hueOff val="-10695351"/>
                <a:satOff val="5263"/>
                <a:lumOff val="-19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just"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7.¿Qué es importante hacer a medida que aumenta su velocidad?</a:t>
          </a:r>
        </a:p>
        <a:p>
          <a:pPr marL="0" lvl="0" indent="0" algn="just" defTabSz="622300">
            <a:lnSpc>
              <a:spcPct val="90000"/>
            </a:lnSpc>
            <a:spcBef>
              <a:spcPct val="0"/>
            </a:spcBef>
            <a:spcAft>
              <a:spcPct val="35000"/>
            </a:spcAft>
            <a:buNone/>
          </a:pPr>
          <a:endParaRPr lang="es-ES" sz="14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1900" kern="1200" dirty="0"/>
            <a:t> </a:t>
          </a:r>
          <a:r>
            <a:rPr lang="es-ES" sz="1200" kern="1200" dirty="0">
              <a:latin typeface="Arial" panose="020B0604020202020204" pitchFamily="34" charset="0"/>
              <a:cs typeface="Arial" panose="020B0604020202020204" pitchFamily="34" charset="0"/>
            </a:rPr>
            <a:t>Mantener una distancia entre vehículos mayor a la normal ya que su distancia de frenado aumentará dependiendo del estado de estos y del entorno.</a:t>
          </a: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CL" sz="1900" kern="1200" dirty="0">
            <a:latin typeface="Arial" panose="020B0604020202020204" pitchFamily="34" charset="0"/>
            <a:cs typeface="Arial" panose="020B0604020202020204" pitchFamily="34" charset="0"/>
          </a:endParaRPr>
        </a:p>
      </dsp:txBody>
      <dsp:txXfrm rot="5400000">
        <a:off x="5586513" y="1179444"/>
        <a:ext cx="2597913" cy="353833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5F861F19-DF91-4F64-BE48-EFD1CA52AD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418CB0A0-0989-4B5B-B154-0629656CFC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DF036D1-744F-43A9-AE9B-FB201BB39067}" type="datetime1">
              <a:rPr lang="es-ES" smtClean="0"/>
              <a:t>19/12/23</a:t>
            </a:fld>
            <a:endParaRPr lang="es-ES" dirty="0"/>
          </a:p>
        </p:txBody>
      </p:sp>
      <p:sp>
        <p:nvSpPr>
          <p:cNvPr id="4" name="Marcador de pie de página 3">
            <a:extLst>
              <a:ext uri="{FF2B5EF4-FFF2-40B4-BE49-F238E27FC236}">
                <a16:creationId xmlns:a16="http://schemas.microsoft.com/office/drawing/2014/main" id="{61DD27BA-B4B9-4D27-9656-D54AFCB9F8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0B101362-2FBF-46C0-B19B-AA1AE1D4BD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442E760-7E3D-4B19-8755-B96625BD0FBD}" type="slidenum">
              <a:rPr lang="es-ES" smtClean="0"/>
              <a:t>‹Nº›</a:t>
            </a:fld>
            <a:endParaRPr lang="es-ES"/>
          </a:p>
        </p:txBody>
      </p:sp>
    </p:spTree>
    <p:extLst>
      <p:ext uri="{BB962C8B-B14F-4D97-AF65-F5344CB8AC3E}">
        <p14:creationId xmlns:p14="http://schemas.microsoft.com/office/powerpoint/2010/main" val="20035330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5F2164-A205-461E-A995-1C91CE2AF216}" type="datetime1">
              <a:rPr lang="es-ES" smtClean="0"/>
              <a:pPr/>
              <a:t>19/12/23</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3D78A92-0141-4330-8F3E-FAADFAC23844}" type="slidenum">
              <a:rPr lang="es-ES" noProof="0" smtClean="0"/>
              <a:t>‹Nº›</a:t>
            </a:fld>
            <a:endParaRPr lang="es-ES" noProof="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1</a:t>
            </a:fld>
            <a:endParaRPr lang="es-ES"/>
          </a:p>
        </p:txBody>
      </p:sp>
    </p:spTree>
    <p:extLst>
      <p:ext uri="{BB962C8B-B14F-4D97-AF65-F5344CB8AC3E}">
        <p14:creationId xmlns:p14="http://schemas.microsoft.com/office/powerpoint/2010/main" val="2087522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2</a:t>
            </a:fld>
            <a:endParaRPr lang="es-ES"/>
          </a:p>
        </p:txBody>
      </p:sp>
    </p:spTree>
    <p:extLst>
      <p:ext uri="{BB962C8B-B14F-4D97-AF65-F5344CB8AC3E}">
        <p14:creationId xmlns:p14="http://schemas.microsoft.com/office/powerpoint/2010/main" val="1538090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3</a:t>
            </a:fld>
            <a:endParaRPr lang="es-ES"/>
          </a:p>
        </p:txBody>
      </p:sp>
    </p:spTree>
    <p:extLst>
      <p:ext uri="{BB962C8B-B14F-4D97-AF65-F5344CB8AC3E}">
        <p14:creationId xmlns:p14="http://schemas.microsoft.com/office/powerpoint/2010/main" val="27932658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con fecha">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rtl="0"/>
            <a:endParaRPr lang="es-ES" noProof="0"/>
          </a:p>
        </p:txBody>
      </p:sp>
      <p:sp>
        <p:nvSpPr>
          <p:cNvPr id="11" name="Rectángulo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rtlCol="0">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20XX</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Mes</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rtlCol="0">
            <a:noAutofit/>
          </a:bodyPr>
          <a:lstStyle>
            <a:lvl1pPr marL="0" indent="0" algn="ctr">
              <a:buNone/>
              <a:defRPr sz="3000" b="0" i="0">
                <a:solidFill>
                  <a:schemeClr val="bg2"/>
                </a:solidFill>
              </a:defRPr>
            </a:lvl1pPr>
          </a:lstStyle>
          <a:p>
            <a:pPr lvl="0" rtl="0"/>
            <a:r>
              <a:rPr lang="es-ES" noProof="0"/>
              <a:t>SUBTÍTULO DE LA PRESENTACIÓN</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382082"/>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12" name="Marcador de posición de imagen 6">
            <a:extLst>
              <a:ext uri="{FF2B5EF4-FFF2-40B4-BE49-F238E27FC236}">
                <a16:creationId xmlns:a16="http://schemas.microsoft.com/office/drawing/2014/main" id="{4A7545D6-9827-7E4A-AB92-664BB510D96A}"/>
              </a:ext>
            </a:extLst>
          </p:cNvPr>
          <p:cNvSpPr>
            <a:spLocks noGrp="1"/>
          </p:cNvSpPr>
          <p:nvPr>
            <p:ph type="pic" sz="quarter" idx="18"/>
          </p:nvPr>
        </p:nvSpPr>
        <p:spPr>
          <a:xfrm>
            <a:off x="0" y="0"/>
            <a:ext cx="12192000" cy="6858000"/>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rtlCol="0">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20XX</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Mes</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rtlCol="0">
            <a:noAutofit/>
          </a:bodyPr>
          <a:lstStyle>
            <a:lvl1pPr marL="0" indent="0" algn="ctr">
              <a:buNone/>
              <a:defRPr sz="3000" b="0" i="0">
                <a:solidFill>
                  <a:schemeClr val="bg2"/>
                </a:solidFill>
              </a:defRPr>
            </a:lvl1pPr>
          </a:lstStyle>
          <a:p>
            <a:pPr lvl="0" rtl="0"/>
            <a:r>
              <a:rPr lang="es-ES" noProof="0"/>
              <a:t>SUBTÍTULO DE LA PRESENTACIÓN</a:t>
            </a:r>
          </a:p>
        </p:txBody>
      </p:sp>
    </p:spTree>
    <p:extLst>
      <p:ext uri="{BB962C8B-B14F-4D97-AF65-F5344CB8AC3E}">
        <p14:creationId xmlns:p14="http://schemas.microsoft.com/office/powerpoint/2010/main" val="1050112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divisoria">
    <p:spTree>
      <p:nvGrpSpPr>
        <p:cNvPr id="1" name=""/>
        <p:cNvGrpSpPr/>
        <p:nvPr/>
      </p:nvGrpSpPr>
      <p:grpSpPr>
        <a:xfrm>
          <a:off x="0" y="0"/>
          <a:ext cx="0" cy="0"/>
          <a:chOff x="0" y="0"/>
          <a:chExt cx="0" cy="0"/>
        </a:xfrm>
      </p:grpSpPr>
      <p:sp>
        <p:nvSpPr>
          <p:cNvPr id="9" name="Elipse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Diapositiva divisoria</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5" name="Gráfico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9"/>
            <a:ext cx="10515600" cy="476476"/>
          </a:xfrm>
        </p:spPr>
        <p:txBody>
          <a:bodyPr rtlCol="0">
            <a:normAutofit/>
          </a:bodyPr>
          <a:lstStyle>
            <a:lvl1pPr marL="0" indent="0" algn="ctr">
              <a:buNone/>
              <a:defRPr sz="1800"/>
            </a:lvl1pPr>
            <a:lvl2pPr>
              <a:defRPr sz="1800"/>
            </a:lvl2pPr>
            <a:lvl3pPr>
              <a:defRPr sz="1800"/>
            </a:lvl3pPr>
            <a:lvl4pPr>
              <a:defRPr sz="1800"/>
            </a:lvl4pPr>
            <a:lvl5pPr>
              <a:defRPr sz="1800"/>
            </a:lvl5pPr>
          </a:lstStyle>
          <a:p>
            <a:pPr lvl="0" rtl="0"/>
            <a:r>
              <a:rPr lang="es-ES" noProof="0"/>
              <a:t>EDITAR ESTILOS DE TEXTO DEL PATRÓN</a:t>
            </a:r>
          </a:p>
        </p:txBody>
      </p:sp>
      <p:sp>
        <p:nvSpPr>
          <p:cNvPr id="20" name="Marcador de posición de imagen 19">
            <a:extLst>
              <a:ext uri="{FF2B5EF4-FFF2-40B4-BE49-F238E27FC236}">
                <a16:creationId xmlns:a16="http://schemas.microsoft.com/office/drawing/2014/main" id="{C71C2E69-8C3C-4E87-BC9D-9810F56121BC}"/>
              </a:ext>
            </a:extLst>
          </p:cNvPr>
          <p:cNvSpPr>
            <a:spLocks noGrp="1"/>
          </p:cNvSpPr>
          <p:nvPr>
            <p:ph type="pic" sz="quarter" idx="14"/>
          </p:nvPr>
        </p:nvSpPr>
        <p:spPr>
          <a:xfrm>
            <a:off x="0" y="2483223"/>
            <a:ext cx="12192000" cy="3465576"/>
          </a:xfrm>
        </p:spPr>
        <p:txBody>
          <a:bodyPr rtlCol="0" anchor="ctr" anchorCtr="0">
            <a:normAutofit/>
          </a:bodyPr>
          <a:lstStyle>
            <a:lvl1pPr marL="0" indent="0" algn="ctr">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59773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contenido con imagen">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FFF6C81-E769-CE4D-B9C0-858E073D19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371695AE-7720-4633-B467-CD5DD1A9EC27}"/>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94940C99-75CB-4A48-894F-EA35F7C9189E}"/>
              </a:ext>
            </a:extLst>
          </p:cNvPr>
          <p:cNvSpPr>
            <a:spLocks noGrp="1"/>
          </p:cNvSpPr>
          <p:nvPr>
            <p:ph type="title" hasCustomPrompt="1"/>
          </p:nvPr>
        </p:nvSpPr>
        <p:spPr>
          <a:xfrm>
            <a:off x="6924536" y="922103"/>
            <a:ext cx="4257905" cy="1325563"/>
          </a:xfrm>
        </p:spPr>
        <p:txBody>
          <a:bodyPr rtlCol="0"/>
          <a:lstStyle>
            <a:lvl1pPr>
              <a:defRPr b="0"/>
            </a:lvl1pPr>
          </a:lstStyle>
          <a:p>
            <a:pPr rtl="0"/>
            <a:r>
              <a:rPr lang="es-ES" noProof="0"/>
              <a:t>Diseño de texto 1</a:t>
            </a:r>
          </a:p>
        </p:txBody>
      </p:sp>
      <p:sp>
        <p:nvSpPr>
          <p:cNvPr id="4" name="Marcador de pie de página 3">
            <a:extLst>
              <a:ext uri="{FF2B5EF4-FFF2-40B4-BE49-F238E27FC236}">
                <a16:creationId xmlns:a16="http://schemas.microsoft.com/office/drawing/2014/main" id="{C97E3AD6-C295-45C8-8FC7-AD342840364A}"/>
              </a:ext>
            </a:extLst>
          </p:cNvPr>
          <p:cNvSpPr>
            <a:spLocks noGrp="1"/>
          </p:cNvSpPr>
          <p:nvPr>
            <p:ph type="ftr" sz="quarter" idx="11"/>
          </p:nvPr>
        </p:nvSpPr>
        <p:spPr/>
        <p:txBody>
          <a:bodyPr rtlCol="0"/>
          <a:lstStyle/>
          <a:p>
            <a:pPr rtl="0"/>
            <a:r>
              <a:rPr lang="es-ES" noProof="0"/>
              <a:t>AGREGAR UN PIE DE PÁGINA</a:t>
            </a:r>
          </a:p>
        </p:txBody>
      </p:sp>
      <p:sp>
        <p:nvSpPr>
          <p:cNvPr id="6" name="Marcador de texto 14">
            <a:extLst>
              <a:ext uri="{FF2B5EF4-FFF2-40B4-BE49-F238E27FC236}">
                <a16:creationId xmlns:a16="http://schemas.microsoft.com/office/drawing/2014/main" id="{780797F8-0544-4DFB-8D2C-CC50CB7F4AAD}"/>
              </a:ext>
            </a:extLst>
          </p:cNvPr>
          <p:cNvSpPr>
            <a:spLocks noGrp="1"/>
          </p:cNvSpPr>
          <p:nvPr>
            <p:ph type="body" sz="quarter" idx="13" hasCustomPrompt="1"/>
          </p:nvPr>
        </p:nvSpPr>
        <p:spPr>
          <a:xfrm>
            <a:off x="6663282" y="2384295"/>
            <a:ext cx="4519159" cy="639683"/>
          </a:xfrm>
        </p:spPr>
        <p:txBody>
          <a:bodyPr rtlCol="0">
            <a:normAutofit/>
          </a:bodyPr>
          <a:lstStyle>
            <a:lvl1pPr marL="0" indent="0">
              <a:buNone/>
              <a:defRPr sz="1800" b="0" i="0"/>
            </a:lvl1pPr>
          </a:lstStyle>
          <a:p>
            <a:pPr lvl="0" rtl="0"/>
            <a:r>
              <a:rPr lang="es-ES" noProof="0"/>
              <a:t>EDITAR ESTILOS DE TEXTO DEL PATRÓN</a:t>
            </a:r>
          </a:p>
        </p:txBody>
      </p:sp>
      <p:sp>
        <p:nvSpPr>
          <p:cNvPr id="7" name="Marcador de texto 14">
            <a:extLst>
              <a:ext uri="{FF2B5EF4-FFF2-40B4-BE49-F238E27FC236}">
                <a16:creationId xmlns:a16="http://schemas.microsoft.com/office/drawing/2014/main" id="{F7A942D6-FCE6-4DCD-BD15-F6399EC2A21E}"/>
              </a:ext>
            </a:extLst>
          </p:cNvPr>
          <p:cNvSpPr>
            <a:spLocks noGrp="1"/>
          </p:cNvSpPr>
          <p:nvPr>
            <p:ph type="body" sz="quarter" idx="14" hasCustomPrompt="1"/>
          </p:nvPr>
        </p:nvSpPr>
        <p:spPr>
          <a:xfrm>
            <a:off x="6474599" y="3173534"/>
            <a:ext cx="4707842" cy="2588637"/>
          </a:xfrm>
        </p:spPr>
        <p:txBody>
          <a:bodyPr rtlCol="0">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rtl="0"/>
            <a:r>
              <a:rPr lang="es-ES" noProof="0"/>
              <a:t>Editar estilos de texto del patrón</a:t>
            </a:r>
          </a:p>
        </p:txBody>
      </p:sp>
      <p:sp>
        <p:nvSpPr>
          <p:cNvPr id="9" name="Gráfico 13">
            <a:extLst>
              <a:ext uri="{FF2B5EF4-FFF2-40B4-BE49-F238E27FC236}">
                <a16:creationId xmlns:a16="http://schemas.microsoft.com/office/drawing/2014/main" id="{BE348D43-6DEE-4E32-B9F5-235CB8EC9257}"/>
              </a:ext>
            </a:extLst>
          </p:cNvPr>
          <p:cNvSpPr/>
          <p:nvPr userDrawn="1"/>
        </p:nvSpPr>
        <p:spPr>
          <a:xfrm>
            <a:off x="7059964" y="207698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2" name="Marcador de posición de imagen 11">
            <a:extLst>
              <a:ext uri="{FF2B5EF4-FFF2-40B4-BE49-F238E27FC236}">
                <a16:creationId xmlns:a16="http://schemas.microsoft.com/office/drawing/2014/main" id="{32A28410-C401-4876-8DE7-D0EFCDE41D2C}"/>
              </a:ext>
            </a:extLst>
          </p:cNvPr>
          <p:cNvSpPr>
            <a:spLocks noGrp="1"/>
          </p:cNvSpPr>
          <p:nvPr>
            <p:ph type="pic" sz="quarter" idx="15"/>
          </p:nvPr>
        </p:nvSpPr>
        <p:spPr>
          <a:xfrm>
            <a:off x="911224" y="0"/>
            <a:ext cx="4626864" cy="6858000"/>
          </a:xfrm>
        </p:spPr>
        <p:txBody>
          <a:bodyPr rtlCol="0" anchor="ctr" anchorCtr="0">
            <a:normAutofit/>
          </a:bodyPr>
          <a:lstStyle>
            <a:lvl1pPr marL="0" indent="0" algn="ctr">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755848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contenido">
    <p:spTree>
      <p:nvGrpSpPr>
        <p:cNvPr id="1" name=""/>
        <p:cNvGrpSpPr/>
        <p:nvPr/>
      </p:nvGrpSpPr>
      <p:grpSpPr>
        <a:xfrm>
          <a:off x="0" y="0"/>
          <a:ext cx="0" cy="0"/>
          <a:chOff x="0" y="0"/>
          <a:chExt cx="0" cy="0"/>
        </a:xfrm>
      </p:grpSpPr>
      <p:sp>
        <p:nvSpPr>
          <p:cNvPr id="11" name="Elipse 10">
            <a:extLst>
              <a:ext uri="{FF2B5EF4-FFF2-40B4-BE49-F238E27FC236}">
                <a16:creationId xmlns:a16="http://schemas.microsoft.com/office/drawing/2014/main" id="{275CB319-C744-E641-8907-1470D3DF159D}"/>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AFC21D-31CF-420D-A654-B62708C71952}"/>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F5D078D9-85B9-4D7C-BCDC-31053365B378}"/>
              </a:ext>
            </a:extLst>
          </p:cNvPr>
          <p:cNvSpPr>
            <a:spLocks noGrp="1"/>
          </p:cNvSpPr>
          <p:nvPr>
            <p:ph type="title" hasCustomPrompt="1"/>
          </p:nvPr>
        </p:nvSpPr>
        <p:spPr>
          <a:xfrm>
            <a:off x="1172027" y="3938140"/>
            <a:ext cx="4430485" cy="893080"/>
          </a:xfrm>
        </p:spPr>
        <p:txBody>
          <a:bodyPr rtlCol="0"/>
          <a:lstStyle>
            <a:lvl1pPr algn="ctr">
              <a:defRPr b="0"/>
            </a:lvl1pPr>
          </a:lstStyle>
          <a:p>
            <a:pPr rtl="0"/>
            <a:r>
              <a:rPr lang="es-ES" noProof="0"/>
              <a:t>Diseño de texto 2</a:t>
            </a:r>
          </a:p>
        </p:txBody>
      </p:sp>
      <p:sp>
        <p:nvSpPr>
          <p:cNvPr id="3" name="Marcador de fecha 2">
            <a:extLst>
              <a:ext uri="{FF2B5EF4-FFF2-40B4-BE49-F238E27FC236}">
                <a16:creationId xmlns:a16="http://schemas.microsoft.com/office/drawing/2014/main" id="{5F5253D9-2D52-4F01-9ED9-4E2A3C0E6A1B}"/>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D3BDB2FC-0867-44DF-98D6-C443802B8C26}"/>
              </a:ext>
            </a:extLst>
          </p:cNvPr>
          <p:cNvSpPr>
            <a:spLocks noGrp="1"/>
          </p:cNvSpPr>
          <p:nvPr>
            <p:ph type="ftr" sz="quarter" idx="11"/>
          </p:nvPr>
        </p:nvSpPr>
        <p:spPr/>
        <p:txBody>
          <a:bodyPr rtlCol="0"/>
          <a:lstStyle/>
          <a:p>
            <a:pPr rtl="0"/>
            <a:r>
              <a:rPr lang="es-ES" noProof="0"/>
              <a:t>AGREGAR UN PIE DE PÁGINA</a:t>
            </a:r>
          </a:p>
        </p:txBody>
      </p:sp>
      <p:sp>
        <p:nvSpPr>
          <p:cNvPr id="7" name="Marcador de posición de imagen 6">
            <a:extLst>
              <a:ext uri="{FF2B5EF4-FFF2-40B4-BE49-F238E27FC236}">
                <a16:creationId xmlns:a16="http://schemas.microsoft.com/office/drawing/2014/main" id="{2E25E660-4559-4CC8-852F-94402A454C17}"/>
              </a:ext>
            </a:extLst>
          </p:cNvPr>
          <p:cNvSpPr>
            <a:spLocks noGrp="1"/>
          </p:cNvSpPr>
          <p:nvPr>
            <p:ph type="pic" sz="quarter" idx="13"/>
          </p:nvPr>
        </p:nvSpPr>
        <p:spPr>
          <a:xfrm>
            <a:off x="0" y="797608"/>
            <a:ext cx="12192000" cy="2843784"/>
          </a:xfrm>
        </p:spPr>
        <p:txBody>
          <a:bodyPr rtlCol="0" anchor="ctr" anchorCtr="0">
            <a:normAutofit/>
          </a:bodyPr>
          <a:lstStyle>
            <a:lvl1pPr marL="0" indent="0" algn="ctr">
              <a:buNone/>
              <a:defRPr sz="1400"/>
            </a:lvl1pPr>
          </a:lstStyle>
          <a:p>
            <a:pPr rtl="0"/>
            <a:r>
              <a:rPr lang="es-ES" noProof="0"/>
              <a:t>Haga clic en el icono para agregar una imagen</a:t>
            </a:r>
          </a:p>
        </p:txBody>
      </p:sp>
      <p:sp>
        <p:nvSpPr>
          <p:cNvPr id="9" name="Gráfico 13">
            <a:extLst>
              <a:ext uri="{FF2B5EF4-FFF2-40B4-BE49-F238E27FC236}">
                <a16:creationId xmlns:a16="http://schemas.microsoft.com/office/drawing/2014/main" id="{A4B61220-F8A1-4859-BA99-F5EC0CC36B0F}"/>
              </a:ext>
            </a:extLst>
          </p:cNvPr>
          <p:cNvSpPr/>
          <p:nvPr userDrawn="1"/>
        </p:nvSpPr>
        <p:spPr>
          <a:xfrm>
            <a:off x="1825747" y="488245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0" name="Marcador de texto 14">
            <a:extLst>
              <a:ext uri="{FF2B5EF4-FFF2-40B4-BE49-F238E27FC236}">
                <a16:creationId xmlns:a16="http://schemas.microsoft.com/office/drawing/2014/main" id="{1A39E620-8448-42D8-85B7-A6BF45A2FBDD}"/>
              </a:ext>
            </a:extLst>
          </p:cNvPr>
          <p:cNvSpPr>
            <a:spLocks noGrp="1"/>
          </p:cNvSpPr>
          <p:nvPr>
            <p:ph type="body" sz="quarter" idx="14" hasCustomPrompt="1"/>
          </p:nvPr>
        </p:nvSpPr>
        <p:spPr>
          <a:xfrm>
            <a:off x="1172027" y="5192860"/>
            <a:ext cx="4430485" cy="639683"/>
          </a:xfrm>
        </p:spPr>
        <p:txBody>
          <a:bodyPr rtlCol="0">
            <a:normAutofit/>
          </a:bodyPr>
          <a:lstStyle>
            <a:lvl1pPr marL="0" indent="0" algn="ctr">
              <a:buNone/>
              <a:defRPr sz="1800" b="0" i="0"/>
            </a:lvl1pPr>
          </a:lstStyle>
          <a:p>
            <a:pPr lvl="0" rtl="0"/>
            <a:r>
              <a:rPr lang="es-ES" noProof="0"/>
              <a:t>EDITAR ESTILOS DE TEXTO DEL PATRÓN</a:t>
            </a:r>
          </a:p>
        </p:txBody>
      </p:sp>
      <p:sp>
        <p:nvSpPr>
          <p:cNvPr id="12" name="Marcador de texto 14">
            <a:extLst>
              <a:ext uri="{FF2B5EF4-FFF2-40B4-BE49-F238E27FC236}">
                <a16:creationId xmlns:a16="http://schemas.microsoft.com/office/drawing/2014/main" id="{F2FF44AF-6A6B-4742-B58D-DF26808AFD83}"/>
              </a:ext>
            </a:extLst>
          </p:cNvPr>
          <p:cNvSpPr>
            <a:spLocks noGrp="1"/>
          </p:cNvSpPr>
          <p:nvPr>
            <p:ph type="body" sz="quarter" idx="15" hasCustomPrompt="1"/>
          </p:nvPr>
        </p:nvSpPr>
        <p:spPr>
          <a:xfrm>
            <a:off x="6474599" y="4064000"/>
            <a:ext cx="4545374" cy="1698171"/>
          </a:xfrm>
        </p:spPr>
        <p:txBody>
          <a:bodyPr rtlCol="0">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rtl="0"/>
            <a:r>
              <a:rPr lang="es-ES" noProof="0"/>
              <a:t>Editar estilos de texto del patrón</a:t>
            </a:r>
          </a:p>
        </p:txBody>
      </p:sp>
    </p:spTree>
    <p:extLst>
      <p:ext uri="{BB962C8B-B14F-4D97-AF65-F5344CB8AC3E}">
        <p14:creationId xmlns:p14="http://schemas.microsoft.com/office/powerpoint/2010/main" val="424932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de la sección dos">
    <p:spTree>
      <p:nvGrpSpPr>
        <p:cNvPr id="1" name=""/>
        <p:cNvGrpSpPr/>
        <p:nvPr/>
      </p:nvGrpSpPr>
      <p:grpSpPr>
        <a:xfrm>
          <a:off x="0" y="0"/>
          <a:ext cx="0" cy="0"/>
          <a:chOff x="0" y="0"/>
          <a:chExt cx="0" cy="0"/>
        </a:xfrm>
      </p:grpSpPr>
      <p:sp>
        <p:nvSpPr>
          <p:cNvPr id="14" name="Elipse 13">
            <a:extLst>
              <a:ext uri="{FF2B5EF4-FFF2-40B4-BE49-F238E27FC236}">
                <a16:creationId xmlns:a16="http://schemas.microsoft.com/office/drawing/2014/main" id="{213AAFFC-6E5A-D44A-ADBF-E9D307CE6349}"/>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72DABAFE-C077-44F7-8606-FCEAD364C17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F8D0EF65-ABFF-4900-A2AD-12A8C47ECC15}"/>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D1E8D827-86E9-4228-B43C-616FE3F73BC2}"/>
              </a:ext>
            </a:extLst>
          </p:cNvPr>
          <p:cNvSpPr>
            <a:spLocks noGrp="1"/>
          </p:cNvSpPr>
          <p:nvPr>
            <p:ph type="ftr" sz="quarter" idx="11"/>
          </p:nvPr>
        </p:nvSpPr>
        <p:spPr/>
        <p:txBody>
          <a:bodyPr rtlCol="0"/>
          <a:lstStyle/>
          <a:p>
            <a:pPr rtl="0"/>
            <a:r>
              <a:rPr lang="es-ES" noProof="0"/>
              <a:t>AGREGAR UN PIE DE PÁGINA</a:t>
            </a:r>
          </a:p>
        </p:txBody>
      </p:sp>
      <p:sp>
        <p:nvSpPr>
          <p:cNvPr id="7" name="Marcador de texto 2">
            <a:extLst>
              <a:ext uri="{FF2B5EF4-FFF2-40B4-BE49-F238E27FC236}">
                <a16:creationId xmlns:a16="http://schemas.microsoft.com/office/drawing/2014/main" id="{D2BEBEF9-0DCC-4DA2-9828-D5A83238CD9F}"/>
              </a:ext>
            </a:extLst>
          </p:cNvPr>
          <p:cNvSpPr>
            <a:spLocks noGrp="1"/>
          </p:cNvSpPr>
          <p:nvPr>
            <p:ph type="body" idx="1" hasCustomPrompt="1"/>
          </p:nvPr>
        </p:nvSpPr>
        <p:spPr>
          <a:xfrm>
            <a:off x="2067340" y="2738211"/>
            <a:ext cx="4183650" cy="454353"/>
          </a:xfrm>
        </p:spPr>
        <p:txBody>
          <a:bodyPr rtlCol="0">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Título de la sección 1</a:t>
            </a:r>
          </a:p>
        </p:txBody>
      </p:sp>
      <p:sp>
        <p:nvSpPr>
          <p:cNvPr id="8" name="Marcador de texto 26">
            <a:extLst>
              <a:ext uri="{FF2B5EF4-FFF2-40B4-BE49-F238E27FC236}">
                <a16:creationId xmlns:a16="http://schemas.microsoft.com/office/drawing/2014/main" id="{CE9C552F-C732-4E4C-8B62-DE62A58BADF0}"/>
              </a:ext>
            </a:extLst>
          </p:cNvPr>
          <p:cNvSpPr>
            <a:spLocks noGrp="1"/>
          </p:cNvSpPr>
          <p:nvPr>
            <p:ph type="body" sz="quarter" idx="16" hasCustomPrompt="1"/>
          </p:nvPr>
        </p:nvSpPr>
        <p:spPr>
          <a:xfrm>
            <a:off x="838201" y="2043790"/>
            <a:ext cx="10515599" cy="629105"/>
          </a:xfrm>
        </p:spPr>
        <p:txBody>
          <a:bodyPr rtlCol="0">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EDITAR ESTILOS DE TEXTO DEL PATRÓN</a:t>
            </a:r>
          </a:p>
        </p:txBody>
      </p:sp>
      <p:sp>
        <p:nvSpPr>
          <p:cNvPr id="9" name="Marcador de texto 2">
            <a:extLst>
              <a:ext uri="{FF2B5EF4-FFF2-40B4-BE49-F238E27FC236}">
                <a16:creationId xmlns:a16="http://schemas.microsoft.com/office/drawing/2014/main" id="{100DDA39-3A33-4AF8-BB2F-B80A8696D428}"/>
              </a:ext>
            </a:extLst>
          </p:cNvPr>
          <p:cNvSpPr>
            <a:spLocks noGrp="1"/>
          </p:cNvSpPr>
          <p:nvPr>
            <p:ph type="body" idx="18" hasCustomPrompt="1"/>
          </p:nvPr>
        </p:nvSpPr>
        <p:spPr>
          <a:xfrm>
            <a:off x="7534813" y="2738211"/>
            <a:ext cx="4183650" cy="454353"/>
          </a:xfrm>
        </p:spPr>
        <p:txBody>
          <a:bodyPr rtlCol="0">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Título de la sección 2</a:t>
            </a:r>
          </a:p>
        </p:txBody>
      </p:sp>
      <p:sp>
        <p:nvSpPr>
          <p:cNvPr id="10" name="Marcador de texto 26">
            <a:extLst>
              <a:ext uri="{FF2B5EF4-FFF2-40B4-BE49-F238E27FC236}">
                <a16:creationId xmlns:a16="http://schemas.microsoft.com/office/drawing/2014/main" id="{D01D7372-B596-424A-8437-BCA847E03CF1}"/>
              </a:ext>
            </a:extLst>
          </p:cNvPr>
          <p:cNvSpPr>
            <a:spLocks noGrp="1"/>
          </p:cNvSpPr>
          <p:nvPr>
            <p:ph type="body" sz="quarter" idx="20" hasCustomPrompt="1"/>
          </p:nvPr>
        </p:nvSpPr>
        <p:spPr>
          <a:xfrm>
            <a:off x="1159649" y="3428501"/>
            <a:ext cx="4365625" cy="2333625"/>
          </a:xfrm>
        </p:spPr>
        <p:txBody>
          <a:bodyPr rtlCol="0">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Editar estilos de texto del patrón</a:t>
            </a:r>
          </a:p>
        </p:txBody>
      </p:sp>
      <p:sp>
        <p:nvSpPr>
          <p:cNvPr id="11" name="Marcador de texto 26">
            <a:extLst>
              <a:ext uri="{FF2B5EF4-FFF2-40B4-BE49-F238E27FC236}">
                <a16:creationId xmlns:a16="http://schemas.microsoft.com/office/drawing/2014/main" id="{F78DB58E-1DC8-42B6-8950-A39F9249D51D}"/>
              </a:ext>
            </a:extLst>
          </p:cNvPr>
          <p:cNvSpPr>
            <a:spLocks noGrp="1"/>
          </p:cNvSpPr>
          <p:nvPr>
            <p:ph type="body" sz="quarter" idx="21" hasCustomPrompt="1"/>
          </p:nvPr>
        </p:nvSpPr>
        <p:spPr>
          <a:xfrm>
            <a:off x="6627121" y="3428501"/>
            <a:ext cx="4365625" cy="2333625"/>
          </a:xfrm>
        </p:spPr>
        <p:txBody>
          <a:bodyPr rtlCol="0">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Editar estilos de texto del patrón</a:t>
            </a:r>
          </a:p>
        </p:txBody>
      </p:sp>
      <p:sp>
        <p:nvSpPr>
          <p:cNvPr id="12" name="Gráfico 13">
            <a:extLst>
              <a:ext uri="{FF2B5EF4-FFF2-40B4-BE49-F238E27FC236}">
                <a16:creationId xmlns:a16="http://schemas.microsoft.com/office/drawing/2014/main" id="{6E7BE306-50F4-4966-B172-8808A97D9FF4}"/>
              </a:ext>
            </a:extLst>
          </p:cNvPr>
          <p:cNvSpPr/>
          <p:nvPr userDrawn="1"/>
        </p:nvSpPr>
        <p:spPr>
          <a:xfrm>
            <a:off x="4534478" y="171843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3" name="Título 1">
            <a:extLst>
              <a:ext uri="{FF2B5EF4-FFF2-40B4-BE49-F238E27FC236}">
                <a16:creationId xmlns:a16="http://schemas.microsoft.com/office/drawing/2014/main" id="{17DEC651-98F0-44EE-BAB8-8B3FE702A36A}"/>
              </a:ext>
            </a:extLst>
          </p:cNvPr>
          <p:cNvSpPr>
            <a:spLocks noGrp="1"/>
          </p:cNvSpPr>
          <p:nvPr>
            <p:ph type="title" hasCustomPrompt="1"/>
          </p:nvPr>
        </p:nvSpPr>
        <p:spPr>
          <a:xfrm>
            <a:off x="838200" y="562882"/>
            <a:ext cx="10515600" cy="1325563"/>
          </a:xfrm>
        </p:spPr>
        <p:txBody>
          <a:bodyPr rtlCol="0"/>
          <a:lstStyle>
            <a:lvl1pPr algn="ctr">
              <a:defRPr b="0"/>
            </a:lvl1pPr>
          </a:lstStyle>
          <a:p>
            <a:pPr rtl="0"/>
            <a:r>
              <a:rPr lang="es-ES" noProof="0"/>
              <a:t>Comparación</a:t>
            </a:r>
          </a:p>
        </p:txBody>
      </p:sp>
    </p:spTree>
    <p:extLst>
      <p:ext uri="{BB962C8B-B14F-4D97-AF65-F5344CB8AC3E}">
        <p14:creationId xmlns:p14="http://schemas.microsoft.com/office/powerpoint/2010/main" val="11458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de gráfico">
    <p:spTree>
      <p:nvGrpSpPr>
        <p:cNvPr id="1" name=""/>
        <p:cNvGrpSpPr/>
        <p:nvPr/>
      </p:nvGrpSpPr>
      <p:grpSpPr>
        <a:xfrm>
          <a:off x="0" y="0"/>
          <a:ext cx="0" cy="0"/>
          <a:chOff x="0" y="0"/>
          <a:chExt cx="0" cy="0"/>
        </a:xfrm>
      </p:grpSpPr>
      <p:sp>
        <p:nvSpPr>
          <p:cNvPr id="23" name="Elipse 22">
            <a:extLst>
              <a:ext uri="{FF2B5EF4-FFF2-40B4-BE49-F238E27FC236}">
                <a16:creationId xmlns:a16="http://schemas.microsoft.com/office/drawing/2014/main" id="{99E16AA7-5075-3449-AB21-5E8037339A90}"/>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523D6FB-BDF5-462B-9DFB-6A2531254435}"/>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3CAFBD2F-FD90-4C8F-BEA1-91BB2D242EED}"/>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5F47FDA8-53F5-4098-B6D5-32456ABFAE67}"/>
              </a:ext>
            </a:extLst>
          </p:cNvPr>
          <p:cNvSpPr>
            <a:spLocks noGrp="1"/>
          </p:cNvSpPr>
          <p:nvPr>
            <p:ph type="ftr" sz="quarter" idx="11"/>
          </p:nvPr>
        </p:nvSpPr>
        <p:spPr/>
        <p:txBody>
          <a:bodyPr rtlCol="0"/>
          <a:lstStyle/>
          <a:p>
            <a:pPr rtl="0"/>
            <a:r>
              <a:rPr lang="es-ES" noProof="0"/>
              <a:t>AGREGAR UN PIE DE PÁGINA</a:t>
            </a:r>
          </a:p>
        </p:txBody>
      </p:sp>
      <p:sp>
        <p:nvSpPr>
          <p:cNvPr id="6" name="Marcador de posición de gráfico 18">
            <a:extLst>
              <a:ext uri="{FF2B5EF4-FFF2-40B4-BE49-F238E27FC236}">
                <a16:creationId xmlns:a16="http://schemas.microsoft.com/office/drawing/2014/main" id="{270B440B-C39E-47E6-9CBA-0BA4EB1EF522}"/>
              </a:ext>
            </a:extLst>
          </p:cNvPr>
          <p:cNvSpPr>
            <a:spLocks noGrp="1"/>
          </p:cNvSpPr>
          <p:nvPr>
            <p:ph type="chart" sz="quarter" idx="32" hasCustomPrompt="1"/>
          </p:nvPr>
        </p:nvSpPr>
        <p:spPr>
          <a:xfrm>
            <a:off x="6981371" y="1246188"/>
            <a:ext cx="4284663" cy="4365625"/>
          </a:xfrm>
        </p:spPr>
        <p:txBody>
          <a:bodyPr rtlCol="0" anchor="ctr" anchorCtr="0">
            <a:normAutofit/>
          </a:bodyPr>
          <a:lstStyle>
            <a:lvl1pPr marL="0" indent="0" algn="ctr">
              <a:buNone/>
              <a:defRPr sz="1600">
                <a:solidFill>
                  <a:schemeClr val="tx1">
                    <a:lumMod val="50000"/>
                    <a:lumOff val="50000"/>
                  </a:schemeClr>
                </a:solidFill>
              </a:defRPr>
            </a:lvl1pPr>
          </a:lstStyle>
          <a:p>
            <a:pPr rtl="0"/>
            <a:r>
              <a:rPr lang="es-ES" noProof="0"/>
              <a:t>Hacer clic en el icono para agregar un gráfico</a:t>
            </a:r>
          </a:p>
        </p:txBody>
      </p:sp>
      <p:sp>
        <p:nvSpPr>
          <p:cNvPr id="8" name="Gráfico 13">
            <a:extLst>
              <a:ext uri="{FF2B5EF4-FFF2-40B4-BE49-F238E27FC236}">
                <a16:creationId xmlns:a16="http://schemas.microsoft.com/office/drawing/2014/main" id="{1ED66CD9-A275-41A6-92EA-B32A8F51F472}"/>
              </a:ext>
            </a:extLst>
          </p:cNvPr>
          <p:cNvSpPr/>
          <p:nvPr userDrawn="1"/>
        </p:nvSpPr>
        <p:spPr>
          <a:xfrm>
            <a:off x="1949460" y="2168288"/>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9" name="Marcador de texto 14">
            <a:extLst>
              <a:ext uri="{FF2B5EF4-FFF2-40B4-BE49-F238E27FC236}">
                <a16:creationId xmlns:a16="http://schemas.microsoft.com/office/drawing/2014/main" id="{B1A41807-9D03-4167-89E4-C5D1E8143661}"/>
              </a:ext>
            </a:extLst>
          </p:cNvPr>
          <p:cNvSpPr>
            <a:spLocks noGrp="1"/>
          </p:cNvSpPr>
          <p:nvPr>
            <p:ph type="body" sz="quarter" idx="14" hasCustomPrompt="1"/>
          </p:nvPr>
        </p:nvSpPr>
        <p:spPr>
          <a:xfrm>
            <a:off x="925966" y="2478695"/>
            <a:ext cx="5170033" cy="758536"/>
          </a:xfrm>
        </p:spPr>
        <p:txBody>
          <a:bodyPr rtlCol="0">
            <a:normAutofit/>
          </a:bodyPr>
          <a:lstStyle>
            <a:lvl1pPr marL="0" indent="0" algn="ctr">
              <a:buNone/>
              <a:defRPr sz="1800" b="0" i="0"/>
            </a:lvl1pPr>
          </a:lstStyle>
          <a:p>
            <a:pPr lvl="0" rtl="0"/>
            <a:r>
              <a:rPr lang="es-ES" noProof="0"/>
              <a:t>EDITAR ESTILOS DE TEXTO DEL PATRÓN</a:t>
            </a:r>
          </a:p>
        </p:txBody>
      </p:sp>
      <p:sp>
        <p:nvSpPr>
          <p:cNvPr id="10" name="Título 1">
            <a:extLst>
              <a:ext uri="{FF2B5EF4-FFF2-40B4-BE49-F238E27FC236}">
                <a16:creationId xmlns:a16="http://schemas.microsoft.com/office/drawing/2014/main" id="{CBDF72AB-A1AE-464E-A9E1-C5CDA8D5CCFE}"/>
              </a:ext>
            </a:extLst>
          </p:cNvPr>
          <p:cNvSpPr>
            <a:spLocks noGrp="1"/>
          </p:cNvSpPr>
          <p:nvPr>
            <p:ph type="title" hasCustomPrompt="1"/>
          </p:nvPr>
        </p:nvSpPr>
        <p:spPr>
          <a:xfrm>
            <a:off x="1957858" y="1289573"/>
            <a:ext cx="3106248" cy="758536"/>
          </a:xfrm>
        </p:spPr>
        <p:txBody>
          <a:bodyPr lIns="0" tIns="0" rIns="0" bIns="0" rtlCol="0">
            <a:noAutofit/>
          </a:bodyPr>
          <a:lstStyle>
            <a:lvl1pPr algn="ctr">
              <a:defRPr/>
            </a:lvl1pPr>
          </a:lstStyle>
          <a:p>
            <a:pPr rtl="0"/>
            <a:r>
              <a:rPr lang="es-ES" noProof="0"/>
              <a:t>Diapositiva con gráfico</a:t>
            </a:r>
          </a:p>
        </p:txBody>
      </p:sp>
      <p:sp>
        <p:nvSpPr>
          <p:cNvPr id="12" name="Marcador de texto 2">
            <a:extLst>
              <a:ext uri="{FF2B5EF4-FFF2-40B4-BE49-F238E27FC236}">
                <a16:creationId xmlns:a16="http://schemas.microsoft.com/office/drawing/2014/main" id="{B83C9A6F-A614-4B31-91D5-3B5CB932149C}"/>
              </a:ext>
            </a:extLst>
          </p:cNvPr>
          <p:cNvSpPr>
            <a:spLocks noGrp="1"/>
          </p:cNvSpPr>
          <p:nvPr>
            <p:ph type="body" idx="18" hasCustomPrompt="1"/>
          </p:nvPr>
        </p:nvSpPr>
        <p:spPr>
          <a:xfrm>
            <a:off x="2030497" y="3408555"/>
            <a:ext cx="1597889" cy="482453"/>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30 %</a:t>
            </a:r>
          </a:p>
        </p:txBody>
      </p:sp>
      <p:sp>
        <p:nvSpPr>
          <p:cNvPr id="13" name="Marcador de texto 26">
            <a:extLst>
              <a:ext uri="{FF2B5EF4-FFF2-40B4-BE49-F238E27FC236}">
                <a16:creationId xmlns:a16="http://schemas.microsoft.com/office/drawing/2014/main" id="{A985BA82-9C97-475F-8775-0F16D2FB4047}"/>
              </a:ext>
            </a:extLst>
          </p:cNvPr>
          <p:cNvSpPr>
            <a:spLocks noGrp="1"/>
          </p:cNvSpPr>
          <p:nvPr>
            <p:ph type="body" sz="quarter" idx="21" hasCustomPrompt="1"/>
          </p:nvPr>
        </p:nvSpPr>
        <p:spPr>
          <a:xfrm>
            <a:off x="2030498" y="373910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15" name="Marcador de texto 2">
            <a:extLst>
              <a:ext uri="{FF2B5EF4-FFF2-40B4-BE49-F238E27FC236}">
                <a16:creationId xmlns:a16="http://schemas.microsoft.com/office/drawing/2014/main" id="{E5376509-D29C-46DE-948E-15D430CE432A}"/>
              </a:ext>
            </a:extLst>
          </p:cNvPr>
          <p:cNvSpPr>
            <a:spLocks noGrp="1"/>
          </p:cNvSpPr>
          <p:nvPr>
            <p:ph type="body" idx="22" hasCustomPrompt="1"/>
          </p:nvPr>
        </p:nvSpPr>
        <p:spPr>
          <a:xfrm>
            <a:off x="2030522" y="414222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10 %</a:t>
            </a:r>
          </a:p>
        </p:txBody>
      </p:sp>
      <p:sp>
        <p:nvSpPr>
          <p:cNvPr id="16" name="Marcador de texto 26">
            <a:extLst>
              <a:ext uri="{FF2B5EF4-FFF2-40B4-BE49-F238E27FC236}">
                <a16:creationId xmlns:a16="http://schemas.microsoft.com/office/drawing/2014/main" id="{A581FA6A-566D-4068-A898-F86FB96D4A93}"/>
              </a:ext>
            </a:extLst>
          </p:cNvPr>
          <p:cNvSpPr>
            <a:spLocks noGrp="1"/>
          </p:cNvSpPr>
          <p:nvPr>
            <p:ph type="body" sz="quarter" idx="23" hasCustomPrompt="1"/>
          </p:nvPr>
        </p:nvSpPr>
        <p:spPr>
          <a:xfrm>
            <a:off x="2030523" y="447277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18" name="Marcador de texto 2">
            <a:extLst>
              <a:ext uri="{FF2B5EF4-FFF2-40B4-BE49-F238E27FC236}">
                <a16:creationId xmlns:a16="http://schemas.microsoft.com/office/drawing/2014/main" id="{503636CF-AD49-411E-BE27-63C28BDE068C}"/>
              </a:ext>
            </a:extLst>
          </p:cNvPr>
          <p:cNvSpPr>
            <a:spLocks noGrp="1"/>
          </p:cNvSpPr>
          <p:nvPr>
            <p:ph type="body" idx="24" hasCustomPrompt="1"/>
          </p:nvPr>
        </p:nvSpPr>
        <p:spPr>
          <a:xfrm>
            <a:off x="3970011" y="3408555"/>
            <a:ext cx="1597889" cy="482453"/>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25 %</a:t>
            </a:r>
          </a:p>
        </p:txBody>
      </p:sp>
      <p:sp>
        <p:nvSpPr>
          <p:cNvPr id="19" name="Marcador de texto 26">
            <a:extLst>
              <a:ext uri="{FF2B5EF4-FFF2-40B4-BE49-F238E27FC236}">
                <a16:creationId xmlns:a16="http://schemas.microsoft.com/office/drawing/2014/main" id="{F2C67681-C89E-4F74-A7C1-BD0812A9422A}"/>
              </a:ext>
            </a:extLst>
          </p:cNvPr>
          <p:cNvSpPr>
            <a:spLocks noGrp="1"/>
          </p:cNvSpPr>
          <p:nvPr>
            <p:ph type="body" sz="quarter" idx="25" hasCustomPrompt="1"/>
          </p:nvPr>
        </p:nvSpPr>
        <p:spPr>
          <a:xfrm>
            <a:off x="3970012" y="373910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1" name="Marcador de texto 2">
            <a:extLst>
              <a:ext uri="{FF2B5EF4-FFF2-40B4-BE49-F238E27FC236}">
                <a16:creationId xmlns:a16="http://schemas.microsoft.com/office/drawing/2014/main" id="{5742559E-6662-49A7-A091-9472A31ED26B}"/>
              </a:ext>
            </a:extLst>
          </p:cNvPr>
          <p:cNvSpPr>
            <a:spLocks noGrp="1"/>
          </p:cNvSpPr>
          <p:nvPr>
            <p:ph type="body" idx="26" hasCustomPrompt="1"/>
          </p:nvPr>
        </p:nvSpPr>
        <p:spPr>
          <a:xfrm>
            <a:off x="3970036" y="414222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10 %</a:t>
            </a:r>
          </a:p>
        </p:txBody>
      </p:sp>
      <p:sp>
        <p:nvSpPr>
          <p:cNvPr id="22" name="Marcador de texto 26">
            <a:extLst>
              <a:ext uri="{FF2B5EF4-FFF2-40B4-BE49-F238E27FC236}">
                <a16:creationId xmlns:a16="http://schemas.microsoft.com/office/drawing/2014/main" id="{E514B383-1886-4E45-9DB3-6DF4FFCA6FCD}"/>
              </a:ext>
            </a:extLst>
          </p:cNvPr>
          <p:cNvSpPr>
            <a:spLocks noGrp="1"/>
          </p:cNvSpPr>
          <p:nvPr>
            <p:ph type="body" sz="quarter" idx="27" hasCustomPrompt="1"/>
          </p:nvPr>
        </p:nvSpPr>
        <p:spPr>
          <a:xfrm>
            <a:off x="3970037" y="447277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4" name="Marcador de texto 2">
            <a:extLst>
              <a:ext uri="{FF2B5EF4-FFF2-40B4-BE49-F238E27FC236}">
                <a16:creationId xmlns:a16="http://schemas.microsoft.com/office/drawing/2014/main" id="{2734F2A5-6B16-40E3-8EBB-0E1A0984BAB7}"/>
              </a:ext>
            </a:extLst>
          </p:cNvPr>
          <p:cNvSpPr>
            <a:spLocks noGrp="1"/>
          </p:cNvSpPr>
          <p:nvPr>
            <p:ph type="body" idx="28" hasCustomPrompt="1"/>
          </p:nvPr>
        </p:nvSpPr>
        <p:spPr>
          <a:xfrm>
            <a:off x="2030497" y="487589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20 %</a:t>
            </a:r>
          </a:p>
        </p:txBody>
      </p:sp>
      <p:sp>
        <p:nvSpPr>
          <p:cNvPr id="25" name="Marcador de texto 26">
            <a:extLst>
              <a:ext uri="{FF2B5EF4-FFF2-40B4-BE49-F238E27FC236}">
                <a16:creationId xmlns:a16="http://schemas.microsoft.com/office/drawing/2014/main" id="{01D6AF2B-2CA0-4F6A-9C29-4AE73FCAB4E2}"/>
              </a:ext>
            </a:extLst>
          </p:cNvPr>
          <p:cNvSpPr>
            <a:spLocks noGrp="1"/>
          </p:cNvSpPr>
          <p:nvPr>
            <p:ph type="body" sz="quarter" idx="29" hasCustomPrompt="1"/>
          </p:nvPr>
        </p:nvSpPr>
        <p:spPr>
          <a:xfrm>
            <a:off x="2030498" y="520644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7" name="Marcador de texto 2">
            <a:extLst>
              <a:ext uri="{FF2B5EF4-FFF2-40B4-BE49-F238E27FC236}">
                <a16:creationId xmlns:a16="http://schemas.microsoft.com/office/drawing/2014/main" id="{C3E000C2-49D4-4D64-860A-0DB29B389387}"/>
              </a:ext>
            </a:extLst>
          </p:cNvPr>
          <p:cNvSpPr>
            <a:spLocks noGrp="1"/>
          </p:cNvSpPr>
          <p:nvPr>
            <p:ph type="body" idx="30" hasCustomPrompt="1"/>
          </p:nvPr>
        </p:nvSpPr>
        <p:spPr>
          <a:xfrm>
            <a:off x="3970037" y="4875898"/>
            <a:ext cx="1597889" cy="482452"/>
          </a:xfrm>
        </p:spPr>
        <p:txBody>
          <a:bodyPr rtlCol="0" anchor="b" anchorCtr="0">
            <a:no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5 %</a:t>
            </a:r>
          </a:p>
        </p:txBody>
      </p:sp>
      <p:sp>
        <p:nvSpPr>
          <p:cNvPr id="28" name="Marcador de texto 26">
            <a:extLst>
              <a:ext uri="{FF2B5EF4-FFF2-40B4-BE49-F238E27FC236}">
                <a16:creationId xmlns:a16="http://schemas.microsoft.com/office/drawing/2014/main" id="{4A6CF106-F60C-46A1-BD17-8EC35A637A7C}"/>
              </a:ext>
            </a:extLst>
          </p:cNvPr>
          <p:cNvSpPr>
            <a:spLocks noGrp="1"/>
          </p:cNvSpPr>
          <p:nvPr>
            <p:ph type="body" sz="quarter" idx="31" hasCustomPrompt="1"/>
          </p:nvPr>
        </p:nvSpPr>
        <p:spPr>
          <a:xfrm>
            <a:off x="3970037" y="520644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Tree>
    <p:extLst>
      <p:ext uri="{BB962C8B-B14F-4D97-AF65-F5344CB8AC3E}">
        <p14:creationId xmlns:p14="http://schemas.microsoft.com/office/powerpoint/2010/main" val="2847251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de tabla">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FB049D0D-CE60-8E46-896A-1F4E3E51AABC}"/>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DE288F71-122C-49D4-9750-104A0F9BA30E}"/>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67A81471-D048-496A-9DA4-EDB335843A90}"/>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ABADBAE1-8416-4A24-B332-BA35F9D581F0}"/>
              </a:ext>
            </a:extLst>
          </p:cNvPr>
          <p:cNvSpPr>
            <a:spLocks noGrp="1"/>
          </p:cNvSpPr>
          <p:nvPr>
            <p:ph type="ftr" sz="quarter" idx="11"/>
          </p:nvPr>
        </p:nvSpPr>
        <p:spPr/>
        <p:txBody>
          <a:bodyPr rtlCol="0"/>
          <a:lstStyle/>
          <a:p>
            <a:pPr rtl="0"/>
            <a:r>
              <a:rPr lang="es-ES" noProof="0"/>
              <a:t>AGREGAR UN PIE DE PÁGINA</a:t>
            </a:r>
          </a:p>
        </p:txBody>
      </p:sp>
      <p:sp>
        <p:nvSpPr>
          <p:cNvPr id="7" name="Marcador de texto 14">
            <a:extLst>
              <a:ext uri="{FF2B5EF4-FFF2-40B4-BE49-F238E27FC236}">
                <a16:creationId xmlns:a16="http://schemas.microsoft.com/office/drawing/2014/main" id="{B9AF1F95-7091-4B50-892C-55F8B5B9AC86}"/>
              </a:ext>
            </a:extLst>
          </p:cNvPr>
          <p:cNvSpPr>
            <a:spLocks noGrp="1"/>
          </p:cNvSpPr>
          <p:nvPr>
            <p:ph type="body" sz="quarter" idx="13" hasCustomPrompt="1"/>
          </p:nvPr>
        </p:nvSpPr>
        <p:spPr>
          <a:xfrm>
            <a:off x="8291145" y="3029751"/>
            <a:ext cx="2825496" cy="2144162"/>
          </a:xfrm>
        </p:spPr>
        <p:txBody>
          <a:bodyPr rtlCol="0">
            <a:normAutofit/>
          </a:bodyPr>
          <a:lstStyle>
            <a:lvl1pPr marL="0" indent="0" algn="ctr">
              <a:buNone/>
              <a:defRPr sz="1800" b="0" i="0"/>
            </a:lvl1pPr>
          </a:lstStyle>
          <a:p>
            <a:pPr lvl="0" rtl="0"/>
            <a:r>
              <a:rPr lang="es-ES" noProof="0"/>
              <a:t>EDITAR ESTILOS DE TEXTO DEL PATRÓN</a:t>
            </a:r>
          </a:p>
        </p:txBody>
      </p:sp>
      <p:sp>
        <p:nvSpPr>
          <p:cNvPr id="9" name="Título 1">
            <a:extLst>
              <a:ext uri="{FF2B5EF4-FFF2-40B4-BE49-F238E27FC236}">
                <a16:creationId xmlns:a16="http://schemas.microsoft.com/office/drawing/2014/main" id="{77DE3589-2C45-437A-BDA9-55A9B8859FF7}"/>
              </a:ext>
            </a:extLst>
          </p:cNvPr>
          <p:cNvSpPr>
            <a:spLocks noGrp="1"/>
          </p:cNvSpPr>
          <p:nvPr>
            <p:ph type="title" hasCustomPrompt="1"/>
          </p:nvPr>
        </p:nvSpPr>
        <p:spPr>
          <a:xfrm>
            <a:off x="8291145" y="1868285"/>
            <a:ext cx="2825496" cy="718222"/>
          </a:xfrm>
        </p:spPr>
        <p:txBody>
          <a:bodyPr rtlCol="0"/>
          <a:lstStyle>
            <a:lvl1pPr algn="ctr">
              <a:defRPr/>
            </a:lvl1pPr>
          </a:lstStyle>
          <a:p>
            <a:pPr rtl="0"/>
            <a:r>
              <a:rPr lang="es-ES" noProof="0"/>
              <a:t>Diapositiva de tabla</a:t>
            </a:r>
          </a:p>
        </p:txBody>
      </p:sp>
      <p:sp>
        <p:nvSpPr>
          <p:cNvPr id="15" name="Gráfico 12">
            <a:extLst>
              <a:ext uri="{FF2B5EF4-FFF2-40B4-BE49-F238E27FC236}">
                <a16:creationId xmlns:a16="http://schemas.microsoft.com/office/drawing/2014/main" id="{6161C347-CD23-4D4F-981D-1C8457111EA8}"/>
              </a:ext>
            </a:extLst>
          </p:cNvPr>
          <p:cNvSpPr/>
          <p:nvPr userDrawn="1"/>
        </p:nvSpPr>
        <p:spPr>
          <a:xfrm>
            <a:off x="8340351" y="2726976"/>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16" name="Marcador de título 17">
            <a:extLst>
              <a:ext uri="{FF2B5EF4-FFF2-40B4-BE49-F238E27FC236}">
                <a16:creationId xmlns:a16="http://schemas.microsoft.com/office/drawing/2014/main" id="{263A1EA1-1C4F-4F47-9C24-928669CE38DE}"/>
              </a:ext>
            </a:extLst>
          </p:cNvPr>
          <p:cNvSpPr>
            <a:spLocks noGrp="1"/>
          </p:cNvSpPr>
          <p:nvPr>
            <p:ph type="tbl" sz="quarter" idx="17" hasCustomPrompt="1"/>
          </p:nvPr>
        </p:nvSpPr>
        <p:spPr>
          <a:xfrm>
            <a:off x="911225" y="1505433"/>
            <a:ext cx="6561138" cy="3847135"/>
          </a:xfrm>
        </p:spPr>
        <p:txBody>
          <a:bodyPr rtlCol="0" anchor="ctr" anchorCtr="0">
            <a:normAutofit/>
          </a:bodyPr>
          <a:lstStyle>
            <a:lvl1pPr marL="0" indent="0" algn="ctr">
              <a:buNone/>
              <a:defRPr sz="1600">
                <a:solidFill>
                  <a:schemeClr val="tx1">
                    <a:lumMod val="50000"/>
                    <a:lumOff val="50000"/>
                  </a:schemeClr>
                </a:solidFill>
              </a:defRPr>
            </a:lvl1pPr>
          </a:lstStyle>
          <a:p>
            <a:pPr rtl="0"/>
            <a:r>
              <a:rPr lang="es-ES" noProof="0"/>
              <a:t>Hacer clic en el icono para agregar una tabla</a:t>
            </a:r>
          </a:p>
        </p:txBody>
      </p:sp>
    </p:spTree>
    <p:extLst>
      <p:ext uri="{BB962C8B-B14F-4D97-AF65-F5344CB8AC3E}">
        <p14:creationId xmlns:p14="http://schemas.microsoft.com/office/powerpoint/2010/main" val="403410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e imagen">
    <p:spTree>
      <p:nvGrpSpPr>
        <p:cNvPr id="1" name=""/>
        <p:cNvGrpSpPr/>
        <p:nvPr/>
      </p:nvGrpSpPr>
      <p:grpSpPr>
        <a:xfrm>
          <a:off x="0" y="0"/>
          <a:ext cx="0" cy="0"/>
          <a:chOff x="0" y="0"/>
          <a:chExt cx="0" cy="0"/>
        </a:xfrm>
      </p:grpSpPr>
      <p:sp>
        <p:nvSpPr>
          <p:cNvPr id="11" name="Marcador de posición de imagen 6">
            <a:extLst>
              <a:ext uri="{FF2B5EF4-FFF2-40B4-BE49-F238E27FC236}">
                <a16:creationId xmlns:a16="http://schemas.microsoft.com/office/drawing/2014/main" id="{5D65245D-DE69-4098-94DD-C36B76E4C3A9}"/>
              </a:ext>
            </a:extLst>
          </p:cNvPr>
          <p:cNvSpPr>
            <a:spLocks noGrp="1"/>
          </p:cNvSpPr>
          <p:nvPr>
            <p:ph type="pic" sz="quarter" idx="18"/>
          </p:nvPr>
        </p:nvSpPr>
        <p:spPr>
          <a:xfrm>
            <a:off x="0" y="793750"/>
            <a:ext cx="12192000" cy="4900613"/>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316FD1D3-F7DC-4F8A-8E05-6DC25FB66CD5}"/>
              </a:ext>
            </a:extLst>
          </p:cNvPr>
          <p:cNvSpPr>
            <a:spLocks noGrp="1"/>
          </p:cNvSpPr>
          <p:nvPr>
            <p:ph type="title" hasCustomPrompt="1"/>
          </p:nvPr>
        </p:nvSpPr>
        <p:spPr>
          <a:xfrm>
            <a:off x="838200" y="4514150"/>
            <a:ext cx="10515600" cy="1325563"/>
          </a:xfrm>
        </p:spPr>
        <p:txBody>
          <a:bodyPr rtlCol="0"/>
          <a:lstStyle>
            <a:lvl1pPr algn="ctr">
              <a:defRPr>
                <a:solidFill>
                  <a:schemeClr val="bg1"/>
                </a:solidFill>
              </a:defRPr>
            </a:lvl1pPr>
          </a:lstStyle>
          <a:p>
            <a:pPr rtl="0"/>
            <a:r>
              <a:rPr lang="es-ES" noProof="0"/>
              <a:t>Diapositiva con imagen grande</a:t>
            </a:r>
          </a:p>
        </p:txBody>
      </p:sp>
      <p:sp>
        <p:nvSpPr>
          <p:cNvPr id="3" name="Marcador de fecha 2">
            <a:extLst>
              <a:ext uri="{FF2B5EF4-FFF2-40B4-BE49-F238E27FC236}">
                <a16:creationId xmlns:a16="http://schemas.microsoft.com/office/drawing/2014/main" id="{0A250713-11E6-4FEF-877D-92967D24588A}"/>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445D3C9A-DEE5-4BD4-8961-80E018A4C27D}"/>
              </a:ext>
            </a:extLst>
          </p:cNvPr>
          <p:cNvSpPr>
            <a:spLocks noGrp="1"/>
          </p:cNvSpPr>
          <p:nvPr>
            <p:ph type="ftr" sz="quarter" idx="11"/>
          </p:nvPr>
        </p:nvSpPr>
        <p:spPr/>
        <p:txBody>
          <a:bodyPr rtlCol="0"/>
          <a:lstStyle/>
          <a:p>
            <a:pPr rtl="0"/>
            <a:r>
              <a:rPr lang="es-ES" noProof="0"/>
              <a:t>AGREGAR UN PIE DE PÁGINA</a:t>
            </a:r>
          </a:p>
        </p:txBody>
      </p:sp>
      <p:sp>
        <p:nvSpPr>
          <p:cNvPr id="9" name="Elipse 8">
            <a:extLst>
              <a:ext uri="{FF2B5EF4-FFF2-40B4-BE49-F238E27FC236}">
                <a16:creationId xmlns:a16="http://schemas.microsoft.com/office/drawing/2014/main" id="{7B63585A-DF5C-1B43-BDC1-9CB545382A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12" name="Marcador de texto 26">
            <a:extLst>
              <a:ext uri="{FF2B5EF4-FFF2-40B4-BE49-F238E27FC236}">
                <a16:creationId xmlns:a16="http://schemas.microsoft.com/office/drawing/2014/main" id="{A7C55A90-4969-4308-AD56-633E3831D572}"/>
              </a:ext>
            </a:extLst>
          </p:cNvPr>
          <p:cNvSpPr>
            <a:spLocks noGrp="1"/>
          </p:cNvSpPr>
          <p:nvPr>
            <p:ph type="body" sz="quarter" idx="16" hasCustomPrompt="1"/>
          </p:nvPr>
        </p:nvSpPr>
        <p:spPr>
          <a:xfrm>
            <a:off x="2013284" y="5878369"/>
            <a:ext cx="8165432" cy="365125"/>
          </a:xfrm>
        </p:spPr>
        <p:txBody>
          <a:bodyPr rtlCol="0">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EDITAR ESTILOS DE TEXTO DEL PATRÓN</a:t>
            </a:r>
          </a:p>
        </p:txBody>
      </p:sp>
      <p:sp>
        <p:nvSpPr>
          <p:cNvPr id="16" name="Gráfico 13">
            <a:extLst>
              <a:ext uri="{FF2B5EF4-FFF2-40B4-BE49-F238E27FC236}">
                <a16:creationId xmlns:a16="http://schemas.microsoft.com/office/drawing/2014/main" id="{15031A21-FED3-4C51-BE76-5A2918F223AD}"/>
              </a:ext>
            </a:extLst>
          </p:cNvPr>
          <p:cNvSpPr/>
          <p:nvPr userDrawn="1"/>
        </p:nvSpPr>
        <p:spPr>
          <a:xfrm>
            <a:off x="4534478" y="534222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Tree>
    <p:extLst>
      <p:ext uri="{BB962C8B-B14F-4D97-AF65-F5344CB8AC3E}">
        <p14:creationId xmlns:p14="http://schemas.microsoft.com/office/powerpoint/2010/main" val="234262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eño de elemento multimedia">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477C40CB-E014-6746-B13E-D12CBBAA5F76}"/>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3" name="Marcador de fecha 2">
            <a:extLst>
              <a:ext uri="{FF2B5EF4-FFF2-40B4-BE49-F238E27FC236}">
                <a16:creationId xmlns:a16="http://schemas.microsoft.com/office/drawing/2014/main" id="{0A250713-11E6-4FEF-877D-92967D24588A}"/>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445D3C9A-DEE5-4BD4-8961-80E018A4C2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10" name="Título 1">
            <a:extLst>
              <a:ext uri="{FF2B5EF4-FFF2-40B4-BE49-F238E27FC236}">
                <a16:creationId xmlns:a16="http://schemas.microsoft.com/office/drawing/2014/main" id="{36869C46-B57A-4B80-BC7B-965AF70D6343}"/>
              </a:ext>
            </a:extLst>
          </p:cNvPr>
          <p:cNvSpPr>
            <a:spLocks noGrp="1"/>
          </p:cNvSpPr>
          <p:nvPr>
            <p:ph type="title" hasCustomPrompt="1"/>
          </p:nvPr>
        </p:nvSpPr>
        <p:spPr>
          <a:xfrm>
            <a:off x="2013284" y="5868367"/>
            <a:ext cx="8165432" cy="363600"/>
          </a:xfrm>
        </p:spPr>
        <p:txBody>
          <a:bodyPr rtlCol="0">
            <a:normAutofit/>
          </a:bodyPr>
          <a:lstStyle>
            <a:lvl1pPr algn="ctr">
              <a:defRPr lang="ru-RU" sz="1800" b="0" i="0" kern="1200" dirty="0">
                <a:solidFill>
                  <a:schemeClr val="tx2"/>
                </a:solidFill>
                <a:latin typeface="+mn-lt"/>
                <a:ea typeface="+mn-ea"/>
                <a:cs typeface="+mn-cs"/>
              </a:defRPr>
            </a:lvl1pPr>
          </a:lstStyle>
          <a:p>
            <a:pPr rtl="0"/>
            <a:r>
              <a:rPr lang="es-ES" noProof="0"/>
              <a:t>HAGA CLIC PARA EDITAR EL ESTILO DEL TÍTULO DEL PATRÓN</a:t>
            </a:r>
          </a:p>
        </p:txBody>
      </p:sp>
      <p:sp>
        <p:nvSpPr>
          <p:cNvPr id="8" name="Marcador de posición de elemento multimedia 7">
            <a:extLst>
              <a:ext uri="{FF2B5EF4-FFF2-40B4-BE49-F238E27FC236}">
                <a16:creationId xmlns:a16="http://schemas.microsoft.com/office/drawing/2014/main" id="{42411445-9429-45B8-9A2F-EB86451B6B14}"/>
              </a:ext>
            </a:extLst>
          </p:cNvPr>
          <p:cNvSpPr>
            <a:spLocks noGrp="1"/>
          </p:cNvSpPr>
          <p:nvPr>
            <p:ph type="media" sz="quarter" idx="17" hasCustomPrompt="1"/>
          </p:nvPr>
        </p:nvSpPr>
        <p:spPr>
          <a:xfrm>
            <a:off x="829056" y="827052"/>
            <a:ext cx="10533888" cy="4818888"/>
          </a:xfrm>
        </p:spPr>
        <p:txBody>
          <a:bodyPr rtlCol="0" anchor="ctr" anchorCtr="0">
            <a:normAutofit/>
          </a:bodyPr>
          <a:lstStyle>
            <a:lvl1pPr marL="0" indent="0" algn="ctr">
              <a:buNone/>
              <a:defRPr sz="1400"/>
            </a:lvl1pPr>
          </a:lstStyle>
          <a:p>
            <a:pPr rtl="0"/>
            <a:r>
              <a:rPr lang="es-ES" noProof="0"/>
              <a:t>Haga clic en el icono para agregar un elemento multimedia</a:t>
            </a:r>
          </a:p>
        </p:txBody>
      </p:sp>
    </p:spTree>
    <p:extLst>
      <p:ext uri="{BB962C8B-B14F-4D97-AF65-F5344CB8AC3E}">
        <p14:creationId xmlns:p14="http://schemas.microsoft.com/office/powerpoint/2010/main" val="3211357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sitiva de trabajos citados">
    <p:spTree>
      <p:nvGrpSpPr>
        <p:cNvPr id="1" name=""/>
        <p:cNvGrpSpPr/>
        <p:nvPr/>
      </p:nvGrpSpPr>
      <p:grpSpPr>
        <a:xfrm>
          <a:off x="0" y="0"/>
          <a:ext cx="0" cy="0"/>
          <a:chOff x="0" y="0"/>
          <a:chExt cx="0" cy="0"/>
        </a:xfrm>
      </p:grpSpPr>
      <p:sp>
        <p:nvSpPr>
          <p:cNvPr id="8" name="Elipse 7">
            <a:extLst>
              <a:ext uri="{FF2B5EF4-FFF2-40B4-BE49-F238E27FC236}">
                <a16:creationId xmlns:a16="http://schemas.microsoft.com/office/drawing/2014/main" id="{AB26BB24-F7CA-D343-93C8-2EAC64AB35D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Trabajos citados</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3742191"/>
          </a:xfrm>
        </p:spPr>
        <p:txBody>
          <a:bodyPr rtlCol="0">
            <a:normAutofit/>
          </a:bodyPr>
          <a:lstStyle>
            <a:lvl1pPr marL="285750" indent="-285750" algn="l">
              <a:buClr>
                <a:schemeClr val="bg2"/>
              </a:buClr>
              <a:buFont typeface="Arial" panose="020B0604020202020204" pitchFamily="34" charset="0"/>
              <a:buChar char="•"/>
              <a:defRPr lang="en-US" sz="1600" kern="1200" dirty="0">
                <a:solidFill>
                  <a:schemeClr val="tx1">
                    <a:lumMod val="75000"/>
                    <a:lumOff val="25000"/>
                  </a:schemeClr>
                </a:solidFill>
                <a:latin typeface="+mn-lt"/>
                <a:ea typeface="+mn-ea"/>
                <a:cs typeface="+mn-cs"/>
              </a:defRPr>
            </a:lvl1pPr>
            <a:lvl2pPr>
              <a:defRPr sz="1800"/>
            </a:lvl2pPr>
            <a:lvl3pPr>
              <a:defRPr sz="1800"/>
            </a:lvl3pPr>
            <a:lvl4pPr>
              <a:defRPr sz="1800"/>
            </a:lvl4pPr>
            <a:lvl5pPr>
              <a:defRPr sz="1800"/>
            </a:lvl5pPr>
          </a:lstStyle>
          <a:p>
            <a:pPr marL="180000" lvl="0" indent="-180000" algn="l" defTabSz="914400" rtl="0" eaLnBrk="1" latinLnBrk="0" hangingPunct="1">
              <a:lnSpc>
                <a:spcPct val="90000"/>
              </a:lnSpc>
              <a:spcBef>
                <a:spcPts val="600"/>
              </a:spcBef>
              <a:buClr>
                <a:schemeClr val="bg2"/>
              </a:buClr>
              <a:buFont typeface="Arial" panose="020B0604020202020204" pitchFamily="34" charset="0"/>
              <a:buChar char="•"/>
            </a:pPr>
            <a:r>
              <a:rPr lang="es-ES" noProof="0"/>
              <a:t>Editar estilos de texto del patrón</a:t>
            </a:r>
          </a:p>
        </p:txBody>
      </p:sp>
      <p:pic>
        <p:nvPicPr>
          <p:cNvPr id="9" name="Gráfico 8">
            <a:extLst>
              <a:ext uri="{FF2B5EF4-FFF2-40B4-BE49-F238E27FC236}">
                <a16:creationId xmlns:a16="http://schemas.microsoft.com/office/drawing/2014/main" id="{D3F5050C-5FCE-4873-9B10-9668F66C278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spTree>
    <p:extLst>
      <p:ext uri="{BB962C8B-B14F-4D97-AF65-F5344CB8AC3E}">
        <p14:creationId xmlns:p14="http://schemas.microsoft.com/office/powerpoint/2010/main" val="210802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de escala de tiempo">
    <p:spTree>
      <p:nvGrpSpPr>
        <p:cNvPr id="1" name=""/>
        <p:cNvGrpSpPr/>
        <p:nvPr/>
      </p:nvGrpSpPr>
      <p:grpSpPr>
        <a:xfrm>
          <a:off x="0" y="0"/>
          <a:ext cx="0" cy="0"/>
          <a:chOff x="0" y="0"/>
          <a:chExt cx="0" cy="0"/>
        </a:xfrm>
      </p:grpSpPr>
      <p:sp>
        <p:nvSpPr>
          <p:cNvPr id="33" name="Elipse 32">
            <a:extLst>
              <a:ext uri="{FF2B5EF4-FFF2-40B4-BE49-F238E27FC236}">
                <a16:creationId xmlns:a16="http://schemas.microsoft.com/office/drawing/2014/main" id="{93CAE97F-7AA1-7243-A2C2-945FB7C81FF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Escala de tiempo</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904875"/>
          </a:xfrm>
        </p:spPr>
        <p:txBody>
          <a:bodyPr rtlCol="0">
            <a:normAutofit/>
          </a:bodyPr>
          <a:lstStyle>
            <a:lvl1pPr marL="0" indent="0" algn="ctr">
              <a:buNone/>
              <a:defRPr sz="1800"/>
            </a:lvl1pPr>
            <a:lvl2pPr>
              <a:defRPr sz="1800"/>
            </a:lvl2pPr>
            <a:lvl3pPr>
              <a:defRPr sz="1800"/>
            </a:lvl3pPr>
            <a:lvl4pPr>
              <a:defRPr sz="1800"/>
            </a:lvl4pPr>
            <a:lvl5pPr>
              <a:defRPr sz="1800"/>
            </a:lvl5pPr>
          </a:lstStyle>
          <a:p>
            <a:pPr lvl="0" rtl="0"/>
            <a:r>
              <a:rPr lang="es-ES" noProof="0"/>
              <a:t>EDITAR ESTILOS DE TEXTO DEL PATRÓN</a:t>
            </a:r>
          </a:p>
        </p:txBody>
      </p:sp>
      <p:pic>
        <p:nvPicPr>
          <p:cNvPr id="8" name="Gráfico 7">
            <a:extLst>
              <a:ext uri="{FF2B5EF4-FFF2-40B4-BE49-F238E27FC236}">
                <a16:creationId xmlns:a16="http://schemas.microsoft.com/office/drawing/2014/main" id="{4E7124FD-A9E6-49DA-B2D3-4C868E3C90AD}"/>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cxnSp>
        <p:nvCxnSpPr>
          <p:cNvPr id="9" name="Conector recto 8">
            <a:extLst>
              <a:ext uri="{FF2B5EF4-FFF2-40B4-BE49-F238E27FC236}">
                <a16:creationId xmlns:a16="http://schemas.microsoft.com/office/drawing/2014/main" id="{0128AD04-D032-4ED8-B747-79E215221BC3}"/>
              </a:ext>
            </a:extLst>
          </p:cNvPr>
          <p:cNvCxnSpPr/>
          <p:nvPr userDrawn="1"/>
        </p:nvCxnSpPr>
        <p:spPr>
          <a:xfrm>
            <a:off x="1003193" y="3429000"/>
            <a:ext cx="10735056"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7CADBD86-8962-4775-A03E-4D2D3F35D72C}"/>
              </a:ext>
            </a:extLst>
          </p:cNvPr>
          <p:cNvSpPr/>
          <p:nvPr userDrawn="1"/>
        </p:nvSpPr>
        <p:spPr>
          <a:xfrm>
            <a:off x="1003193"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3" name="Elipse 12">
            <a:extLst>
              <a:ext uri="{FF2B5EF4-FFF2-40B4-BE49-F238E27FC236}">
                <a16:creationId xmlns:a16="http://schemas.microsoft.com/office/drawing/2014/main" id="{325884FD-7D59-4699-84D1-14B6900E99F4}"/>
              </a:ext>
            </a:extLst>
          </p:cNvPr>
          <p:cNvSpPr/>
          <p:nvPr userDrawn="1"/>
        </p:nvSpPr>
        <p:spPr>
          <a:xfrm>
            <a:off x="6048611"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6" name="Elipse 15">
            <a:extLst>
              <a:ext uri="{FF2B5EF4-FFF2-40B4-BE49-F238E27FC236}">
                <a16:creationId xmlns:a16="http://schemas.microsoft.com/office/drawing/2014/main" id="{F6A6A55C-2C42-4004-8120-A8A22C86DD6F}"/>
              </a:ext>
            </a:extLst>
          </p:cNvPr>
          <p:cNvSpPr/>
          <p:nvPr userDrawn="1"/>
        </p:nvSpPr>
        <p:spPr>
          <a:xfrm>
            <a:off x="9412224"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7" name="Elipse 16">
            <a:extLst>
              <a:ext uri="{FF2B5EF4-FFF2-40B4-BE49-F238E27FC236}">
                <a16:creationId xmlns:a16="http://schemas.microsoft.com/office/drawing/2014/main" id="{213A8FD8-4E6D-4DB1-8DA5-82151D87BDFF}"/>
              </a:ext>
            </a:extLst>
          </p:cNvPr>
          <p:cNvSpPr/>
          <p:nvPr userDrawn="1"/>
        </p:nvSpPr>
        <p:spPr>
          <a:xfrm>
            <a:off x="2684999"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9" name="Elipse 18">
            <a:extLst>
              <a:ext uri="{FF2B5EF4-FFF2-40B4-BE49-F238E27FC236}">
                <a16:creationId xmlns:a16="http://schemas.microsoft.com/office/drawing/2014/main" id="{71E5BFBE-FB31-40FB-971E-8340FDBDE99A}"/>
              </a:ext>
            </a:extLst>
          </p:cNvPr>
          <p:cNvSpPr/>
          <p:nvPr userDrawn="1"/>
        </p:nvSpPr>
        <p:spPr>
          <a:xfrm>
            <a:off x="4366805"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20" name="Elipse 19">
            <a:extLst>
              <a:ext uri="{FF2B5EF4-FFF2-40B4-BE49-F238E27FC236}">
                <a16:creationId xmlns:a16="http://schemas.microsoft.com/office/drawing/2014/main" id="{99956DA3-E64C-494F-8908-AC1D9418DC10}"/>
              </a:ext>
            </a:extLst>
          </p:cNvPr>
          <p:cNvSpPr/>
          <p:nvPr userDrawn="1"/>
        </p:nvSpPr>
        <p:spPr>
          <a:xfrm>
            <a:off x="7730417"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4" name="Marcador de texto 13">
            <a:extLst>
              <a:ext uri="{FF2B5EF4-FFF2-40B4-BE49-F238E27FC236}">
                <a16:creationId xmlns:a16="http://schemas.microsoft.com/office/drawing/2014/main" id="{F925B8D3-7699-4838-BB92-099F0752EF4D}"/>
              </a:ext>
            </a:extLst>
          </p:cNvPr>
          <p:cNvSpPr>
            <a:spLocks noGrp="1"/>
          </p:cNvSpPr>
          <p:nvPr>
            <p:ph type="body" sz="quarter" idx="14" hasCustomPrompt="1"/>
          </p:nvPr>
        </p:nvSpPr>
        <p:spPr>
          <a:xfrm>
            <a:off x="100625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1" name="Marcador de texto 13">
            <a:extLst>
              <a:ext uri="{FF2B5EF4-FFF2-40B4-BE49-F238E27FC236}">
                <a16:creationId xmlns:a16="http://schemas.microsoft.com/office/drawing/2014/main" id="{F0ED1E4A-D0B2-44B6-AE21-6DC45B20C67E}"/>
              </a:ext>
            </a:extLst>
          </p:cNvPr>
          <p:cNvSpPr>
            <a:spLocks noGrp="1"/>
          </p:cNvSpPr>
          <p:nvPr>
            <p:ph type="body" sz="quarter" idx="15" hasCustomPrompt="1"/>
          </p:nvPr>
        </p:nvSpPr>
        <p:spPr>
          <a:xfrm>
            <a:off x="95694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3" name="Marcador de texto 13">
            <a:extLst>
              <a:ext uri="{FF2B5EF4-FFF2-40B4-BE49-F238E27FC236}">
                <a16:creationId xmlns:a16="http://schemas.microsoft.com/office/drawing/2014/main" id="{4648B297-D9C8-4F98-BBDB-5A2891F9499E}"/>
              </a:ext>
            </a:extLst>
          </p:cNvPr>
          <p:cNvSpPr>
            <a:spLocks noGrp="1"/>
          </p:cNvSpPr>
          <p:nvPr>
            <p:ph type="body" sz="quarter" idx="16" hasCustomPrompt="1"/>
          </p:nvPr>
        </p:nvSpPr>
        <p:spPr>
          <a:xfrm>
            <a:off x="2688286"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4" name="Marcador de texto 13">
            <a:extLst>
              <a:ext uri="{FF2B5EF4-FFF2-40B4-BE49-F238E27FC236}">
                <a16:creationId xmlns:a16="http://schemas.microsoft.com/office/drawing/2014/main" id="{C5B52EBA-EDDF-4C7B-A681-393B771D3437}"/>
              </a:ext>
            </a:extLst>
          </p:cNvPr>
          <p:cNvSpPr>
            <a:spLocks noGrp="1"/>
          </p:cNvSpPr>
          <p:nvPr>
            <p:ph type="body" sz="quarter" idx="17" hasCustomPrompt="1"/>
          </p:nvPr>
        </p:nvSpPr>
        <p:spPr>
          <a:xfrm>
            <a:off x="2638979"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5" name="Marcador de texto 13">
            <a:extLst>
              <a:ext uri="{FF2B5EF4-FFF2-40B4-BE49-F238E27FC236}">
                <a16:creationId xmlns:a16="http://schemas.microsoft.com/office/drawing/2014/main" id="{97BC10B9-E990-4199-8B1A-8B69D6F40D81}"/>
              </a:ext>
            </a:extLst>
          </p:cNvPr>
          <p:cNvSpPr>
            <a:spLocks noGrp="1"/>
          </p:cNvSpPr>
          <p:nvPr>
            <p:ph type="body" sz="quarter" idx="18" hasCustomPrompt="1"/>
          </p:nvPr>
        </p:nvSpPr>
        <p:spPr>
          <a:xfrm>
            <a:off x="437032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6" name="Marcador de texto 13">
            <a:extLst>
              <a:ext uri="{FF2B5EF4-FFF2-40B4-BE49-F238E27FC236}">
                <a16:creationId xmlns:a16="http://schemas.microsoft.com/office/drawing/2014/main" id="{5876A64D-FA56-4565-8EBF-B9D51A8B20DC}"/>
              </a:ext>
            </a:extLst>
          </p:cNvPr>
          <p:cNvSpPr>
            <a:spLocks noGrp="1"/>
          </p:cNvSpPr>
          <p:nvPr>
            <p:ph type="body" sz="quarter" idx="19" hasCustomPrompt="1"/>
          </p:nvPr>
        </p:nvSpPr>
        <p:spPr>
          <a:xfrm>
            <a:off x="432101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7" name="Marcador de texto 13">
            <a:extLst>
              <a:ext uri="{FF2B5EF4-FFF2-40B4-BE49-F238E27FC236}">
                <a16:creationId xmlns:a16="http://schemas.microsoft.com/office/drawing/2014/main" id="{CA843817-8244-446A-9618-257B5329B463}"/>
              </a:ext>
            </a:extLst>
          </p:cNvPr>
          <p:cNvSpPr>
            <a:spLocks noGrp="1"/>
          </p:cNvSpPr>
          <p:nvPr>
            <p:ph type="body" sz="quarter" idx="20" hasCustomPrompt="1"/>
          </p:nvPr>
        </p:nvSpPr>
        <p:spPr>
          <a:xfrm>
            <a:off x="6052356"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8" name="Marcador de texto 13">
            <a:extLst>
              <a:ext uri="{FF2B5EF4-FFF2-40B4-BE49-F238E27FC236}">
                <a16:creationId xmlns:a16="http://schemas.microsoft.com/office/drawing/2014/main" id="{86A6FE38-5036-4D35-93E4-07C5DEC4010D}"/>
              </a:ext>
            </a:extLst>
          </p:cNvPr>
          <p:cNvSpPr>
            <a:spLocks noGrp="1"/>
          </p:cNvSpPr>
          <p:nvPr>
            <p:ph type="body" sz="quarter" idx="21" hasCustomPrompt="1"/>
          </p:nvPr>
        </p:nvSpPr>
        <p:spPr>
          <a:xfrm>
            <a:off x="6003049"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9" name="Marcador de texto 13">
            <a:extLst>
              <a:ext uri="{FF2B5EF4-FFF2-40B4-BE49-F238E27FC236}">
                <a16:creationId xmlns:a16="http://schemas.microsoft.com/office/drawing/2014/main" id="{1966E981-C557-4255-9DCC-162A429B5EE2}"/>
              </a:ext>
            </a:extLst>
          </p:cNvPr>
          <p:cNvSpPr>
            <a:spLocks noGrp="1"/>
          </p:cNvSpPr>
          <p:nvPr>
            <p:ph type="body" sz="quarter" idx="22" hasCustomPrompt="1"/>
          </p:nvPr>
        </p:nvSpPr>
        <p:spPr>
          <a:xfrm>
            <a:off x="773439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30" name="Marcador de texto 13">
            <a:extLst>
              <a:ext uri="{FF2B5EF4-FFF2-40B4-BE49-F238E27FC236}">
                <a16:creationId xmlns:a16="http://schemas.microsoft.com/office/drawing/2014/main" id="{C386D796-CB69-4D7D-9C52-C41187CC88DB}"/>
              </a:ext>
            </a:extLst>
          </p:cNvPr>
          <p:cNvSpPr>
            <a:spLocks noGrp="1"/>
          </p:cNvSpPr>
          <p:nvPr>
            <p:ph type="body" sz="quarter" idx="23" hasCustomPrompt="1"/>
          </p:nvPr>
        </p:nvSpPr>
        <p:spPr>
          <a:xfrm>
            <a:off x="768508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31" name="Marcador de texto 13">
            <a:extLst>
              <a:ext uri="{FF2B5EF4-FFF2-40B4-BE49-F238E27FC236}">
                <a16:creationId xmlns:a16="http://schemas.microsoft.com/office/drawing/2014/main" id="{24441BBA-89B7-4AE6-91F6-04DB373B54F3}"/>
              </a:ext>
            </a:extLst>
          </p:cNvPr>
          <p:cNvSpPr>
            <a:spLocks noGrp="1"/>
          </p:cNvSpPr>
          <p:nvPr>
            <p:ph type="body" sz="quarter" idx="24" hasCustomPrompt="1"/>
          </p:nvPr>
        </p:nvSpPr>
        <p:spPr>
          <a:xfrm>
            <a:off x="9416424"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32" name="Marcador de texto 13">
            <a:extLst>
              <a:ext uri="{FF2B5EF4-FFF2-40B4-BE49-F238E27FC236}">
                <a16:creationId xmlns:a16="http://schemas.microsoft.com/office/drawing/2014/main" id="{B117E4C6-D10A-4738-8283-D63AB1B314D2}"/>
              </a:ext>
            </a:extLst>
          </p:cNvPr>
          <p:cNvSpPr>
            <a:spLocks noGrp="1"/>
          </p:cNvSpPr>
          <p:nvPr>
            <p:ph type="body" sz="quarter" idx="25" hasCustomPrompt="1"/>
          </p:nvPr>
        </p:nvSpPr>
        <p:spPr>
          <a:xfrm>
            <a:off x="9367117"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Tree>
    <p:extLst>
      <p:ext uri="{BB962C8B-B14F-4D97-AF65-F5344CB8AC3E}">
        <p14:creationId xmlns:p14="http://schemas.microsoft.com/office/powerpoint/2010/main" val="1679942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de gracias">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t="-6775" b="-5725"/>
            </a:stretch>
          </a:blipFill>
          <a:ln w="12700" cap="flat">
            <a:noFill/>
            <a:prstDash val="solid"/>
            <a:miter/>
          </a:ln>
        </p:spPr>
        <p:txBody>
          <a:bodyPr rtlCol="0" anchor="ctr"/>
          <a:lstStyle/>
          <a:p>
            <a:pPr algn="l" rtl="0"/>
            <a:endParaRPr lang="es-ES" noProof="0"/>
          </a:p>
        </p:txBody>
      </p:sp>
      <p:sp>
        <p:nvSpPr>
          <p:cNvPr id="17" name="Rectángulo 16">
            <a:extLst>
              <a:ext uri="{FF2B5EF4-FFF2-40B4-BE49-F238E27FC236}">
                <a16:creationId xmlns:a16="http://schemas.microsoft.com/office/drawing/2014/main" id="{08C75CBB-4E7D-408E-AF76-442117F41B42}"/>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0128-555-678</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rtlCol="0">
            <a:noAutofit/>
          </a:bodyPr>
          <a:lstStyle>
            <a:lvl1pPr algn="ctr">
              <a:defRPr sz="10000" b="0">
                <a:solidFill>
                  <a:schemeClr val="bg1"/>
                </a:solidFill>
              </a:defRPr>
            </a:lvl1pPr>
          </a:lstStyle>
          <a:p>
            <a:pPr rtl="0"/>
            <a:r>
              <a:rPr lang="es-ES" noProof="0"/>
              <a:t>Gracias</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Teléfono</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rtlCol="0">
            <a:noAutofit/>
          </a:bodyPr>
          <a:lstStyle>
            <a:lvl1pPr marL="0" indent="0" algn="ctr">
              <a:buNone/>
              <a:defRPr sz="3000" b="0" i="0">
                <a:solidFill>
                  <a:schemeClr val="bg2"/>
                </a:solidFill>
              </a:defRPr>
            </a:lvl1pPr>
          </a:lstStyle>
          <a:p>
            <a:pPr lvl="0" rtl="0"/>
            <a:r>
              <a:rPr lang="es-ES" noProof="0"/>
              <a:t>ÍKER ARTEAGA</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2987075"/>
            <a:ext cx="4975200" cy="114227"/>
          </a:xfrm>
          <a:prstGeom prst="rect">
            <a:avLst/>
          </a:prstGeom>
        </p:spPr>
      </p:pic>
      <p:sp>
        <p:nvSpPr>
          <p:cNvPr id="12" name="Marcador de texto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2895600" y="5423227"/>
            <a:ext cx="6400800"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ARTEAGA@EXAMPLE.COM</a:t>
            </a:r>
          </a:p>
        </p:txBody>
      </p:sp>
      <p:sp>
        <p:nvSpPr>
          <p:cNvPr id="14" name="Marcador de texto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Correo electrónico</a:t>
            </a:r>
          </a:p>
        </p:txBody>
      </p:sp>
    </p:spTree>
    <p:extLst>
      <p:ext uri="{BB962C8B-B14F-4D97-AF65-F5344CB8AC3E}">
        <p14:creationId xmlns:p14="http://schemas.microsoft.com/office/powerpoint/2010/main" val="2091879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1_Gracias">
    <p:spTree>
      <p:nvGrpSpPr>
        <p:cNvPr id="1" name=""/>
        <p:cNvGrpSpPr/>
        <p:nvPr/>
      </p:nvGrpSpPr>
      <p:grpSpPr>
        <a:xfrm>
          <a:off x="0" y="0"/>
          <a:ext cx="0" cy="0"/>
          <a:chOff x="0" y="0"/>
          <a:chExt cx="0" cy="0"/>
        </a:xfrm>
      </p:grpSpPr>
      <p:sp>
        <p:nvSpPr>
          <p:cNvPr id="18" name="Marcador de posición de imagen 6">
            <a:extLst>
              <a:ext uri="{FF2B5EF4-FFF2-40B4-BE49-F238E27FC236}">
                <a16:creationId xmlns:a16="http://schemas.microsoft.com/office/drawing/2014/main" id="{EDD611DF-9DFE-B043-8BAE-EE27852FDACD}"/>
              </a:ext>
            </a:extLst>
          </p:cNvPr>
          <p:cNvSpPr>
            <a:spLocks noGrp="1"/>
          </p:cNvSpPr>
          <p:nvPr>
            <p:ph type="pic" sz="quarter" idx="18"/>
          </p:nvPr>
        </p:nvSpPr>
        <p:spPr>
          <a:xfrm>
            <a:off x="0" y="0"/>
            <a:ext cx="12192000" cy="6858000"/>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0128-555-678</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rtlCol="0">
            <a:noAutofit/>
          </a:bodyPr>
          <a:lstStyle>
            <a:lvl1pPr algn="ctr">
              <a:defRPr sz="10000" b="0">
                <a:solidFill>
                  <a:schemeClr val="bg1"/>
                </a:solidFill>
              </a:defRPr>
            </a:lvl1pPr>
          </a:lstStyle>
          <a:p>
            <a:pPr rtl="0"/>
            <a:r>
              <a:rPr lang="es-ES" noProof="0"/>
              <a:t>Gracias</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Teléfono</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rtlCol="0">
            <a:noAutofit/>
          </a:bodyPr>
          <a:lstStyle>
            <a:lvl1pPr marL="0" indent="0" algn="ctr">
              <a:buNone/>
              <a:defRPr sz="3000" b="0" i="0">
                <a:solidFill>
                  <a:schemeClr val="bg2"/>
                </a:solidFill>
              </a:defRPr>
            </a:lvl1pPr>
          </a:lstStyle>
          <a:p>
            <a:pPr lvl="0" rtl="0"/>
            <a:r>
              <a:rPr lang="es-ES" noProof="0"/>
              <a:t>ÍKER ARTEAGA</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Marcador de texto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3135722" y="5423227"/>
            <a:ext cx="5920556"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ARTEAGA@GMAIL.COM</a:t>
            </a:r>
          </a:p>
        </p:txBody>
      </p:sp>
      <p:sp>
        <p:nvSpPr>
          <p:cNvPr id="14" name="Marcador de texto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Correo electrónico</a:t>
            </a:r>
          </a:p>
        </p:txBody>
      </p:sp>
    </p:spTree>
    <p:extLst>
      <p:ext uri="{BB962C8B-B14F-4D97-AF65-F5344CB8AC3E}">
        <p14:creationId xmlns:p14="http://schemas.microsoft.com/office/powerpoint/2010/main" val="405328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rtl="0"/>
            <a:endParaRPr lang="es-ES" noProof="0"/>
          </a:p>
        </p:txBody>
      </p:sp>
      <p:sp>
        <p:nvSpPr>
          <p:cNvPr id="11" name="Rectángulo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
        <p:nvSpPr>
          <p:cNvPr id="9" name="Subtítulo 2">
            <a:extLst>
              <a:ext uri="{FF2B5EF4-FFF2-40B4-BE49-F238E27FC236}">
                <a16:creationId xmlns:a16="http://schemas.microsoft.com/office/drawing/2014/main" id="{16A87704-FE99-4EBD-97FB-FBB15A227FC8}"/>
              </a:ext>
            </a:extLst>
          </p:cNvPr>
          <p:cNvSpPr>
            <a:spLocks noGrp="1"/>
          </p:cNvSpPr>
          <p:nvPr>
            <p:ph type="subTitle" idx="1" hasCustomPrompt="1"/>
          </p:nvPr>
        </p:nvSpPr>
        <p:spPr>
          <a:xfrm>
            <a:off x="1037021" y="3890308"/>
            <a:ext cx="10117959" cy="606659"/>
          </a:xfrm>
        </p:spPr>
        <p:txBody>
          <a:bodyPr vert="horz" lIns="91440" tIns="45720" rIns="91440" bIns="45720" rtlCol="0">
            <a:noAutofit/>
          </a:bodyPr>
          <a:lstStyle>
            <a:lvl1pPr marL="0" indent="0" algn="ctr">
              <a:buNone/>
              <a:defRPr lang="en-US" sz="3000" b="0" i="0">
                <a:solidFill>
                  <a:schemeClr val="bg2"/>
                </a:solidFill>
              </a:defRPr>
            </a:lvl1pPr>
          </a:lstStyle>
          <a:p>
            <a:pPr marL="228600" lvl="0" indent="-228600" algn="ctr" rtl="0"/>
            <a:r>
              <a:rPr lang="es-ES" noProof="0"/>
              <a:t>HAGA CLIC PARA EDITAR EL ESTILO DE SUBTÍTULO DEL PATRÓN</a:t>
            </a:r>
          </a:p>
        </p:txBody>
      </p:sp>
    </p:spTree>
    <p:extLst>
      <p:ext uri="{BB962C8B-B14F-4D97-AF65-F5344CB8AC3E}">
        <p14:creationId xmlns:p14="http://schemas.microsoft.com/office/powerpoint/2010/main" val="163338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9" name="Elipse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Diapositiva divisoria</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5" name="Gráfico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2" name="Rectángulo 11">
            <a:extLst>
              <a:ext uri="{FF2B5EF4-FFF2-40B4-BE49-F238E27FC236}">
                <a16:creationId xmlns:a16="http://schemas.microsoft.com/office/drawing/2014/main" id="{9685C8FD-6063-414E-B2AC-D07168DE1813}"/>
              </a:ext>
            </a:extLst>
          </p:cNvPr>
          <p:cNvSpPr/>
          <p:nvPr userDrawn="1"/>
        </p:nvSpPr>
        <p:spPr>
          <a:xfrm>
            <a:off x="0" y="2483224"/>
            <a:ext cx="12192000" cy="3465576"/>
          </a:xfrm>
          <a:prstGeom prst="rect">
            <a:avLst/>
          </a:prstGeom>
          <a:blipFill>
            <a:blip r:embed="rId2"/>
            <a:srcRect/>
            <a:stretch>
              <a:fillRect t="-48945" b="-48945"/>
            </a:stretch>
          </a:blipFill>
          <a:ln w="12700" cap="flat">
            <a:noFill/>
            <a:prstDash val="solid"/>
            <a:miter/>
          </a:ln>
        </p:spPr>
        <p:txBody>
          <a:bodyPr rtlCol="0" anchor="ctr"/>
          <a:lstStyle/>
          <a:p>
            <a:pPr algn="l" rtl="0"/>
            <a:endParaRPr lang="es-ES" noProof="0"/>
          </a:p>
        </p:txBody>
      </p:sp>
      <p:sp>
        <p:nvSpPr>
          <p:cNvPr id="13" name="Rectángulo 12">
            <a:extLst>
              <a:ext uri="{FF2B5EF4-FFF2-40B4-BE49-F238E27FC236}">
                <a16:creationId xmlns:a16="http://schemas.microsoft.com/office/drawing/2014/main" id="{2BA38A80-B4F3-4560-B2F9-C0652AAB2188}"/>
              </a:ext>
            </a:extLst>
          </p:cNvPr>
          <p:cNvSpPr/>
          <p:nvPr userDrawn="1"/>
        </p:nvSpPr>
        <p:spPr>
          <a:xfrm>
            <a:off x="0" y="2483223"/>
            <a:ext cx="12192000" cy="3465576"/>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11" name="Marcador de texto 2">
            <a:extLst>
              <a:ext uri="{FF2B5EF4-FFF2-40B4-BE49-F238E27FC236}">
                <a16:creationId xmlns:a16="http://schemas.microsoft.com/office/drawing/2014/main" id="{214241DF-0B07-491C-8CA2-1BD10F84525C}"/>
              </a:ext>
            </a:extLst>
          </p:cNvPr>
          <p:cNvSpPr>
            <a:spLocks noGrp="1"/>
          </p:cNvSpPr>
          <p:nvPr>
            <p:ph type="body" idx="1" hasCustomPrompt="1"/>
          </p:nvPr>
        </p:nvSpPr>
        <p:spPr>
          <a:xfrm>
            <a:off x="838200" y="1882722"/>
            <a:ext cx="10515600" cy="468594"/>
          </a:xfrm>
        </p:spPr>
        <p:txBody>
          <a:bodyPr vert="horz" lIns="91440" tIns="45720" rIns="91440" bIns="45720" rtlCol="0">
            <a:normAutofit/>
          </a:bodyPr>
          <a:lstStyle>
            <a:lvl1pPr marL="0" indent="0" algn="ctr">
              <a:buNone/>
              <a:defRPr lang="en-US" sz="1800"/>
            </a:lvl1pPr>
          </a:lstStyle>
          <a:p>
            <a:pPr marL="228600" lvl="0" indent="-228600" algn="ctr" rtl="0"/>
            <a:r>
              <a:rPr lang="es-ES" noProof="0"/>
              <a:t>Editar estilos de texto del patrón</a:t>
            </a:r>
          </a:p>
        </p:txBody>
      </p:sp>
    </p:spTree>
    <p:extLst>
      <p:ext uri="{BB962C8B-B14F-4D97-AF65-F5344CB8AC3E}">
        <p14:creationId xmlns:p14="http://schemas.microsoft.com/office/powerpoint/2010/main" val="924574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0AF4CE-F455-4A31-8ED6-5841DF599BE9}"/>
              </a:ext>
            </a:extLst>
          </p:cNvPr>
          <p:cNvSpPr>
            <a:spLocks noGrp="1"/>
          </p:cNvSpPr>
          <p:nvPr>
            <p:ph type="title"/>
          </p:nvPr>
        </p:nvSpPr>
        <p:spPr>
          <a:xfrm>
            <a:off x="838200" y="365125"/>
            <a:ext cx="10515600" cy="1325563"/>
          </a:xfrm>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3A82F029-D8CC-4FE7-9C30-98E576ED41F1}"/>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F891442-6C1A-4969-A4A2-EFCF20E7917B}"/>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64457F0D-7504-4879-BCFD-DDEA424C0A3A}"/>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contenido 2">
            <a:extLst>
              <a:ext uri="{FF2B5EF4-FFF2-40B4-BE49-F238E27FC236}">
                <a16:creationId xmlns:a16="http://schemas.microsoft.com/office/drawing/2014/main" id="{50CCCB36-FE7F-43C1-810B-49BBAB494861}"/>
              </a:ext>
            </a:extLst>
          </p:cNvPr>
          <p:cNvSpPr>
            <a:spLocks noGrp="1"/>
          </p:cNvSpPr>
          <p:nvPr>
            <p:ph idx="1" hasCustomPrompt="1"/>
          </p:nvPr>
        </p:nvSpPr>
        <p:spPr>
          <a:xfrm>
            <a:off x="838200" y="1825625"/>
            <a:ext cx="10515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330599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B6609-6A41-45F4-9B8B-9A6DEABB9A21}"/>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4FFD4558-495E-4FE3-B256-7B6A8637C69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65C0E450-E490-45F1-909F-5831583C56B7}"/>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BBD7E109-C0EE-4D25-9A01-E58D7476D07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contenido 2">
            <a:extLst>
              <a:ext uri="{FF2B5EF4-FFF2-40B4-BE49-F238E27FC236}">
                <a16:creationId xmlns:a16="http://schemas.microsoft.com/office/drawing/2014/main" id="{62C48FC5-1EDF-4F7E-9E82-D342C4D45907}"/>
              </a:ext>
            </a:extLst>
          </p:cNvPr>
          <p:cNvSpPr>
            <a:spLocks noGrp="1"/>
          </p:cNvSpPr>
          <p:nvPr>
            <p:ph sz="half" idx="1" hasCustomPrompt="1"/>
          </p:nvPr>
        </p:nvSpPr>
        <p:spPr>
          <a:xfrm>
            <a:off x="838200" y="1825625"/>
            <a:ext cx="5181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posición de contenido 3">
            <a:extLst>
              <a:ext uri="{FF2B5EF4-FFF2-40B4-BE49-F238E27FC236}">
                <a16:creationId xmlns:a16="http://schemas.microsoft.com/office/drawing/2014/main" id="{7245FF27-1D81-4487-86EE-A8826AB33310}"/>
              </a:ext>
            </a:extLst>
          </p:cNvPr>
          <p:cNvSpPr>
            <a:spLocks noGrp="1"/>
          </p:cNvSpPr>
          <p:nvPr>
            <p:ph sz="half" idx="2" hasCustomPrompt="1"/>
          </p:nvPr>
        </p:nvSpPr>
        <p:spPr>
          <a:xfrm>
            <a:off x="6172200" y="1825625"/>
            <a:ext cx="5181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494853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F85B3E-9C3B-48E3-BA88-7B18BAC8BCD5}"/>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06E55B65-81AB-463F-B78F-208BABF731FC}"/>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37814494-7E7B-41F9-984C-51671FC7B60B}"/>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17932FB9-9355-4718-A3AF-2991AEFD5EA7}"/>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texto 2">
            <a:extLst>
              <a:ext uri="{FF2B5EF4-FFF2-40B4-BE49-F238E27FC236}">
                <a16:creationId xmlns:a16="http://schemas.microsoft.com/office/drawing/2014/main" id="{E0E064FB-456B-4012-A632-907E0F6363EF}"/>
              </a:ext>
            </a:extLst>
          </p:cNvPr>
          <p:cNvSpPr>
            <a:spLocks noGrp="1"/>
          </p:cNvSpPr>
          <p:nvPr>
            <p:ph type="body" idx="1" hasCustomPrompt="1"/>
          </p:nvPr>
        </p:nvSpPr>
        <p:spPr>
          <a:xfrm>
            <a:off x="839788" y="1866900"/>
            <a:ext cx="5157787" cy="445824"/>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8" name="Marcador de posición de contenido 3">
            <a:extLst>
              <a:ext uri="{FF2B5EF4-FFF2-40B4-BE49-F238E27FC236}">
                <a16:creationId xmlns:a16="http://schemas.microsoft.com/office/drawing/2014/main" id="{D7224228-301B-4143-AE44-555A65ECB365}"/>
              </a:ext>
            </a:extLst>
          </p:cNvPr>
          <p:cNvSpPr>
            <a:spLocks noGrp="1"/>
          </p:cNvSpPr>
          <p:nvPr>
            <p:ph sz="half" idx="2" hasCustomPrompt="1"/>
          </p:nvPr>
        </p:nvSpPr>
        <p:spPr>
          <a:xfrm>
            <a:off x="839788" y="2488937"/>
            <a:ext cx="5157787" cy="3461014"/>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Marcador de posición de texto 4">
            <a:extLst>
              <a:ext uri="{FF2B5EF4-FFF2-40B4-BE49-F238E27FC236}">
                <a16:creationId xmlns:a16="http://schemas.microsoft.com/office/drawing/2014/main" id="{421B5496-F2D7-450B-A1AF-12FC29E4548C}"/>
              </a:ext>
            </a:extLst>
          </p:cNvPr>
          <p:cNvSpPr>
            <a:spLocks noGrp="1"/>
          </p:cNvSpPr>
          <p:nvPr>
            <p:ph type="body" sz="quarter" idx="3" hasCustomPrompt="1"/>
          </p:nvPr>
        </p:nvSpPr>
        <p:spPr>
          <a:xfrm>
            <a:off x="6172200" y="1866900"/>
            <a:ext cx="5183188" cy="445824"/>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10" name="Marcador de posición de contenido 5">
            <a:extLst>
              <a:ext uri="{FF2B5EF4-FFF2-40B4-BE49-F238E27FC236}">
                <a16:creationId xmlns:a16="http://schemas.microsoft.com/office/drawing/2014/main" id="{D087222D-3611-4518-AD76-AC2E042CD5A8}"/>
              </a:ext>
            </a:extLst>
          </p:cNvPr>
          <p:cNvSpPr>
            <a:spLocks noGrp="1"/>
          </p:cNvSpPr>
          <p:nvPr>
            <p:ph sz="quarter" idx="4" hasCustomPrompt="1"/>
          </p:nvPr>
        </p:nvSpPr>
        <p:spPr>
          <a:xfrm>
            <a:off x="6172200" y="2488937"/>
            <a:ext cx="5183188" cy="3461014"/>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21064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90DEAF0-9B16-4335-875E-3D5B654FA9B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680122F-A667-467F-9ABE-57A77934DD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Gráfico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7" name="Título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49"/>
          </a:xfrm>
        </p:spPr>
        <p:txBody>
          <a:bodyPr rtlCol="0" anchor="b"/>
          <a:lstStyle>
            <a:lvl1pPr>
              <a:defRPr sz="3200"/>
            </a:lvl1pPr>
          </a:lstStyle>
          <a:p>
            <a:pPr rtl="0"/>
            <a:r>
              <a:rPr lang="es-ES" noProof="0"/>
              <a:t>Haga clic para modificar el estilo de título del patrón</a:t>
            </a:r>
          </a:p>
        </p:txBody>
      </p:sp>
      <p:sp>
        <p:nvSpPr>
          <p:cNvPr id="8" name="Marcador de texto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9" name="Marcador de posición de contenido 2">
            <a:extLst>
              <a:ext uri="{FF2B5EF4-FFF2-40B4-BE49-F238E27FC236}">
                <a16:creationId xmlns:a16="http://schemas.microsoft.com/office/drawing/2014/main" id="{9BB017D3-0E4A-43F4-BC02-DB826A7FDC3D}"/>
              </a:ext>
            </a:extLst>
          </p:cNvPr>
          <p:cNvSpPr>
            <a:spLocks noGrp="1"/>
          </p:cNvSpPr>
          <p:nvPr>
            <p:ph idx="1" hasCustomPrompt="1"/>
          </p:nvPr>
        </p:nvSpPr>
        <p:spPr>
          <a:xfrm>
            <a:off x="5180012" y="908051"/>
            <a:ext cx="6172200" cy="4957762"/>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4187774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90DEAF0-9B16-4335-875E-3D5B654FA9B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680122F-A667-467F-9ABE-57A77934DD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Gráfico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7" name="Título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50"/>
          </a:xfrm>
        </p:spPr>
        <p:txBody>
          <a:bodyPr rtlCol="0" anchor="b"/>
          <a:lstStyle>
            <a:lvl1pPr>
              <a:defRPr sz="3200"/>
            </a:lvl1pPr>
          </a:lstStyle>
          <a:p>
            <a:pPr rtl="0"/>
            <a:r>
              <a:rPr lang="es-ES" noProof="0"/>
              <a:t>Haga clic para modificar el estilo de título del patrón</a:t>
            </a:r>
          </a:p>
        </p:txBody>
      </p:sp>
      <p:sp>
        <p:nvSpPr>
          <p:cNvPr id="8" name="Marcador de texto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9" name="Marcador de posición de imagen 2">
            <a:extLst>
              <a:ext uri="{FF2B5EF4-FFF2-40B4-BE49-F238E27FC236}">
                <a16:creationId xmlns:a16="http://schemas.microsoft.com/office/drawing/2014/main" id="{9A7D37A5-CD8F-499C-BFFD-2D0EB08556C3}"/>
              </a:ext>
            </a:extLst>
          </p:cNvPr>
          <p:cNvSpPr>
            <a:spLocks noGrp="1"/>
          </p:cNvSpPr>
          <p:nvPr>
            <p:ph type="pic" idx="1"/>
          </p:nvPr>
        </p:nvSpPr>
        <p:spPr>
          <a:xfrm>
            <a:off x="5183188" y="908051"/>
            <a:ext cx="6172200" cy="4953000"/>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Tree>
    <p:extLst>
      <p:ext uri="{BB962C8B-B14F-4D97-AF65-F5344CB8AC3E}">
        <p14:creationId xmlns:p14="http://schemas.microsoft.com/office/powerpoint/2010/main" val="818245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23336D-E3BE-45DB-B625-753732F9F7F0}"/>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54C2EC4E-2A4D-4B8B-8C10-D8F4A649E56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A7027D07-F714-4E3C-97FC-7AB8C42FA927}"/>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ADE3BA64-4F34-452B-AA1F-BB90A0F05EFD}"/>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1156773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57916-404D-41BC-B080-9B6CBA9F95C2}"/>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F920C85E-02E3-4F3E-8E6F-4467C6127090}"/>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952F5317-A8A3-406A-96EA-4BB58C35AFB2}"/>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5B2A1141-BD97-42C5-A257-A2C0668A1BA8}"/>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3840421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nual">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3" name="Marcador de texto 21">
            <a:extLst>
              <a:ext uri="{FF2B5EF4-FFF2-40B4-BE49-F238E27FC236}">
                <a16:creationId xmlns:a16="http://schemas.microsoft.com/office/drawing/2014/main" id="{F27BBFB4-84C4-42C9-9CB3-DFD801CEBF70}"/>
              </a:ext>
            </a:extLst>
          </p:cNvPr>
          <p:cNvSpPr>
            <a:spLocks noGrp="1"/>
          </p:cNvSpPr>
          <p:nvPr>
            <p:ph type="body" sz="quarter" idx="10" hasCustomPrompt="1"/>
          </p:nvPr>
        </p:nvSpPr>
        <p:spPr>
          <a:xfrm>
            <a:off x="679116" y="1815793"/>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1</a:t>
            </a:r>
          </a:p>
        </p:txBody>
      </p:sp>
      <p:sp>
        <p:nvSpPr>
          <p:cNvPr id="26" name="Marcador de texto 24">
            <a:extLst>
              <a:ext uri="{FF2B5EF4-FFF2-40B4-BE49-F238E27FC236}">
                <a16:creationId xmlns:a16="http://schemas.microsoft.com/office/drawing/2014/main" id="{C8BBE7AC-17E7-4828-A40C-39EED5284E6D}"/>
              </a:ext>
            </a:extLst>
          </p:cNvPr>
          <p:cNvSpPr>
            <a:spLocks noGrp="1"/>
          </p:cNvSpPr>
          <p:nvPr>
            <p:ph type="body" sz="quarter" idx="11" hasCustomPrompt="1"/>
          </p:nvPr>
        </p:nvSpPr>
        <p:spPr>
          <a:xfrm>
            <a:off x="1394409" y="1920003"/>
            <a:ext cx="3103110"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33" name="Marcador de texto 21">
            <a:extLst>
              <a:ext uri="{FF2B5EF4-FFF2-40B4-BE49-F238E27FC236}">
                <a16:creationId xmlns:a16="http://schemas.microsoft.com/office/drawing/2014/main" id="{FC1057E8-2611-45B5-913B-82D301FE8A86}"/>
              </a:ext>
            </a:extLst>
          </p:cNvPr>
          <p:cNvSpPr>
            <a:spLocks noGrp="1"/>
          </p:cNvSpPr>
          <p:nvPr>
            <p:ph type="body" sz="quarter" idx="12" hasCustomPrompt="1"/>
          </p:nvPr>
        </p:nvSpPr>
        <p:spPr>
          <a:xfrm>
            <a:off x="4772516" y="1815793"/>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2</a:t>
            </a:r>
          </a:p>
        </p:txBody>
      </p:sp>
      <p:sp>
        <p:nvSpPr>
          <p:cNvPr id="34" name="Marcador de texto 24">
            <a:extLst>
              <a:ext uri="{FF2B5EF4-FFF2-40B4-BE49-F238E27FC236}">
                <a16:creationId xmlns:a16="http://schemas.microsoft.com/office/drawing/2014/main" id="{A65257E6-B10F-49C0-862A-53648E3F2D0B}"/>
              </a:ext>
            </a:extLst>
          </p:cNvPr>
          <p:cNvSpPr>
            <a:spLocks noGrp="1"/>
          </p:cNvSpPr>
          <p:nvPr>
            <p:ph type="body" sz="quarter" idx="13" hasCustomPrompt="1"/>
          </p:nvPr>
        </p:nvSpPr>
        <p:spPr>
          <a:xfrm>
            <a:off x="5558149" y="1920003"/>
            <a:ext cx="2243918"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37" name="Marcador de texto 21">
            <a:extLst>
              <a:ext uri="{FF2B5EF4-FFF2-40B4-BE49-F238E27FC236}">
                <a16:creationId xmlns:a16="http://schemas.microsoft.com/office/drawing/2014/main" id="{83A147CC-1513-463A-8B07-CC14AEC845D9}"/>
              </a:ext>
            </a:extLst>
          </p:cNvPr>
          <p:cNvSpPr>
            <a:spLocks noGrp="1"/>
          </p:cNvSpPr>
          <p:nvPr>
            <p:ph type="body" sz="quarter" idx="14" hasCustomPrompt="1"/>
          </p:nvPr>
        </p:nvSpPr>
        <p:spPr>
          <a:xfrm>
            <a:off x="7858629" y="1833572"/>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3</a:t>
            </a:r>
          </a:p>
        </p:txBody>
      </p:sp>
      <p:sp>
        <p:nvSpPr>
          <p:cNvPr id="38" name="Marcador de texto 24">
            <a:extLst>
              <a:ext uri="{FF2B5EF4-FFF2-40B4-BE49-F238E27FC236}">
                <a16:creationId xmlns:a16="http://schemas.microsoft.com/office/drawing/2014/main" id="{BCE98261-6A42-49F1-B208-2E6C24DFCF83}"/>
              </a:ext>
            </a:extLst>
          </p:cNvPr>
          <p:cNvSpPr>
            <a:spLocks noGrp="1"/>
          </p:cNvSpPr>
          <p:nvPr>
            <p:ph type="body" sz="quarter" idx="15" hasCustomPrompt="1"/>
          </p:nvPr>
        </p:nvSpPr>
        <p:spPr>
          <a:xfrm>
            <a:off x="8644262" y="1937782"/>
            <a:ext cx="2959116"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40" name="Marcador de texto 24">
            <a:extLst>
              <a:ext uri="{FF2B5EF4-FFF2-40B4-BE49-F238E27FC236}">
                <a16:creationId xmlns:a16="http://schemas.microsoft.com/office/drawing/2014/main" id="{937F4311-EBEC-44E3-8542-07503B54D770}"/>
              </a:ext>
            </a:extLst>
          </p:cNvPr>
          <p:cNvSpPr>
            <a:spLocks noGrp="1"/>
          </p:cNvSpPr>
          <p:nvPr>
            <p:ph type="body" sz="quarter" idx="16" hasCustomPrompt="1"/>
          </p:nvPr>
        </p:nvSpPr>
        <p:spPr>
          <a:xfrm>
            <a:off x="891723"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3" name="Marcador de texto 24">
            <a:extLst>
              <a:ext uri="{FF2B5EF4-FFF2-40B4-BE49-F238E27FC236}">
                <a16:creationId xmlns:a16="http://schemas.microsoft.com/office/drawing/2014/main" id="{FED4B056-A42A-4115-B98D-177B9AFDABFE}"/>
              </a:ext>
            </a:extLst>
          </p:cNvPr>
          <p:cNvSpPr>
            <a:spLocks noGrp="1"/>
          </p:cNvSpPr>
          <p:nvPr>
            <p:ph type="body" sz="quarter" idx="17" hasCustomPrompt="1"/>
          </p:nvPr>
        </p:nvSpPr>
        <p:spPr>
          <a:xfrm>
            <a:off x="2590348"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5" name="Marcador de texto 24">
            <a:extLst>
              <a:ext uri="{FF2B5EF4-FFF2-40B4-BE49-F238E27FC236}">
                <a16:creationId xmlns:a16="http://schemas.microsoft.com/office/drawing/2014/main" id="{2D359611-5488-43D7-A2A6-E60DB2E1D872}"/>
              </a:ext>
            </a:extLst>
          </p:cNvPr>
          <p:cNvSpPr>
            <a:spLocks noGrp="1"/>
          </p:cNvSpPr>
          <p:nvPr>
            <p:ph type="body" sz="quarter" idx="18" hasCustomPrompt="1"/>
          </p:nvPr>
        </p:nvSpPr>
        <p:spPr>
          <a:xfrm>
            <a:off x="4794793"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6" name="Marcador de texto 24">
            <a:extLst>
              <a:ext uri="{FF2B5EF4-FFF2-40B4-BE49-F238E27FC236}">
                <a16:creationId xmlns:a16="http://schemas.microsoft.com/office/drawing/2014/main" id="{F2182E7C-B18B-4F73-B0D1-86196D992B18}"/>
              </a:ext>
            </a:extLst>
          </p:cNvPr>
          <p:cNvSpPr>
            <a:spLocks noGrp="1"/>
          </p:cNvSpPr>
          <p:nvPr>
            <p:ph type="body" sz="quarter" idx="19" hasCustomPrompt="1"/>
          </p:nvPr>
        </p:nvSpPr>
        <p:spPr>
          <a:xfrm>
            <a:off x="7876955" y="3006198"/>
            <a:ext cx="3726423"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8" name="Marcador de texto 24">
            <a:extLst>
              <a:ext uri="{FF2B5EF4-FFF2-40B4-BE49-F238E27FC236}">
                <a16:creationId xmlns:a16="http://schemas.microsoft.com/office/drawing/2014/main" id="{3D51A445-889E-44A8-AF12-58BC161D148C}"/>
              </a:ext>
            </a:extLst>
          </p:cNvPr>
          <p:cNvSpPr>
            <a:spLocks noGrp="1"/>
          </p:cNvSpPr>
          <p:nvPr>
            <p:ph type="body" sz="quarter" idx="20" hasCustomPrompt="1"/>
          </p:nvPr>
        </p:nvSpPr>
        <p:spPr>
          <a:xfrm>
            <a:off x="1657040" y="5751926"/>
            <a:ext cx="8877920" cy="470478"/>
          </a:xfrm>
        </p:spPr>
        <p:txBody>
          <a:bodyPr rtlCol="0">
            <a:normAutofit/>
          </a:bodyPr>
          <a:lstStyle>
            <a:lvl1pPr marL="0" indent="0" algn="ctr">
              <a:buNone/>
              <a:defRPr sz="1600" b="0">
                <a:solidFill>
                  <a:schemeClr val="accent3"/>
                </a:solidFill>
                <a:latin typeface="+mn-lt"/>
              </a:defRPr>
            </a:lvl1pPr>
          </a:lstStyle>
          <a:p>
            <a:pPr lvl="0" rtl="0"/>
            <a:r>
              <a:rPr lang="es-ES" noProof="0"/>
              <a:t>Editar estilos de texto del patrón</a:t>
            </a:r>
          </a:p>
        </p:txBody>
      </p:sp>
      <p:sp>
        <p:nvSpPr>
          <p:cNvPr id="49" name="Marcador de texto 24">
            <a:extLst>
              <a:ext uri="{FF2B5EF4-FFF2-40B4-BE49-F238E27FC236}">
                <a16:creationId xmlns:a16="http://schemas.microsoft.com/office/drawing/2014/main" id="{358BC44E-644D-4E21-A055-1178CD0D2698}"/>
              </a:ext>
            </a:extLst>
          </p:cNvPr>
          <p:cNvSpPr>
            <a:spLocks noGrp="1"/>
          </p:cNvSpPr>
          <p:nvPr>
            <p:ph type="body" sz="quarter" idx="21" hasCustomPrompt="1"/>
          </p:nvPr>
        </p:nvSpPr>
        <p:spPr>
          <a:xfrm>
            <a:off x="4794791" y="4974002"/>
            <a:ext cx="2599199" cy="800100"/>
          </a:xfrm>
        </p:spPr>
        <p:txBody>
          <a:bodyPr rtlCol="0">
            <a:normAutofit/>
          </a:bodyPr>
          <a:lstStyle>
            <a:lvl1pPr marL="0" indent="0">
              <a:buNone/>
              <a:defRPr sz="1600" b="0">
                <a:solidFill>
                  <a:schemeClr val="accent1"/>
                </a:solidFill>
                <a:latin typeface="+mn-lt"/>
              </a:defRPr>
            </a:lvl1pPr>
          </a:lstStyle>
          <a:p>
            <a:pPr lvl="0" rtl="0"/>
            <a:r>
              <a:rPr lang="es-ES" noProof="0"/>
              <a:t>Editar estilos de texto del patrón</a:t>
            </a:r>
          </a:p>
        </p:txBody>
      </p:sp>
      <p:sp>
        <p:nvSpPr>
          <p:cNvPr id="50" name="Marcador de texto 24">
            <a:extLst>
              <a:ext uri="{FF2B5EF4-FFF2-40B4-BE49-F238E27FC236}">
                <a16:creationId xmlns:a16="http://schemas.microsoft.com/office/drawing/2014/main" id="{32C60917-FE9C-4C02-976E-9F4DF95F1614}"/>
              </a:ext>
            </a:extLst>
          </p:cNvPr>
          <p:cNvSpPr>
            <a:spLocks noGrp="1"/>
          </p:cNvSpPr>
          <p:nvPr>
            <p:ph type="body" sz="quarter" idx="22" hasCustomPrompt="1"/>
          </p:nvPr>
        </p:nvSpPr>
        <p:spPr>
          <a:xfrm>
            <a:off x="7890713" y="4974002"/>
            <a:ext cx="3712665" cy="800100"/>
          </a:xfrm>
        </p:spPr>
        <p:txBody>
          <a:bodyPr rtlCol="0">
            <a:normAutofit/>
          </a:bodyPr>
          <a:lstStyle>
            <a:lvl1pPr marL="0" indent="0">
              <a:buNone/>
              <a:defRPr sz="1600" b="0">
                <a:solidFill>
                  <a:schemeClr val="accent1"/>
                </a:solidFill>
                <a:latin typeface="+mn-lt"/>
              </a:defRPr>
            </a:lvl1pPr>
          </a:lstStyle>
          <a:p>
            <a:pPr lvl="0" rtl="0"/>
            <a:r>
              <a:rPr lang="es-ES" noProof="0"/>
              <a:t>Editar estilos de texto del patrón</a:t>
            </a:r>
          </a:p>
        </p:txBody>
      </p:sp>
      <p:sp>
        <p:nvSpPr>
          <p:cNvPr id="55" name="Marcador de posición de imagen 12">
            <a:extLst>
              <a:ext uri="{FF2B5EF4-FFF2-40B4-BE49-F238E27FC236}">
                <a16:creationId xmlns:a16="http://schemas.microsoft.com/office/drawing/2014/main" id="{2535BC4C-3D36-473A-B9EF-EC6F3BA67113}"/>
              </a:ext>
            </a:extLst>
          </p:cNvPr>
          <p:cNvSpPr>
            <a:spLocks noGrp="1"/>
          </p:cNvSpPr>
          <p:nvPr>
            <p:ph type="pic" sz="quarter" idx="37"/>
          </p:nvPr>
        </p:nvSpPr>
        <p:spPr>
          <a:xfrm>
            <a:off x="891723" y="3880614"/>
            <a:ext cx="1636776" cy="1618488"/>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6" name="Marcador de posición de imagen 12">
            <a:extLst>
              <a:ext uri="{FF2B5EF4-FFF2-40B4-BE49-F238E27FC236}">
                <a16:creationId xmlns:a16="http://schemas.microsoft.com/office/drawing/2014/main" id="{A1E61843-0C1E-4581-98C1-C9247F7043AC}"/>
              </a:ext>
            </a:extLst>
          </p:cNvPr>
          <p:cNvSpPr>
            <a:spLocks noGrp="1"/>
          </p:cNvSpPr>
          <p:nvPr>
            <p:ph type="pic" sz="quarter" idx="38"/>
          </p:nvPr>
        </p:nvSpPr>
        <p:spPr>
          <a:xfrm>
            <a:off x="2590348" y="3880614"/>
            <a:ext cx="1636776" cy="1618488"/>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7" name="Marcador de posición de imagen 12">
            <a:extLst>
              <a:ext uri="{FF2B5EF4-FFF2-40B4-BE49-F238E27FC236}">
                <a16:creationId xmlns:a16="http://schemas.microsoft.com/office/drawing/2014/main" id="{F3B39F0E-B245-4510-8C07-0EC29B83F1BA}"/>
              </a:ext>
            </a:extLst>
          </p:cNvPr>
          <p:cNvSpPr>
            <a:spLocks noGrp="1"/>
          </p:cNvSpPr>
          <p:nvPr>
            <p:ph type="pic" sz="quarter" idx="43"/>
          </p:nvPr>
        </p:nvSpPr>
        <p:spPr>
          <a:xfrm>
            <a:off x="4794792" y="3944782"/>
            <a:ext cx="2599199" cy="896112"/>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8" name="Marcador de posición de imagen 9">
            <a:extLst>
              <a:ext uri="{FF2B5EF4-FFF2-40B4-BE49-F238E27FC236}">
                <a16:creationId xmlns:a16="http://schemas.microsoft.com/office/drawing/2014/main" id="{A9E755CD-1A38-4F75-A18E-2D31E4934C8A}"/>
              </a:ext>
            </a:extLst>
          </p:cNvPr>
          <p:cNvSpPr>
            <a:spLocks noGrp="1"/>
          </p:cNvSpPr>
          <p:nvPr>
            <p:ph type="pic" sz="quarter" idx="44"/>
          </p:nvPr>
        </p:nvSpPr>
        <p:spPr>
          <a:xfrm>
            <a:off x="7876955" y="3944782"/>
            <a:ext cx="2599200" cy="896400"/>
          </a:xfrm>
        </p:spPr>
        <p:txBody>
          <a:bodyPr rtlCol="0" anchor="ctr" anchorCtr="0">
            <a:norm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1C750AC0-7255-417F-919C-19DF42857E05}"/>
              </a:ext>
            </a:extLst>
          </p:cNvPr>
          <p:cNvSpPr>
            <a:spLocks noGrp="1"/>
          </p:cNvSpPr>
          <p:nvPr>
            <p:ph type="title" hasCustomPrompt="1"/>
          </p:nvPr>
        </p:nvSpPr>
        <p:spPr>
          <a:xfrm>
            <a:off x="2141220" y="558203"/>
            <a:ext cx="7909560" cy="1069848"/>
          </a:xfrm>
          <a:noFill/>
        </p:spPr>
        <p:txBody>
          <a:bodyPr lIns="0" tIns="0" rIns="0" bIns="0" rtlCol="0">
            <a:normAutofit/>
          </a:bodyPr>
          <a:lstStyle>
            <a:lvl1pPr algn="ctr">
              <a:defRPr lang="ru-RU" sz="6000" b="0" kern="1200" dirty="0">
                <a:solidFill>
                  <a:schemeClr val="tx2"/>
                </a:solidFill>
                <a:latin typeface="+mj-lt"/>
                <a:ea typeface="+mj-ea"/>
                <a:cs typeface="+mj-cs"/>
              </a:defRPr>
            </a:lvl1pPr>
          </a:lstStyle>
          <a:p>
            <a:pPr rtl="0"/>
            <a:r>
              <a:rPr lang="es-ES" noProof="0"/>
              <a:t>Cómo usar esta plantilla</a:t>
            </a:r>
          </a:p>
        </p:txBody>
      </p:sp>
      <p:pic>
        <p:nvPicPr>
          <p:cNvPr id="21" name="Gráfico 20">
            <a:extLst>
              <a:ext uri="{FF2B5EF4-FFF2-40B4-BE49-F238E27FC236}">
                <a16:creationId xmlns:a16="http://schemas.microsoft.com/office/drawing/2014/main" id="{08EB3F0B-0F1D-42D2-B6C2-D4D6D82571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8400" y="1568994"/>
            <a:ext cx="4975200" cy="114227"/>
          </a:xfrm>
          <a:prstGeom prst="rect">
            <a:avLst/>
          </a:prstGeom>
        </p:spPr>
      </p:pic>
    </p:spTree>
    <p:extLst>
      <p:ext uri="{BB962C8B-B14F-4D97-AF65-F5344CB8AC3E}">
        <p14:creationId xmlns:p14="http://schemas.microsoft.com/office/powerpoint/2010/main" val="351468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04C9FBA-BD24-42E1-BABE-0EE5C20738FC}"/>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8" name="Rectángulo 7">
            <a:extLst>
              <a:ext uri="{FF2B5EF4-FFF2-40B4-BE49-F238E27FC236}">
                <a16:creationId xmlns:a16="http://schemas.microsoft.com/office/drawing/2014/main" id="{2D2715CE-EA2A-4137-8BA3-1FEEF2E40A3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sp>
        <p:nvSpPr>
          <p:cNvPr id="2" name="Marcador de posición de título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BB1C2DC0-7E13-4A66-9F9B-371BA9C6E4F1}"/>
              </a:ext>
            </a:extLst>
          </p:cNvPr>
          <p:cNvSpPr>
            <a:spLocks noGrp="1"/>
          </p:cNvSpPr>
          <p:nvPr>
            <p:ph type="dt" sz="half" idx="2"/>
          </p:nvPr>
        </p:nvSpPr>
        <p:spPr>
          <a:xfrm>
            <a:off x="838200" y="6016889"/>
            <a:ext cx="2743200" cy="365125"/>
          </a:xfrm>
          <a:prstGeom prst="rect">
            <a:avLst/>
          </a:prstGeom>
        </p:spPr>
        <p:txBody>
          <a:bodyPr vert="horz" lIns="91440" tIns="45720" rIns="91440" bIns="45720" rtlCol="0" anchor="ctr"/>
          <a:lstStyle>
            <a:lvl1pPr algn="l">
              <a:defRPr sz="1100">
                <a:solidFill>
                  <a:schemeClr val="bg2"/>
                </a:solidFill>
              </a:defRPr>
            </a:lvl1pPr>
          </a:lstStyle>
          <a:p>
            <a:pPr rtl="0"/>
            <a:r>
              <a:rPr lang="es-ES" noProof="0"/>
              <a:t>MM.DD.20XX</a:t>
            </a:r>
          </a:p>
        </p:txBody>
      </p:sp>
      <p:sp>
        <p:nvSpPr>
          <p:cNvPr id="11" name="Marcador de pie de página 4">
            <a:extLst>
              <a:ext uri="{FF2B5EF4-FFF2-40B4-BE49-F238E27FC236}">
                <a16:creationId xmlns:a16="http://schemas.microsoft.com/office/drawing/2014/main" id="{1F296578-6D40-435B-861E-0904DDC10B7C}"/>
              </a:ext>
            </a:extLst>
          </p:cNvPr>
          <p:cNvSpPr>
            <a:spLocks noGrp="1"/>
          </p:cNvSpPr>
          <p:nvPr>
            <p:ph type="ftr" sz="quarter" idx="3"/>
          </p:nvPr>
        </p:nvSpPr>
        <p:spPr>
          <a:xfrm>
            <a:off x="8203234" y="6016890"/>
            <a:ext cx="3398763" cy="365125"/>
          </a:xfrm>
          <a:prstGeom prst="rect">
            <a:avLst/>
          </a:prstGeom>
        </p:spPr>
        <p:txBody>
          <a:bodyPr vert="horz" lIns="91440" tIns="45720" rIns="91440" bIns="45720" rtlCol="0" anchor="ctr"/>
          <a:lstStyle>
            <a:lvl1pPr algn="r">
              <a:defRPr sz="1200">
                <a:solidFill>
                  <a:schemeClr val="bg2"/>
                </a:solidFill>
              </a:defRPr>
            </a:lvl1pPr>
          </a:lstStyle>
          <a:p>
            <a:pPr rtl="0"/>
            <a:r>
              <a:rPr lang="es-ES" noProof="0"/>
              <a:t>AGREGAR UN PIE DE PÁGINA</a:t>
            </a:r>
          </a:p>
        </p:txBody>
      </p:sp>
      <p:sp>
        <p:nvSpPr>
          <p:cNvPr id="6" name="Marcador de posición de número de diapositiva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273660"/>
            <a:ext cx="549442" cy="365125"/>
          </a:xfrm>
          <a:prstGeom prst="rect">
            <a:avLst/>
          </a:prstGeom>
        </p:spPr>
        <p:txBody>
          <a:bodyPr vert="horz" lIns="91440" tIns="45720" rIns="91440" bIns="45720" rtlCol="0" anchor="ctr"/>
          <a:lstStyle>
            <a:lvl1pPr algn="ctr">
              <a:defRPr sz="1200">
                <a:solidFill>
                  <a:schemeClr val="tx2"/>
                </a:solidFill>
              </a:defRPr>
            </a:lvl1pPr>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9"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5" r:id="rId11"/>
    <p:sldLayoutId id="2147483678" r:id="rId12"/>
    <p:sldLayoutId id="2147483674" r:id="rId13"/>
    <p:sldLayoutId id="2147483680" r:id="rId14"/>
    <p:sldLayoutId id="2147483681" r:id="rId15"/>
    <p:sldLayoutId id="2147483682" r:id="rId16"/>
    <p:sldLayoutId id="2147483683" r:id="rId17"/>
    <p:sldLayoutId id="2147483684" r:id="rId18"/>
    <p:sldLayoutId id="2147483685" r:id="rId19"/>
    <p:sldLayoutId id="2147483688" r:id="rId20"/>
    <p:sldLayoutId id="2147483689" r:id="rId21"/>
    <p:sldLayoutId id="2147483686" r:id="rId22"/>
    <p:sldLayoutId id="2147483687" r:id="rId23"/>
    <p:sldLayoutId id="2147483676" r:id="rId24"/>
  </p:sldLayoutIdLst>
  <p:hf hdr="0" dt="0"/>
  <p:txStyles>
    <p:titleStyle>
      <a:lvl1pPr algn="l" defTabSz="914400" rtl="0" eaLnBrk="1" latinLnBrk="0" hangingPunct="1">
        <a:lnSpc>
          <a:spcPct val="90000"/>
        </a:lnSpc>
        <a:spcBef>
          <a:spcPct val="0"/>
        </a:spcBef>
        <a:buNone/>
        <a:defRPr sz="6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diagramLayout" Target="../diagrams/layout2.xml"/><Relationship Id="rId7" Type="http://schemas.openxmlformats.org/officeDocument/2006/relationships/image" Target="../media/image11.png"/><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17.xml"/><Relationship Id="rId5" Type="http://schemas.openxmlformats.org/officeDocument/2006/relationships/comments" Target="../comments/commen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hart" Target="../charts/chart1.xml"/><Relationship Id="rId1" Type="http://schemas.openxmlformats.org/officeDocument/2006/relationships/slideLayout" Target="../slideLayouts/slideLayout11.xml"/><Relationship Id="rId6" Type="http://schemas.microsoft.com/office/2007/relationships/hdphoto" Target="../media/hdphoto5.wdp"/><Relationship Id="rId5" Type="http://schemas.openxmlformats.org/officeDocument/2006/relationships/image" Target="../media/image18.png"/><Relationship Id="rId4" Type="http://schemas.microsoft.com/office/2007/relationships/hdphoto" Target="../media/hdphoto4.wdp"/></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comments" Target="../comments/commen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comments" Target="../comments/comment4.xml"/><Relationship Id="rId1" Type="http://schemas.openxmlformats.org/officeDocument/2006/relationships/slideLayout" Target="../slideLayouts/slideLayout1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13A672-E2C9-49A3-B8D1-665F05ADB8BC}"/>
              </a:ext>
            </a:extLst>
          </p:cNvPr>
          <p:cNvSpPr>
            <a:spLocks noGrp="1"/>
          </p:cNvSpPr>
          <p:nvPr>
            <p:ph type="title"/>
          </p:nvPr>
        </p:nvSpPr>
        <p:spPr bwMode="grayWhite">
          <a:xfrm>
            <a:off x="995456" y="2056564"/>
            <a:ext cx="10117959" cy="1517356"/>
          </a:xfrm>
          <a:noFill/>
          <a:ln>
            <a:noFill/>
          </a:ln>
        </p:spPr>
        <p:txBody>
          <a:bodyPr rtlCol="0">
            <a:prstTxWarp prst="textInflateTop">
              <a:avLst/>
            </a:prstTxWarp>
          </a:bodyPr>
          <a:lstStyle/>
          <a:p>
            <a:pPr rtl="0"/>
            <a:r>
              <a:rPr lang="es-ES" sz="5400" b="1" dirty="0">
                <a:ln w="12700">
                  <a:solidFill>
                    <a:sysClr val="windowText" lastClr="000000"/>
                  </a:solidFill>
                  <a:prstDash val="solid"/>
                </a:ln>
                <a:solidFill>
                  <a:schemeClr val="accent1">
                    <a:lumMod val="40000"/>
                    <a:lumOff val="60000"/>
                  </a:schemeClr>
                </a:solidFill>
                <a:effectLst>
                  <a:outerShdw dist="38100" dir="2640000" algn="bl" rotWithShape="0">
                    <a:schemeClr val="accent1"/>
                  </a:outerShdw>
                </a:effectLst>
                <a:latin typeface="Algerian" panose="04020705040A02060702" pitchFamily="82" charset="0"/>
              </a:rPr>
              <a:t>Frenos CAS</a:t>
            </a:r>
          </a:p>
        </p:txBody>
      </p:sp>
      <p:sp>
        <p:nvSpPr>
          <p:cNvPr id="7" name="Marcador de texto 6">
            <a:extLst>
              <a:ext uri="{FF2B5EF4-FFF2-40B4-BE49-F238E27FC236}">
                <a16:creationId xmlns:a16="http://schemas.microsoft.com/office/drawing/2014/main" id="{148799AE-6C70-4A22-B90A-3F8F7CFDAD67}"/>
              </a:ext>
            </a:extLst>
          </p:cNvPr>
          <p:cNvSpPr>
            <a:spLocks noGrp="1"/>
          </p:cNvSpPr>
          <p:nvPr>
            <p:ph type="body" sz="quarter" idx="20"/>
          </p:nvPr>
        </p:nvSpPr>
        <p:spPr bwMode="grayWhite"/>
        <p:txBody>
          <a:bodyPr rtlCol="0"/>
          <a:lstStyle/>
          <a:p>
            <a:pPr rtl="0"/>
            <a:r>
              <a:rPr lang="es-ES" dirty="0"/>
              <a:t>Noviembre</a:t>
            </a:r>
          </a:p>
        </p:txBody>
      </p:sp>
      <p:sp>
        <p:nvSpPr>
          <p:cNvPr id="8" name="Marcador de texto 7">
            <a:extLst>
              <a:ext uri="{FF2B5EF4-FFF2-40B4-BE49-F238E27FC236}">
                <a16:creationId xmlns:a16="http://schemas.microsoft.com/office/drawing/2014/main" id="{63743191-2C84-41E1-BD1D-4C35155B99CD}"/>
              </a:ext>
            </a:extLst>
          </p:cNvPr>
          <p:cNvSpPr>
            <a:spLocks noGrp="1"/>
          </p:cNvSpPr>
          <p:nvPr>
            <p:ph type="body" sz="quarter" idx="21"/>
          </p:nvPr>
        </p:nvSpPr>
        <p:spPr bwMode="grayWhite"/>
        <p:txBody>
          <a:bodyPr rtlCol="0"/>
          <a:lstStyle/>
          <a:p>
            <a:pPr rtl="0"/>
            <a:r>
              <a:rPr lang="es-ES" dirty="0"/>
              <a:t>2023</a:t>
            </a:r>
          </a:p>
        </p:txBody>
      </p:sp>
      <p:sp>
        <p:nvSpPr>
          <p:cNvPr id="6" name="CuadroTexto 5">
            <a:extLst>
              <a:ext uri="{FF2B5EF4-FFF2-40B4-BE49-F238E27FC236}">
                <a16:creationId xmlns:a16="http://schemas.microsoft.com/office/drawing/2014/main" id="{2B46903A-ABF5-1606-1ED2-F2BA3B62DB70}"/>
              </a:ext>
            </a:extLst>
          </p:cNvPr>
          <p:cNvSpPr txBox="1"/>
          <p:nvPr/>
        </p:nvSpPr>
        <p:spPr>
          <a:xfrm>
            <a:off x="452115" y="4758222"/>
            <a:ext cx="9329531" cy="1569660"/>
          </a:xfrm>
          <a:prstGeom prst="rect">
            <a:avLst/>
          </a:prstGeom>
          <a:noFill/>
        </p:spPr>
        <p:txBody>
          <a:bodyPr wrap="square" rtlCol="0">
            <a:spAutoFit/>
          </a:bodyPr>
          <a:lstStyle/>
          <a:p>
            <a:r>
              <a:rPr lang="es-ES" sz="1600" dirty="0">
                <a:solidFill>
                  <a:schemeClr val="accent1">
                    <a:lumMod val="20000"/>
                    <a:lumOff val="80000"/>
                  </a:schemeClr>
                </a:solidFill>
                <a:latin typeface="Cooper Black" panose="0208090404030B020404" pitchFamily="18" charset="0"/>
              </a:rPr>
              <a:t>Integrantes: Ariela Fierro Beltrán, </a:t>
            </a:r>
          </a:p>
          <a:p>
            <a:r>
              <a:rPr lang="es-ES" sz="1600" dirty="0">
                <a:solidFill>
                  <a:schemeClr val="accent1">
                    <a:lumMod val="20000"/>
                    <a:lumOff val="80000"/>
                  </a:schemeClr>
                </a:solidFill>
                <a:latin typeface="Cooper Black" panose="0208090404030B020404" pitchFamily="18" charset="0"/>
              </a:rPr>
              <a:t>                         Claudio Molina Sepúlveda, </a:t>
            </a:r>
          </a:p>
          <a:p>
            <a:r>
              <a:rPr lang="es-ES" sz="1600" dirty="0">
                <a:solidFill>
                  <a:schemeClr val="accent1">
                    <a:lumMod val="20000"/>
                    <a:lumOff val="80000"/>
                  </a:schemeClr>
                </a:solidFill>
                <a:latin typeface="Cooper Black" panose="0208090404030B020404" pitchFamily="18" charset="0"/>
              </a:rPr>
              <a:t>                         Sebastián Aliste Cabezas. </a:t>
            </a:r>
          </a:p>
          <a:p>
            <a:r>
              <a:rPr lang="es-ES" sz="1600" dirty="0">
                <a:solidFill>
                  <a:schemeClr val="accent1">
                    <a:lumMod val="20000"/>
                    <a:lumOff val="80000"/>
                  </a:schemeClr>
                </a:solidFill>
                <a:latin typeface="Cooper Black" panose="0208090404030B020404" pitchFamily="18" charset="0"/>
              </a:rPr>
              <a:t>Profesor: Lissette Salamanca Mella.</a:t>
            </a:r>
          </a:p>
          <a:p>
            <a:r>
              <a:rPr lang="es-ES" sz="1600" dirty="0">
                <a:solidFill>
                  <a:schemeClr val="accent1">
                    <a:lumMod val="20000"/>
                    <a:lumOff val="80000"/>
                  </a:schemeClr>
                </a:solidFill>
                <a:latin typeface="Cooper Black" panose="0208090404030B020404" pitchFamily="18" charset="0"/>
              </a:rPr>
              <a:t>Asignatura: Funciones y Geometría.</a:t>
            </a:r>
          </a:p>
          <a:p>
            <a:r>
              <a:rPr lang="es-ES" sz="1600" dirty="0">
                <a:solidFill>
                  <a:schemeClr val="accent1">
                    <a:lumMod val="20000"/>
                    <a:lumOff val="80000"/>
                  </a:schemeClr>
                </a:solidFill>
                <a:latin typeface="Cooper Black" panose="0208090404030B020404" pitchFamily="18" charset="0"/>
              </a:rPr>
              <a:t>Carrera: Ingeniería en Mecánica y Electromovilidad Automotriz</a:t>
            </a:r>
            <a:r>
              <a:rPr lang="es-ES" sz="1400" dirty="0">
                <a:solidFill>
                  <a:schemeClr val="accent1">
                    <a:lumMod val="20000"/>
                    <a:lumOff val="80000"/>
                  </a:schemeClr>
                </a:solidFill>
                <a:latin typeface="Cooper Black" panose="0208090404030B020404" pitchFamily="18" charset="0"/>
              </a:rPr>
              <a:t>.</a:t>
            </a:r>
            <a:endParaRPr lang="es-CL" sz="1400" dirty="0">
              <a:solidFill>
                <a:schemeClr val="accent1">
                  <a:lumMod val="20000"/>
                  <a:lumOff val="80000"/>
                </a:schemeClr>
              </a:solidFill>
              <a:latin typeface="Cooper Black" panose="0208090404030B020404" pitchFamily="18" charset="0"/>
            </a:endParaRPr>
          </a:p>
        </p:txBody>
      </p:sp>
    </p:spTree>
    <p:extLst>
      <p:ext uri="{BB962C8B-B14F-4D97-AF65-F5344CB8AC3E}">
        <p14:creationId xmlns:p14="http://schemas.microsoft.com/office/powerpoint/2010/main" val="297159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F9E6DE-5C41-4023-A6ED-24BA66E6767E}"/>
              </a:ext>
            </a:extLst>
          </p:cNvPr>
          <p:cNvSpPr>
            <a:spLocks noGrp="1"/>
          </p:cNvSpPr>
          <p:nvPr>
            <p:ph type="title"/>
          </p:nvPr>
        </p:nvSpPr>
        <p:spPr>
          <a:xfrm>
            <a:off x="821574" y="652986"/>
            <a:ext cx="10515600" cy="904875"/>
          </a:xfrm>
        </p:spPr>
        <p:txBody>
          <a:bodyPr rtlCol="0">
            <a:normAutofit fontScale="90000"/>
          </a:bodyPr>
          <a:lstStyle/>
          <a:p>
            <a:pPr rtl="0"/>
            <a:r>
              <a:rPr lang="es-ES" dirty="0"/>
              <a:t>Definición de Cas</a:t>
            </a:r>
          </a:p>
        </p:txBody>
      </p:sp>
      <p:pic>
        <p:nvPicPr>
          <p:cNvPr id="8" name="Marcador de posición de imagen 7" descr="Exterior de coche de época azul">
            <a:extLst>
              <a:ext uri="{FF2B5EF4-FFF2-40B4-BE49-F238E27FC236}">
                <a16:creationId xmlns:a16="http://schemas.microsoft.com/office/drawing/2014/main" id="{388E01DB-C311-4183-AC6E-9A4AB1E6DAAE}"/>
              </a:ext>
            </a:extLst>
          </p:cNvPr>
          <p:cNvPicPr>
            <a:picLocks noGrp="1" noChangeAspect="1"/>
          </p:cNvPicPr>
          <p:nvPr>
            <p:ph type="pic" sz="quarter" idx="14"/>
          </p:nvPr>
        </p:nvPicPr>
        <p:blipFill rotWithShape="1">
          <a:blip r:embed="rId3"/>
          <a:srcRect t="14806" b="42540"/>
          <a:stretch/>
        </p:blipFill>
        <p:spPr>
          <a:xfrm>
            <a:off x="0" y="3697356"/>
            <a:ext cx="12192000" cy="2507657"/>
          </a:xfrm>
        </p:spPr>
      </p:pic>
      <p:sp>
        <p:nvSpPr>
          <p:cNvPr id="5" name="Marcador de texto 4">
            <a:extLst>
              <a:ext uri="{FF2B5EF4-FFF2-40B4-BE49-F238E27FC236}">
                <a16:creationId xmlns:a16="http://schemas.microsoft.com/office/drawing/2014/main" id="{E666CF4B-E5FA-473E-9C10-20707B1D9669}"/>
              </a:ext>
            </a:extLst>
          </p:cNvPr>
          <p:cNvSpPr>
            <a:spLocks noGrp="1"/>
          </p:cNvSpPr>
          <p:nvPr>
            <p:ph type="body" sz="quarter" idx="13"/>
          </p:nvPr>
        </p:nvSpPr>
        <p:spPr>
          <a:xfrm>
            <a:off x="838200" y="1874838"/>
            <a:ext cx="10515600" cy="2379109"/>
          </a:xfrm>
        </p:spPr>
        <p:txBody>
          <a:bodyPr rtlCol="0">
            <a:normAutofit/>
          </a:bodyPr>
          <a:lstStyle/>
          <a:p>
            <a:pPr rtl="0"/>
            <a:r>
              <a:rPr lang="es-ES" dirty="0"/>
              <a:t>El proyecto se considerará exitoso si la distancia de frenado se reduce significativamente y se acerca a los valores óptimos establecidos por el fabricante. Además, cualquier mejora implementada debe cumplir con los estándares de seguridad y normativas vigentes.</a:t>
            </a:r>
          </a:p>
          <a:p>
            <a:pPr rtl="0"/>
            <a:r>
              <a:rPr lang="es-ES" dirty="0"/>
              <a:t>Este proyecto busca no solo mejorar la seguridad del vehículo, sino también garantizar que las modificaciones realizadas estén alineadas con las especificaciones y recomendaciones del fabricante original.</a:t>
            </a:r>
          </a:p>
          <a:p>
            <a:pPr rtl="0"/>
            <a:endParaRPr lang="es-ES" dirty="0"/>
          </a:p>
        </p:txBody>
      </p:sp>
      <p:sp>
        <p:nvSpPr>
          <p:cNvPr id="4" name="Marcador de número de diapositiva 3">
            <a:extLst>
              <a:ext uri="{FF2B5EF4-FFF2-40B4-BE49-F238E27FC236}">
                <a16:creationId xmlns:a16="http://schemas.microsoft.com/office/drawing/2014/main" id="{5A7398AB-B4FB-44C4-A9EC-94DA908E8A9A}"/>
              </a:ext>
            </a:extLst>
          </p:cNvPr>
          <p:cNvSpPr>
            <a:spLocks noGrp="1"/>
          </p:cNvSpPr>
          <p:nvPr>
            <p:ph type="sldNum" sz="quarter" idx="12"/>
          </p:nvPr>
        </p:nvSpPr>
        <p:spPr/>
        <p:txBody>
          <a:bodyPr rtlCol="0"/>
          <a:lstStyle/>
          <a:p>
            <a:pPr rtl="0"/>
            <a:fld id="{D495E168-DA5E-4888-8D8A-92B118324C14}" type="slidenum">
              <a:rPr lang="es-ES" smtClean="0"/>
              <a:pPr/>
              <a:t>2</a:t>
            </a:fld>
            <a:endParaRPr lang="es-ES"/>
          </a:p>
        </p:txBody>
      </p:sp>
    </p:spTree>
    <p:extLst>
      <p:ext uri="{BB962C8B-B14F-4D97-AF65-F5344CB8AC3E}">
        <p14:creationId xmlns:p14="http://schemas.microsoft.com/office/powerpoint/2010/main" val="513514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p:cTn id="19"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A42F411-36F6-4988-8DA8-BA993F63BA8D}"/>
              </a:ext>
            </a:extLst>
          </p:cNvPr>
          <p:cNvSpPr>
            <a:spLocks noGrp="1"/>
          </p:cNvSpPr>
          <p:nvPr>
            <p:ph type="sldNum" sz="quarter" idx="12"/>
          </p:nvPr>
        </p:nvSpPr>
        <p:spPr/>
        <p:txBody>
          <a:bodyPr rtlCol="0"/>
          <a:lstStyle/>
          <a:p>
            <a:pPr rtl="0"/>
            <a:fld id="{D495E168-DA5E-4888-8D8A-92B118324C14}" type="slidenum">
              <a:rPr lang="es-ES" smtClean="0"/>
              <a:pPr/>
              <a:t>3</a:t>
            </a:fld>
            <a:endParaRPr lang="es-ES"/>
          </a:p>
        </p:txBody>
      </p:sp>
      <p:graphicFrame>
        <p:nvGraphicFramePr>
          <p:cNvPr id="14" name="Diagrama 13">
            <a:extLst>
              <a:ext uri="{FF2B5EF4-FFF2-40B4-BE49-F238E27FC236}">
                <a16:creationId xmlns:a16="http://schemas.microsoft.com/office/drawing/2014/main" id="{80BE70CB-8BAC-C798-68B7-8258BBC86013}"/>
              </a:ext>
            </a:extLst>
          </p:cNvPr>
          <p:cNvGraphicFramePr/>
          <p:nvPr>
            <p:extLst>
              <p:ext uri="{D42A27DB-BD31-4B8C-83A1-F6EECF244321}">
                <p14:modId xmlns:p14="http://schemas.microsoft.com/office/powerpoint/2010/main" val="2652866240"/>
              </p:ext>
            </p:extLst>
          </p:nvPr>
        </p:nvGraphicFramePr>
        <p:xfrm>
          <a:off x="3475298" y="279679"/>
          <a:ext cx="8553996" cy="62986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 name="Marcador de posición de imagen 16">
            <a:extLst>
              <a:ext uri="{FF2B5EF4-FFF2-40B4-BE49-F238E27FC236}">
                <a16:creationId xmlns:a16="http://schemas.microsoft.com/office/drawing/2014/main" id="{CB8249A6-635D-ACFF-4DDA-89390CAC22FC}"/>
              </a:ext>
            </a:extLst>
          </p:cNvPr>
          <p:cNvPicPr>
            <a:picLocks noGrp="1" noChangeAspect="1"/>
          </p:cNvPicPr>
          <p:nvPr>
            <p:ph type="pic" sz="quarter" idx="15"/>
          </p:nvPr>
        </p:nvPicPr>
        <p:blipFill rotWithShape="1">
          <a:blip r:embed="rId8">
            <a:extLst>
              <a:ext uri="{BEBA8EAE-BF5A-486C-A8C5-ECC9F3942E4B}">
                <a14:imgProps xmlns:a14="http://schemas.microsoft.com/office/drawing/2010/main">
                  <a14:imgLayer r:embed="rId9">
                    <a14:imgEffect>
                      <a14:backgroundRemoval t="9873" b="89809" l="8017" r="92616">
                        <a14:foregroundMark x1="15190" y1="42038" x2="10759" y2="47452"/>
                        <a14:foregroundMark x1="10759" y1="47452" x2="9916" y2="70382"/>
                        <a14:foregroundMark x1="9916" y1="70382" x2="15190" y2="71656"/>
                        <a14:foregroundMark x1="12236" y1="42357" x2="9072" y2="57643"/>
                        <a14:foregroundMark x1="9072" y1="57643" x2="8017" y2="56688"/>
                        <a14:foregroundMark x1="9494" y1="52866" x2="10338" y2="56688"/>
                        <a14:foregroundMark x1="83122" y1="19745" x2="91139" y2="33758"/>
                        <a14:foregroundMark x1="91139" y1="33758" x2="91772" y2="41401"/>
                        <a14:foregroundMark x1="91772" y1="41401" x2="85443" y2="51274"/>
                        <a14:foregroundMark x1="85443" y1="51274" x2="81646" y2="40764"/>
                        <a14:foregroundMark x1="81646" y1="40764" x2="82068" y2="35669"/>
                        <a14:foregroundMark x1="87553" y1="29936" x2="90506" y2="38535"/>
                        <a14:foregroundMark x1="90506" y1="38535" x2="90295" y2="47771"/>
                        <a14:foregroundMark x1="90295" y1="47771" x2="87131" y2="35669"/>
                        <a14:foregroundMark x1="87131" y1="35669" x2="87553" y2="30255"/>
                        <a14:foregroundMark x1="90928" y1="38217" x2="92616" y2="55732"/>
                        <a14:foregroundMark x1="92616" y1="55732" x2="90717" y2="42038"/>
                        <a14:foregroundMark x1="91350" y1="56369" x2="91139" y2="58599"/>
                        <a14:foregroundMark x1="70042" y1="16242" x2="70886" y2="11783"/>
                      </a14:backgroundRemoval>
                    </a14:imgEffect>
                  </a14:imgLayer>
                </a14:imgProps>
              </a:ext>
            </a:extLst>
          </a:blip>
          <a:srcRect l="7468" r="7913"/>
          <a:stretch/>
        </p:blipFill>
        <p:spPr>
          <a:xfrm>
            <a:off x="0" y="2637183"/>
            <a:ext cx="4439706" cy="4883426"/>
          </a:xfrm>
          <a:prstGeom prst="rect">
            <a:avLst/>
          </a:prstGeom>
        </p:spPr>
      </p:pic>
    </p:spTree>
    <p:extLst>
      <p:ext uri="{BB962C8B-B14F-4D97-AF65-F5344CB8AC3E}">
        <p14:creationId xmlns:p14="http://schemas.microsoft.com/office/powerpoint/2010/main" val="17636792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80">
                                          <p:stCondLst>
                                            <p:cond delay="0"/>
                                          </p:stCondLst>
                                        </p:cTn>
                                        <p:tgtEl>
                                          <p:spTgt spid="14"/>
                                        </p:tgtEl>
                                      </p:cBhvr>
                                    </p:animEffect>
                                    <p:anim calcmode="lin" valueType="num">
                                      <p:cBhvr>
                                        <p:cTn id="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1" dur="26">
                                          <p:stCondLst>
                                            <p:cond delay="650"/>
                                          </p:stCondLst>
                                        </p:cTn>
                                        <p:tgtEl>
                                          <p:spTgt spid="14"/>
                                        </p:tgtEl>
                                      </p:cBhvr>
                                      <p:to x="100000" y="60000"/>
                                    </p:animScale>
                                    <p:animScale>
                                      <p:cBhvr>
                                        <p:cTn id="32" dur="166" decel="50000">
                                          <p:stCondLst>
                                            <p:cond delay="676"/>
                                          </p:stCondLst>
                                        </p:cTn>
                                        <p:tgtEl>
                                          <p:spTgt spid="14"/>
                                        </p:tgtEl>
                                      </p:cBhvr>
                                      <p:to x="100000" y="100000"/>
                                    </p:animScale>
                                    <p:animScale>
                                      <p:cBhvr>
                                        <p:cTn id="33" dur="26">
                                          <p:stCondLst>
                                            <p:cond delay="1312"/>
                                          </p:stCondLst>
                                        </p:cTn>
                                        <p:tgtEl>
                                          <p:spTgt spid="14"/>
                                        </p:tgtEl>
                                      </p:cBhvr>
                                      <p:to x="100000" y="80000"/>
                                    </p:animScale>
                                    <p:animScale>
                                      <p:cBhvr>
                                        <p:cTn id="34" dur="166" decel="50000">
                                          <p:stCondLst>
                                            <p:cond delay="1338"/>
                                          </p:stCondLst>
                                        </p:cTn>
                                        <p:tgtEl>
                                          <p:spTgt spid="14"/>
                                        </p:tgtEl>
                                      </p:cBhvr>
                                      <p:to x="100000" y="100000"/>
                                    </p:animScale>
                                    <p:animScale>
                                      <p:cBhvr>
                                        <p:cTn id="35" dur="26">
                                          <p:stCondLst>
                                            <p:cond delay="1642"/>
                                          </p:stCondLst>
                                        </p:cTn>
                                        <p:tgtEl>
                                          <p:spTgt spid="14"/>
                                        </p:tgtEl>
                                      </p:cBhvr>
                                      <p:to x="100000" y="90000"/>
                                    </p:animScale>
                                    <p:animScale>
                                      <p:cBhvr>
                                        <p:cTn id="36" dur="166" decel="50000">
                                          <p:stCondLst>
                                            <p:cond delay="1668"/>
                                          </p:stCondLst>
                                        </p:cTn>
                                        <p:tgtEl>
                                          <p:spTgt spid="14"/>
                                        </p:tgtEl>
                                      </p:cBhvr>
                                      <p:to x="100000" y="100000"/>
                                    </p:animScale>
                                    <p:animScale>
                                      <p:cBhvr>
                                        <p:cTn id="37" dur="26">
                                          <p:stCondLst>
                                            <p:cond delay="1808"/>
                                          </p:stCondLst>
                                        </p:cTn>
                                        <p:tgtEl>
                                          <p:spTgt spid="14"/>
                                        </p:tgtEl>
                                      </p:cBhvr>
                                      <p:to x="100000" y="95000"/>
                                    </p:animScale>
                                    <p:animScale>
                                      <p:cBhvr>
                                        <p:cTn id="38"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FC5ED47-FB60-7AAA-99F5-62F4C500EFBD}"/>
              </a:ext>
            </a:extLst>
          </p:cNvPr>
          <p:cNvSpPr>
            <a:spLocks noGrp="1"/>
          </p:cNvSpPr>
          <p:nvPr>
            <p:ph type="sldNum" sz="quarter" idx="12"/>
          </p:nvPr>
        </p:nvSpPr>
        <p:spPr/>
        <p:txBody>
          <a:bodyPr/>
          <a:lstStyle/>
          <a:p>
            <a:pPr rtl="0"/>
            <a:fld id="{D495E168-DA5E-4888-8D8A-92B118324C14}" type="slidenum">
              <a:rPr lang="es-ES" noProof="0" smtClean="0"/>
              <a:pPr rtl="0"/>
              <a:t>4</a:t>
            </a:fld>
            <a:endParaRPr lang="es-ES" noProof="0"/>
          </a:p>
        </p:txBody>
      </p:sp>
      <p:graphicFrame>
        <p:nvGraphicFramePr>
          <p:cNvPr id="6" name="Diagrama 5">
            <a:extLst>
              <a:ext uri="{FF2B5EF4-FFF2-40B4-BE49-F238E27FC236}">
                <a16:creationId xmlns:a16="http://schemas.microsoft.com/office/drawing/2014/main" id="{3E984A6D-431F-F21F-5335-197C8FD5302C}"/>
              </a:ext>
            </a:extLst>
          </p:cNvPr>
          <p:cNvGraphicFramePr/>
          <p:nvPr>
            <p:extLst>
              <p:ext uri="{D42A27DB-BD31-4B8C-83A1-F6EECF244321}">
                <p14:modId xmlns:p14="http://schemas.microsoft.com/office/powerpoint/2010/main" val="1347662105"/>
              </p:ext>
            </p:extLst>
          </p:nvPr>
        </p:nvGraphicFramePr>
        <p:xfrm>
          <a:off x="463826" y="335353"/>
          <a:ext cx="6215270" cy="6046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B42B3C47-55B6-A813-F775-A543BEAE0216}"/>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000" b="90000" l="10000" r="90000">
                        <a14:foregroundMark x1="26250" y1="10000" x2="22500" y2="9750"/>
                        <a14:foregroundMark x1="53750" y1="9000" x2="43750" y2="10000"/>
                      </a14:backgroundRemoval>
                    </a14:imgEffect>
                  </a14:imgLayer>
                </a14:imgProps>
              </a:ext>
            </a:extLst>
          </a:blip>
          <a:stretch>
            <a:fillRect/>
          </a:stretch>
        </p:blipFill>
        <p:spPr>
          <a:xfrm>
            <a:off x="887895" y="3429000"/>
            <a:ext cx="2723511" cy="2839206"/>
          </a:xfrm>
          <a:prstGeom prst="rect">
            <a:avLst/>
          </a:prstGeom>
        </p:spPr>
      </p:pic>
      <p:pic>
        <p:nvPicPr>
          <p:cNvPr id="8" name="Imagen 7">
            <a:extLst>
              <a:ext uri="{FF2B5EF4-FFF2-40B4-BE49-F238E27FC236}">
                <a16:creationId xmlns:a16="http://schemas.microsoft.com/office/drawing/2014/main" id="{FA0452AE-3BB0-C100-3256-FD84B00D0306}"/>
              </a:ext>
            </a:extLst>
          </p:cNvPr>
          <p:cNvPicPr>
            <a:picLocks noChangeAspect="1"/>
          </p:cNvPicPr>
          <p:nvPr/>
        </p:nvPicPr>
        <p:blipFill>
          <a:blip r:embed="rId9"/>
          <a:stretch>
            <a:fillRect/>
          </a:stretch>
        </p:blipFill>
        <p:spPr>
          <a:xfrm>
            <a:off x="6532720" y="3209785"/>
            <a:ext cx="5195454" cy="3429000"/>
          </a:xfrm>
          <a:prstGeom prst="rect">
            <a:avLst/>
          </a:prstGeom>
        </p:spPr>
      </p:pic>
    </p:spTree>
    <p:extLst>
      <p:ext uri="{BB962C8B-B14F-4D97-AF65-F5344CB8AC3E}">
        <p14:creationId xmlns:p14="http://schemas.microsoft.com/office/powerpoint/2010/main" val="4009220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80">
                                          <p:stCondLst>
                                            <p:cond delay="0"/>
                                          </p:stCondLst>
                                        </p:cTn>
                                        <p:tgtEl>
                                          <p:spTgt spid="8"/>
                                        </p:tgtEl>
                                      </p:cBhvr>
                                    </p:animEffect>
                                    <p:anim calcmode="lin" valueType="num">
                                      <p:cBhvr>
                                        <p:cTn id="2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7" dur="26">
                                          <p:stCondLst>
                                            <p:cond delay="650"/>
                                          </p:stCondLst>
                                        </p:cTn>
                                        <p:tgtEl>
                                          <p:spTgt spid="8"/>
                                        </p:tgtEl>
                                      </p:cBhvr>
                                      <p:to x="100000" y="60000"/>
                                    </p:animScale>
                                    <p:animScale>
                                      <p:cBhvr>
                                        <p:cTn id="28" dur="166" decel="50000">
                                          <p:stCondLst>
                                            <p:cond delay="676"/>
                                          </p:stCondLst>
                                        </p:cTn>
                                        <p:tgtEl>
                                          <p:spTgt spid="8"/>
                                        </p:tgtEl>
                                      </p:cBhvr>
                                      <p:to x="100000" y="100000"/>
                                    </p:animScale>
                                    <p:animScale>
                                      <p:cBhvr>
                                        <p:cTn id="29" dur="26">
                                          <p:stCondLst>
                                            <p:cond delay="1312"/>
                                          </p:stCondLst>
                                        </p:cTn>
                                        <p:tgtEl>
                                          <p:spTgt spid="8"/>
                                        </p:tgtEl>
                                      </p:cBhvr>
                                      <p:to x="100000" y="80000"/>
                                    </p:animScale>
                                    <p:animScale>
                                      <p:cBhvr>
                                        <p:cTn id="30" dur="166" decel="50000">
                                          <p:stCondLst>
                                            <p:cond delay="1338"/>
                                          </p:stCondLst>
                                        </p:cTn>
                                        <p:tgtEl>
                                          <p:spTgt spid="8"/>
                                        </p:tgtEl>
                                      </p:cBhvr>
                                      <p:to x="100000" y="100000"/>
                                    </p:animScale>
                                    <p:animScale>
                                      <p:cBhvr>
                                        <p:cTn id="31" dur="26">
                                          <p:stCondLst>
                                            <p:cond delay="1642"/>
                                          </p:stCondLst>
                                        </p:cTn>
                                        <p:tgtEl>
                                          <p:spTgt spid="8"/>
                                        </p:tgtEl>
                                      </p:cBhvr>
                                      <p:to x="100000" y="90000"/>
                                    </p:animScale>
                                    <p:animScale>
                                      <p:cBhvr>
                                        <p:cTn id="32" dur="166" decel="50000">
                                          <p:stCondLst>
                                            <p:cond delay="1668"/>
                                          </p:stCondLst>
                                        </p:cTn>
                                        <p:tgtEl>
                                          <p:spTgt spid="8"/>
                                        </p:tgtEl>
                                      </p:cBhvr>
                                      <p:to x="100000" y="100000"/>
                                    </p:animScale>
                                    <p:animScale>
                                      <p:cBhvr>
                                        <p:cTn id="33" dur="26">
                                          <p:stCondLst>
                                            <p:cond delay="1808"/>
                                          </p:stCondLst>
                                        </p:cTn>
                                        <p:tgtEl>
                                          <p:spTgt spid="8"/>
                                        </p:tgtEl>
                                      </p:cBhvr>
                                      <p:to x="100000" y="95000"/>
                                    </p:animScale>
                                    <p:animScale>
                                      <p:cBhvr>
                                        <p:cTn id="34"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9235B-2CA6-0C17-2401-07E76A2B8984}"/>
              </a:ext>
            </a:extLst>
          </p:cNvPr>
          <p:cNvSpPr>
            <a:spLocks noGrp="1"/>
          </p:cNvSpPr>
          <p:nvPr>
            <p:ph type="title"/>
          </p:nvPr>
        </p:nvSpPr>
        <p:spPr>
          <a:xfrm>
            <a:off x="2494721" y="466592"/>
            <a:ext cx="10515600" cy="1325563"/>
          </a:xfrm>
        </p:spPr>
        <p:txBody>
          <a:bodyPr/>
          <a:lstStyle/>
          <a:p>
            <a:r>
              <a:rPr lang="es-CL" dirty="0"/>
              <a:t>Temas Iniciales Involucrados</a:t>
            </a:r>
          </a:p>
        </p:txBody>
      </p:sp>
      <p:pic>
        <p:nvPicPr>
          <p:cNvPr id="6" name="Imagen 5">
            <a:extLst>
              <a:ext uri="{FF2B5EF4-FFF2-40B4-BE49-F238E27FC236}">
                <a16:creationId xmlns:a16="http://schemas.microsoft.com/office/drawing/2014/main" id="{05204413-7AE6-9675-D19E-8CE478DB445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375" b="90000" l="4844" r="97969">
                        <a14:foregroundMark x1="46563" y1="10000" x2="57969" y2="11042"/>
                        <a14:foregroundMark x1="57969" y1="11042" x2="68125" y2="10625"/>
                        <a14:foregroundMark x1="68125" y1="10625" x2="68750" y2="10625"/>
                        <a14:foregroundMark x1="89063" y1="17708" x2="94531" y2="27083"/>
                        <a14:foregroundMark x1="94531" y1="27083" x2="95469" y2="31250"/>
                        <a14:foregroundMark x1="65156" y1="71458" x2="68750" y2="71250"/>
                        <a14:foregroundMark x1="8906" y1="37917" x2="4844" y2="55417"/>
                        <a14:foregroundMark x1="4844" y1="55417" x2="5469" y2="57708"/>
                        <a14:foregroundMark x1="56094" y1="41667" x2="57969" y2="41042"/>
                        <a14:foregroundMark x1="96563" y1="28333" x2="96563" y2="34167"/>
                        <a14:foregroundMark x1="85938" y1="12917" x2="76094" y2="10208"/>
                        <a14:foregroundMark x1="76094" y1="10208" x2="75000" y2="10625"/>
                        <a14:foregroundMark x1="73750" y1="9583" x2="63750" y2="9583"/>
                        <a14:foregroundMark x1="97188" y1="36667" x2="98750" y2="48333"/>
                        <a14:foregroundMark x1="98750" y1="48333" x2="97969" y2="60625"/>
                        <a14:foregroundMark x1="97969" y1="60625" x2="97813" y2="60833"/>
                        <a14:backgroundMark x1="99375" y1="59583" x2="99844" y2="47083"/>
                      </a14:backgroundRemoval>
                    </a14:imgEffect>
                  </a14:imgLayer>
                </a14:imgProps>
              </a:ext>
            </a:extLst>
          </a:blip>
          <a:stretch>
            <a:fillRect/>
          </a:stretch>
        </p:blipFill>
        <p:spPr>
          <a:xfrm>
            <a:off x="7348023" y="3625992"/>
            <a:ext cx="5003140" cy="3752355"/>
          </a:xfrm>
          <a:prstGeom prst="rect">
            <a:avLst/>
          </a:prstGeom>
        </p:spPr>
      </p:pic>
      <p:sp>
        <p:nvSpPr>
          <p:cNvPr id="4" name="Marcador de número de diapositiva 3">
            <a:extLst>
              <a:ext uri="{FF2B5EF4-FFF2-40B4-BE49-F238E27FC236}">
                <a16:creationId xmlns:a16="http://schemas.microsoft.com/office/drawing/2014/main" id="{0C9EF450-F907-74FB-E9F3-0216D8B0FBE6}"/>
              </a:ext>
            </a:extLst>
          </p:cNvPr>
          <p:cNvSpPr>
            <a:spLocks noGrp="1"/>
          </p:cNvSpPr>
          <p:nvPr>
            <p:ph type="sldNum" sz="quarter" idx="12"/>
          </p:nvPr>
        </p:nvSpPr>
        <p:spPr/>
        <p:txBody>
          <a:bodyPr/>
          <a:lstStyle/>
          <a:p>
            <a:pPr rtl="0"/>
            <a:fld id="{D495E168-DA5E-4888-8D8A-92B118324C14}" type="slidenum">
              <a:rPr lang="es-ES" noProof="0" smtClean="0"/>
              <a:pPr rtl="0"/>
              <a:t>5</a:t>
            </a:fld>
            <a:endParaRPr lang="es-ES" noProof="0"/>
          </a:p>
        </p:txBody>
      </p:sp>
      <p:sp>
        <p:nvSpPr>
          <p:cNvPr id="5" name="Marcador de contenido 4">
            <a:extLst>
              <a:ext uri="{FF2B5EF4-FFF2-40B4-BE49-F238E27FC236}">
                <a16:creationId xmlns:a16="http://schemas.microsoft.com/office/drawing/2014/main" id="{D274D81E-5D64-C061-C625-68C6E147726F}"/>
              </a:ext>
            </a:extLst>
          </p:cNvPr>
          <p:cNvSpPr>
            <a:spLocks noGrp="1"/>
          </p:cNvSpPr>
          <p:nvPr>
            <p:ph idx="1"/>
          </p:nvPr>
        </p:nvSpPr>
        <p:spPr/>
        <p:txBody>
          <a:bodyPr>
            <a:normAutofit/>
          </a:bodyPr>
          <a:lstStyle/>
          <a:p>
            <a:r>
              <a:rPr lang="es-ES" sz="2400" dirty="0"/>
              <a:t>Sistema de freno, tipo de vehículo, manual de reparación del vehículo, medidas de rectificado del fabricante, medición de la Distancia de Frenado Actual del vehículo comprándola con las distancias que dicta su fabricante.</a:t>
            </a:r>
          </a:p>
        </p:txBody>
      </p:sp>
      <p:pic>
        <p:nvPicPr>
          <p:cNvPr id="7" name="Imagen 6">
            <a:extLst>
              <a:ext uri="{FF2B5EF4-FFF2-40B4-BE49-F238E27FC236}">
                <a16:creationId xmlns:a16="http://schemas.microsoft.com/office/drawing/2014/main" id="{A289114D-EAC5-E764-3395-EF58226FFA6C}"/>
              </a:ext>
            </a:extLst>
          </p:cNvPr>
          <p:cNvPicPr>
            <a:picLocks noChangeAspect="1"/>
          </p:cNvPicPr>
          <p:nvPr/>
        </p:nvPicPr>
        <p:blipFill>
          <a:blip r:embed="rId4"/>
          <a:stretch>
            <a:fillRect/>
          </a:stretch>
        </p:blipFill>
        <p:spPr>
          <a:xfrm>
            <a:off x="1037397" y="3160436"/>
            <a:ext cx="6310626" cy="3230972"/>
          </a:xfrm>
          <a:prstGeom prst="rect">
            <a:avLst/>
          </a:prstGeom>
        </p:spPr>
      </p:pic>
    </p:spTree>
    <p:extLst>
      <p:ext uri="{BB962C8B-B14F-4D97-AF65-F5344CB8AC3E}">
        <p14:creationId xmlns:p14="http://schemas.microsoft.com/office/powerpoint/2010/main" val="1341804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80">
                                          <p:stCondLst>
                                            <p:cond delay="0"/>
                                          </p:stCondLst>
                                        </p:cTn>
                                        <p:tgtEl>
                                          <p:spTgt spid="6"/>
                                        </p:tgtEl>
                                      </p:cBhvr>
                                    </p:animEffect>
                                    <p:anim calcmode="lin" valueType="num">
                                      <p:cBhvr>
                                        <p:cTn id="27"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2" dur="26">
                                          <p:stCondLst>
                                            <p:cond delay="650"/>
                                          </p:stCondLst>
                                        </p:cTn>
                                        <p:tgtEl>
                                          <p:spTgt spid="6"/>
                                        </p:tgtEl>
                                      </p:cBhvr>
                                      <p:to x="100000" y="60000"/>
                                    </p:animScale>
                                    <p:animScale>
                                      <p:cBhvr>
                                        <p:cTn id="33" dur="166" decel="50000">
                                          <p:stCondLst>
                                            <p:cond delay="676"/>
                                          </p:stCondLst>
                                        </p:cTn>
                                        <p:tgtEl>
                                          <p:spTgt spid="6"/>
                                        </p:tgtEl>
                                      </p:cBhvr>
                                      <p:to x="100000" y="100000"/>
                                    </p:animScale>
                                    <p:animScale>
                                      <p:cBhvr>
                                        <p:cTn id="34" dur="26">
                                          <p:stCondLst>
                                            <p:cond delay="1312"/>
                                          </p:stCondLst>
                                        </p:cTn>
                                        <p:tgtEl>
                                          <p:spTgt spid="6"/>
                                        </p:tgtEl>
                                      </p:cBhvr>
                                      <p:to x="100000" y="80000"/>
                                    </p:animScale>
                                    <p:animScale>
                                      <p:cBhvr>
                                        <p:cTn id="35" dur="166" decel="50000">
                                          <p:stCondLst>
                                            <p:cond delay="1338"/>
                                          </p:stCondLst>
                                        </p:cTn>
                                        <p:tgtEl>
                                          <p:spTgt spid="6"/>
                                        </p:tgtEl>
                                      </p:cBhvr>
                                      <p:to x="100000" y="100000"/>
                                    </p:animScale>
                                    <p:animScale>
                                      <p:cBhvr>
                                        <p:cTn id="36" dur="26">
                                          <p:stCondLst>
                                            <p:cond delay="1642"/>
                                          </p:stCondLst>
                                        </p:cTn>
                                        <p:tgtEl>
                                          <p:spTgt spid="6"/>
                                        </p:tgtEl>
                                      </p:cBhvr>
                                      <p:to x="100000" y="90000"/>
                                    </p:animScale>
                                    <p:animScale>
                                      <p:cBhvr>
                                        <p:cTn id="37" dur="166" decel="50000">
                                          <p:stCondLst>
                                            <p:cond delay="1668"/>
                                          </p:stCondLst>
                                        </p:cTn>
                                        <p:tgtEl>
                                          <p:spTgt spid="6"/>
                                        </p:tgtEl>
                                      </p:cBhvr>
                                      <p:to x="100000" y="100000"/>
                                    </p:animScale>
                                    <p:animScale>
                                      <p:cBhvr>
                                        <p:cTn id="38" dur="26">
                                          <p:stCondLst>
                                            <p:cond delay="1808"/>
                                          </p:stCondLst>
                                        </p:cTn>
                                        <p:tgtEl>
                                          <p:spTgt spid="6"/>
                                        </p:tgtEl>
                                      </p:cBhvr>
                                      <p:to x="100000" y="95000"/>
                                    </p:animScale>
                                    <p:animScale>
                                      <p:cBhvr>
                                        <p:cTn id="39"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5D9FC30-CD38-08E5-E622-5E95F5362671}"/>
              </a:ext>
            </a:extLst>
          </p:cNvPr>
          <p:cNvSpPr>
            <a:spLocks noGrp="1"/>
          </p:cNvSpPr>
          <p:nvPr>
            <p:ph type="sldNum" sz="quarter" idx="12"/>
          </p:nvPr>
        </p:nvSpPr>
        <p:spPr/>
        <p:txBody>
          <a:bodyPr/>
          <a:lstStyle/>
          <a:p>
            <a:pPr rtl="0"/>
            <a:fld id="{D495E168-DA5E-4888-8D8A-92B118324C14}" type="slidenum">
              <a:rPr lang="es-ES" noProof="0" smtClean="0"/>
              <a:pPr rtl="0"/>
              <a:t>6</a:t>
            </a:fld>
            <a:endParaRPr lang="es-ES" noProof="0"/>
          </a:p>
        </p:txBody>
      </p:sp>
      <p:sp>
        <p:nvSpPr>
          <p:cNvPr id="3" name="Título 2">
            <a:extLst>
              <a:ext uri="{FF2B5EF4-FFF2-40B4-BE49-F238E27FC236}">
                <a16:creationId xmlns:a16="http://schemas.microsoft.com/office/drawing/2014/main" id="{48000CBA-7DCE-1E3B-E7F9-9F74F77A662B}"/>
              </a:ext>
            </a:extLst>
          </p:cNvPr>
          <p:cNvSpPr>
            <a:spLocks noGrp="1"/>
          </p:cNvSpPr>
          <p:nvPr>
            <p:ph type="title"/>
          </p:nvPr>
        </p:nvSpPr>
        <p:spPr/>
        <p:txBody>
          <a:bodyPr>
            <a:normAutofit fontScale="90000"/>
          </a:bodyPr>
          <a:lstStyle/>
          <a:p>
            <a:r>
              <a:rPr lang="es-ES" dirty="0"/>
              <a:t>Cronograma y Materiales a utilizar</a:t>
            </a:r>
            <a:endParaRPr lang="es-CL" dirty="0"/>
          </a:p>
        </p:txBody>
      </p:sp>
      <p:sp>
        <p:nvSpPr>
          <p:cNvPr id="5" name="Marcador de texto 4">
            <a:extLst>
              <a:ext uri="{FF2B5EF4-FFF2-40B4-BE49-F238E27FC236}">
                <a16:creationId xmlns:a16="http://schemas.microsoft.com/office/drawing/2014/main" id="{91F8A7F5-578D-747E-66E4-9B91276DA3CA}"/>
              </a:ext>
            </a:extLst>
          </p:cNvPr>
          <p:cNvSpPr>
            <a:spLocks noGrp="1"/>
          </p:cNvSpPr>
          <p:nvPr>
            <p:ph type="body" sz="quarter" idx="13"/>
          </p:nvPr>
        </p:nvSpPr>
        <p:spPr>
          <a:xfrm>
            <a:off x="8653670" y="1916280"/>
            <a:ext cx="2700130" cy="3742191"/>
          </a:xfrm>
        </p:spPr>
        <p:style>
          <a:lnRef idx="1">
            <a:schemeClr val="accent4"/>
          </a:lnRef>
          <a:fillRef idx="2">
            <a:schemeClr val="accent4"/>
          </a:fillRef>
          <a:effectRef idx="1">
            <a:schemeClr val="accent4"/>
          </a:effectRef>
          <a:fontRef idx="minor">
            <a:schemeClr val="dk1"/>
          </a:fontRef>
        </p:style>
        <p:txBody>
          <a:bodyPr>
            <a:normAutofit/>
          </a:bodyPr>
          <a:lstStyle/>
          <a:p>
            <a:pPr>
              <a:buFont typeface="Wingdings" panose="05000000000000000000" pitchFamily="2" charset="2"/>
              <a:buChar char="Ø"/>
            </a:pPr>
            <a:r>
              <a:rPr lang="es-ES" sz="1800" dirty="0"/>
              <a:t>Materiales a Utilizar:</a:t>
            </a:r>
          </a:p>
          <a:p>
            <a:pPr marL="0" indent="0">
              <a:buNone/>
            </a:pPr>
            <a:r>
              <a:rPr lang="es-ES" dirty="0">
                <a:latin typeface="Arial" panose="020B0604020202020204" pitchFamily="34" charset="0"/>
                <a:cs typeface="Arial" panose="020B0604020202020204" pitchFamily="34" charset="0"/>
              </a:rPr>
              <a:t>Cartón ,Silicona, tempera, corta cartón, Motor eléctricos, baterías, jeringas, cables, cartón piedra, pc, internet, plumones, Manual de reparación del vehículo, herramientas pie de rey de 0,02mm 1 micrómetro de 0,25 a 0,50mm, reloj comparador con su base, etc.</a:t>
            </a:r>
            <a:endParaRPr lang="es-CL"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D5973AC-DE4F-D25E-29C7-6D02E1DC3529}"/>
              </a:ext>
            </a:extLst>
          </p:cNvPr>
          <p:cNvPicPr>
            <a:picLocks noChangeAspect="1"/>
          </p:cNvPicPr>
          <p:nvPr/>
        </p:nvPicPr>
        <p:blipFill>
          <a:blip r:embed="rId2"/>
          <a:stretch>
            <a:fillRect/>
          </a:stretch>
        </p:blipFill>
        <p:spPr>
          <a:xfrm>
            <a:off x="487844" y="1767301"/>
            <a:ext cx="7967347" cy="3891169"/>
          </a:xfrm>
          <a:prstGeom prst="rect">
            <a:avLst/>
          </a:prstGeom>
        </p:spPr>
      </p:pic>
    </p:spTree>
    <p:extLst>
      <p:ext uri="{BB962C8B-B14F-4D97-AF65-F5344CB8AC3E}">
        <p14:creationId xmlns:p14="http://schemas.microsoft.com/office/powerpoint/2010/main" val="1959033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down)">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down)">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16ED1DD-269E-8362-A501-280DCE84013C}"/>
              </a:ext>
            </a:extLst>
          </p:cNvPr>
          <p:cNvSpPr>
            <a:spLocks noGrp="1"/>
          </p:cNvSpPr>
          <p:nvPr>
            <p:ph type="sldNum" sz="quarter" idx="12"/>
          </p:nvPr>
        </p:nvSpPr>
        <p:spPr/>
        <p:txBody>
          <a:bodyPr/>
          <a:lstStyle/>
          <a:p>
            <a:pPr rtl="0"/>
            <a:fld id="{D495E168-DA5E-4888-8D8A-92B118324C14}" type="slidenum">
              <a:rPr lang="es-ES" noProof="0" smtClean="0"/>
              <a:pPr rtl="0"/>
              <a:t>7</a:t>
            </a:fld>
            <a:endParaRPr lang="es-ES" noProof="0"/>
          </a:p>
        </p:txBody>
      </p:sp>
      <p:sp>
        <p:nvSpPr>
          <p:cNvPr id="4" name="Marcador de pie de página 3">
            <a:extLst>
              <a:ext uri="{FF2B5EF4-FFF2-40B4-BE49-F238E27FC236}">
                <a16:creationId xmlns:a16="http://schemas.microsoft.com/office/drawing/2014/main" id="{B38DD875-E7C1-5329-0240-DE5947707FD5}"/>
              </a:ext>
            </a:extLst>
          </p:cNvPr>
          <p:cNvSpPr>
            <a:spLocks noGrp="1"/>
          </p:cNvSpPr>
          <p:nvPr>
            <p:ph type="ftr" sz="quarter" idx="11"/>
          </p:nvPr>
        </p:nvSpPr>
        <p:spPr>
          <a:xfrm>
            <a:off x="8539195" y="6415142"/>
            <a:ext cx="3398763" cy="365125"/>
          </a:xfrm>
        </p:spPr>
        <p:txBody>
          <a:bodyPr/>
          <a:lstStyle/>
          <a:p>
            <a:pPr rtl="0"/>
            <a:r>
              <a:rPr lang="es-ES" dirty="0">
                <a:solidFill>
                  <a:schemeClr val="tx1"/>
                </a:solidFill>
              </a:rPr>
              <a:t>Fuente: ESTRONIC BOSCH</a:t>
            </a:r>
            <a:endParaRPr lang="es-ES" noProof="0" dirty="0">
              <a:solidFill>
                <a:schemeClr val="tx1"/>
              </a:solidFill>
            </a:endParaRPr>
          </a:p>
        </p:txBody>
      </p:sp>
      <p:graphicFrame>
        <p:nvGraphicFramePr>
          <p:cNvPr id="6" name="Gráfico 5">
            <a:extLst>
              <a:ext uri="{FF2B5EF4-FFF2-40B4-BE49-F238E27FC236}">
                <a16:creationId xmlns:a16="http://schemas.microsoft.com/office/drawing/2014/main" id="{A89FCBB0-04AD-B4C6-2E06-839AF9753544}"/>
              </a:ext>
            </a:extLst>
          </p:cNvPr>
          <p:cNvGraphicFramePr/>
          <p:nvPr>
            <p:extLst>
              <p:ext uri="{D42A27DB-BD31-4B8C-83A1-F6EECF244321}">
                <p14:modId xmlns:p14="http://schemas.microsoft.com/office/powerpoint/2010/main" val="3426599230"/>
              </p:ext>
            </p:extLst>
          </p:nvPr>
        </p:nvGraphicFramePr>
        <p:xfrm>
          <a:off x="410816" y="450028"/>
          <a:ext cx="7633253" cy="5957944"/>
        </p:xfrm>
        <a:graphic>
          <a:graphicData uri="http://schemas.openxmlformats.org/drawingml/2006/chart">
            <c:chart xmlns:c="http://schemas.openxmlformats.org/drawingml/2006/chart" xmlns:r="http://schemas.openxmlformats.org/officeDocument/2006/relationships" r:id="rId2"/>
          </a:graphicData>
        </a:graphic>
      </p:graphicFrame>
      <p:pic>
        <p:nvPicPr>
          <p:cNvPr id="9" name="Imagen 8">
            <a:extLst>
              <a:ext uri="{FF2B5EF4-FFF2-40B4-BE49-F238E27FC236}">
                <a16:creationId xmlns:a16="http://schemas.microsoft.com/office/drawing/2014/main" id="{07420B80-B78C-B30C-8E42-3EC88B9A7A05}"/>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r="7022"/>
          <a:stretch/>
        </p:blipFill>
        <p:spPr>
          <a:xfrm>
            <a:off x="7129671" y="4557832"/>
            <a:ext cx="4662514" cy="1879842"/>
          </a:xfrm>
          <a:prstGeom prst="rect">
            <a:avLst/>
          </a:prstGeom>
        </p:spPr>
      </p:pic>
      <p:pic>
        <p:nvPicPr>
          <p:cNvPr id="13" name="Imagen 12">
            <a:extLst>
              <a:ext uri="{FF2B5EF4-FFF2-40B4-BE49-F238E27FC236}">
                <a16:creationId xmlns:a16="http://schemas.microsoft.com/office/drawing/2014/main" id="{13FEF5A4-78AD-E9F3-FDF9-AD640868650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7129671" y="4081582"/>
            <a:ext cx="3714750" cy="476250"/>
          </a:xfrm>
          <a:prstGeom prst="rect">
            <a:avLst/>
          </a:prstGeom>
        </p:spPr>
      </p:pic>
    </p:spTree>
    <p:extLst>
      <p:ext uri="{BB962C8B-B14F-4D97-AF65-F5344CB8AC3E}">
        <p14:creationId xmlns:p14="http://schemas.microsoft.com/office/powerpoint/2010/main" val="1460192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E827944-5FE9-74E3-849A-ABA9DAABCFC7}"/>
              </a:ext>
            </a:extLst>
          </p:cNvPr>
          <p:cNvSpPr>
            <a:spLocks noGrp="1"/>
          </p:cNvSpPr>
          <p:nvPr>
            <p:ph type="sldNum" sz="quarter" idx="12"/>
          </p:nvPr>
        </p:nvSpPr>
        <p:spPr/>
        <p:txBody>
          <a:bodyPr/>
          <a:lstStyle/>
          <a:p>
            <a:pPr rtl="0"/>
            <a:fld id="{D495E168-DA5E-4888-8D8A-92B118324C14}" type="slidenum">
              <a:rPr lang="es-ES" noProof="0" smtClean="0"/>
              <a:pPr rtl="0"/>
              <a:t>8</a:t>
            </a:fld>
            <a:endParaRPr lang="es-ES" noProof="0"/>
          </a:p>
        </p:txBody>
      </p:sp>
      <p:sp>
        <p:nvSpPr>
          <p:cNvPr id="3" name="Título 2">
            <a:extLst>
              <a:ext uri="{FF2B5EF4-FFF2-40B4-BE49-F238E27FC236}">
                <a16:creationId xmlns:a16="http://schemas.microsoft.com/office/drawing/2014/main" id="{336A6559-B3B6-92F3-8C69-F122DBF641FE}"/>
              </a:ext>
            </a:extLst>
          </p:cNvPr>
          <p:cNvSpPr>
            <a:spLocks noGrp="1"/>
          </p:cNvSpPr>
          <p:nvPr>
            <p:ph type="title"/>
          </p:nvPr>
        </p:nvSpPr>
        <p:spPr>
          <a:xfrm>
            <a:off x="894661" y="370043"/>
            <a:ext cx="10515600" cy="904875"/>
          </a:xfrm>
        </p:spPr>
        <p:txBody>
          <a:bodyPr>
            <a:normAutofit fontScale="90000"/>
          </a:bodyPr>
          <a:lstStyle/>
          <a:p>
            <a:r>
              <a:rPr lang="es-ES" dirty="0"/>
              <a:t>Resolución de Preguntas</a:t>
            </a:r>
            <a:endParaRPr lang="es-CL" dirty="0"/>
          </a:p>
        </p:txBody>
      </p:sp>
      <p:graphicFrame>
        <p:nvGraphicFramePr>
          <p:cNvPr id="6" name="Diagrama 5">
            <a:extLst>
              <a:ext uri="{FF2B5EF4-FFF2-40B4-BE49-F238E27FC236}">
                <a16:creationId xmlns:a16="http://schemas.microsoft.com/office/drawing/2014/main" id="{56C607E3-8EB5-F841-E2B1-BD8CDA7B09FD}"/>
              </a:ext>
            </a:extLst>
          </p:cNvPr>
          <p:cNvGraphicFramePr/>
          <p:nvPr>
            <p:extLst>
              <p:ext uri="{D42A27DB-BD31-4B8C-83A1-F6EECF244321}">
                <p14:modId xmlns:p14="http://schemas.microsoft.com/office/powerpoint/2010/main" val="3104850395"/>
              </p:ext>
            </p:extLst>
          </p:nvPr>
        </p:nvGraphicFramePr>
        <p:xfrm>
          <a:off x="590002" y="983705"/>
          <a:ext cx="1112491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5144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19BB399-5908-F8C6-AA50-45CB70AB1ECE}"/>
              </a:ext>
            </a:extLst>
          </p:cNvPr>
          <p:cNvSpPr>
            <a:spLocks noGrp="1"/>
          </p:cNvSpPr>
          <p:nvPr>
            <p:ph type="sldNum" sz="quarter" idx="12"/>
          </p:nvPr>
        </p:nvSpPr>
        <p:spPr/>
        <p:txBody>
          <a:bodyPr/>
          <a:lstStyle/>
          <a:p>
            <a:pPr rtl="0"/>
            <a:fld id="{D495E168-DA5E-4888-8D8A-92B118324C14}" type="slidenum">
              <a:rPr lang="es-ES" noProof="0" smtClean="0"/>
              <a:pPr rtl="0"/>
              <a:t>9</a:t>
            </a:fld>
            <a:endParaRPr lang="es-ES" noProof="0"/>
          </a:p>
        </p:txBody>
      </p:sp>
      <p:graphicFrame>
        <p:nvGraphicFramePr>
          <p:cNvPr id="6" name="Diagrama 5">
            <a:extLst>
              <a:ext uri="{FF2B5EF4-FFF2-40B4-BE49-F238E27FC236}">
                <a16:creationId xmlns:a16="http://schemas.microsoft.com/office/drawing/2014/main" id="{0110BACC-ED45-CD01-3907-6A830A787098}"/>
              </a:ext>
            </a:extLst>
          </p:cNvPr>
          <p:cNvGraphicFramePr/>
          <p:nvPr>
            <p:extLst>
              <p:ext uri="{D42A27DB-BD31-4B8C-83A1-F6EECF244321}">
                <p14:modId xmlns:p14="http://schemas.microsoft.com/office/powerpoint/2010/main" val="1825064257"/>
              </p:ext>
            </p:extLst>
          </p:nvPr>
        </p:nvGraphicFramePr>
        <p:xfrm>
          <a:off x="2032000" y="477079"/>
          <a:ext cx="8185426" cy="58972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79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252117D-64A5-0ECE-39C7-D631FF5B9CDF}"/>
              </a:ext>
            </a:extLst>
          </p:cNvPr>
          <p:cNvSpPr>
            <a:spLocks noGrp="1"/>
          </p:cNvSpPr>
          <p:nvPr>
            <p:ph type="sldNum" sz="quarter" idx="12"/>
          </p:nvPr>
        </p:nvSpPr>
        <p:spPr/>
        <p:txBody>
          <a:bodyPr/>
          <a:lstStyle/>
          <a:p>
            <a:pPr rtl="0"/>
            <a:fld id="{D495E168-DA5E-4888-8D8A-92B118324C14}" type="slidenum">
              <a:rPr lang="es-ES" noProof="0" smtClean="0"/>
              <a:pPr rtl="0"/>
              <a:t>10</a:t>
            </a:fld>
            <a:endParaRPr lang="es-ES" noProof="0"/>
          </a:p>
        </p:txBody>
      </p:sp>
      <p:sp>
        <p:nvSpPr>
          <p:cNvPr id="3" name="Título 2">
            <a:extLst>
              <a:ext uri="{FF2B5EF4-FFF2-40B4-BE49-F238E27FC236}">
                <a16:creationId xmlns:a16="http://schemas.microsoft.com/office/drawing/2014/main" id="{269AB9B1-1C1E-3320-1B51-99FC7FC262E2}"/>
              </a:ext>
            </a:extLst>
          </p:cNvPr>
          <p:cNvSpPr>
            <a:spLocks noGrp="1"/>
          </p:cNvSpPr>
          <p:nvPr>
            <p:ph type="title"/>
          </p:nvPr>
        </p:nvSpPr>
        <p:spPr/>
        <p:txBody>
          <a:bodyPr>
            <a:normAutofit fontScale="90000"/>
          </a:bodyPr>
          <a:lstStyle/>
          <a:p>
            <a:r>
              <a:rPr lang="es-ES" dirty="0"/>
              <a:t>Cálculos</a:t>
            </a:r>
            <a:endParaRPr lang="es-CL" dirty="0"/>
          </a:p>
        </p:txBody>
      </p:sp>
      <p:sp>
        <p:nvSpPr>
          <p:cNvPr id="5" name="Marcador de texto 4">
            <a:extLst>
              <a:ext uri="{FF2B5EF4-FFF2-40B4-BE49-F238E27FC236}">
                <a16:creationId xmlns:a16="http://schemas.microsoft.com/office/drawing/2014/main" id="{1B92977D-96D5-CF96-06DF-7DDCDB362D54}"/>
              </a:ext>
            </a:extLst>
          </p:cNvPr>
          <p:cNvSpPr>
            <a:spLocks noGrp="1"/>
          </p:cNvSpPr>
          <p:nvPr>
            <p:ph type="body" sz="quarter" idx="13"/>
          </p:nvPr>
        </p:nvSpPr>
        <p:spPr>
          <a:xfrm>
            <a:off x="467139" y="2039215"/>
            <a:ext cx="1971261" cy="3742191"/>
          </a:xfrm>
        </p:spPr>
        <p:style>
          <a:lnRef idx="0">
            <a:schemeClr val="accent1"/>
          </a:lnRef>
          <a:fillRef idx="3">
            <a:schemeClr val="accent1"/>
          </a:fillRef>
          <a:effectRef idx="3">
            <a:schemeClr val="accent1"/>
          </a:effectRef>
          <a:fontRef idx="minor">
            <a:schemeClr val="lt1"/>
          </a:fontRef>
        </p:style>
        <p:txBody>
          <a:bodyPr/>
          <a:lstStyle/>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Espesor mínimo del disco delantero antes de pasar a su sustitución:</a:t>
            </a:r>
          </a:p>
          <a:p>
            <a:pPr marL="0" indent="0">
              <a:buNone/>
            </a:pPr>
            <a:r>
              <a:rPr lang="es-ES" sz="1200" dirty="0">
                <a:solidFill>
                  <a:schemeClr val="bg1"/>
                </a:solidFill>
                <a:latin typeface="Arial" panose="020B0604020202020204" pitchFamily="34" charset="0"/>
                <a:cs typeface="Arial" panose="020B0604020202020204" pitchFamily="34" charset="0"/>
              </a:rPr>
              <a:t>      24,4mm</a:t>
            </a:r>
          </a:p>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 Espesor mínimo del disco trasero antes de pasar a su sustitución:</a:t>
            </a:r>
          </a:p>
          <a:p>
            <a:pPr marL="0" indent="0">
              <a:buNone/>
            </a:pPr>
            <a:r>
              <a:rPr lang="es-ES" sz="1200" dirty="0">
                <a:solidFill>
                  <a:schemeClr val="bg1"/>
                </a:solidFill>
                <a:latin typeface="Arial" panose="020B0604020202020204" pitchFamily="34" charset="0"/>
                <a:cs typeface="Arial" panose="020B0604020202020204" pitchFamily="34" charset="0"/>
              </a:rPr>
              <a:t>      8mm</a:t>
            </a:r>
          </a:p>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Variación  del espesor del disco delantero:</a:t>
            </a:r>
          </a:p>
          <a:p>
            <a:pPr marL="0" indent="0">
              <a:buNone/>
            </a:pPr>
            <a:r>
              <a:rPr lang="es-ES" sz="1200" dirty="0">
                <a:solidFill>
                  <a:schemeClr val="bg1"/>
                </a:solidFill>
                <a:latin typeface="Arial" panose="020B0604020202020204" pitchFamily="34" charset="0"/>
                <a:cs typeface="Arial" panose="020B0604020202020204" pitchFamily="34" charset="0"/>
              </a:rPr>
              <a:t>      0,010mm</a:t>
            </a:r>
          </a:p>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Variación del espesor del disco trasero:</a:t>
            </a:r>
          </a:p>
          <a:p>
            <a:pPr marL="0" indent="0">
              <a:buNone/>
            </a:pPr>
            <a:r>
              <a:rPr lang="es-ES" sz="1200" dirty="0">
                <a:solidFill>
                  <a:schemeClr val="bg1"/>
                </a:solidFill>
                <a:latin typeface="Arial" panose="020B0604020202020204" pitchFamily="34" charset="0"/>
                <a:cs typeface="Arial" panose="020B0604020202020204" pitchFamily="34" charset="0"/>
              </a:rPr>
              <a:t>     0,010mm </a:t>
            </a:r>
          </a:p>
          <a:p>
            <a:pPr marL="0" indent="0">
              <a:buNone/>
            </a:pPr>
            <a:endParaRPr lang="es-CL" dirty="0"/>
          </a:p>
        </p:txBody>
      </p:sp>
      <p:sp>
        <p:nvSpPr>
          <p:cNvPr id="6" name="CuadroTexto 5">
            <a:extLst>
              <a:ext uri="{FF2B5EF4-FFF2-40B4-BE49-F238E27FC236}">
                <a16:creationId xmlns:a16="http://schemas.microsoft.com/office/drawing/2014/main" id="{CD0C5CA5-419A-6E75-FFC8-D4305FA9D9C4}"/>
              </a:ext>
            </a:extLst>
          </p:cNvPr>
          <p:cNvSpPr txBox="1"/>
          <p:nvPr/>
        </p:nvSpPr>
        <p:spPr>
          <a:xfrm>
            <a:off x="467139" y="1700661"/>
            <a:ext cx="2597427" cy="338554"/>
          </a:xfrm>
          <a:prstGeom prst="rect">
            <a:avLst/>
          </a:prstGeom>
          <a:noFill/>
        </p:spPr>
        <p:txBody>
          <a:bodyPr wrap="square" rtlCol="0">
            <a:spAutoFit/>
          </a:bodyPr>
          <a:lstStyle/>
          <a:p>
            <a:r>
              <a:rPr lang="es-ES" sz="1600" b="1" dirty="0">
                <a:latin typeface="Arial" panose="020B0604020202020204" pitchFamily="34" charset="0"/>
                <a:cs typeface="Arial" panose="020B0604020202020204" pitchFamily="34" charset="0"/>
              </a:rPr>
              <a:t>Datos del fabricante</a:t>
            </a:r>
            <a:endParaRPr lang="es-CL" sz="1600" b="1"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76F7F616-7DA2-B56C-B1B0-C2234080EC1E}"/>
              </a:ext>
            </a:extLst>
          </p:cNvPr>
          <p:cNvSpPr txBox="1"/>
          <p:nvPr/>
        </p:nvSpPr>
        <p:spPr>
          <a:xfrm>
            <a:off x="7057568" y="1762216"/>
            <a:ext cx="4303381" cy="276999"/>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s-ES" sz="1200" dirty="0">
                <a:latin typeface="Arial" panose="020B0604020202020204" pitchFamily="34" charset="0"/>
                <a:cs typeface="Arial" panose="020B0604020202020204" pitchFamily="34" charset="0"/>
              </a:rPr>
              <a:t>Se puede rectificar hasta que su grosor sea menor a 20mm.</a:t>
            </a:r>
            <a:endParaRPr lang="es-CL" sz="1200"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E5E06FFB-5DF6-2E39-5DAF-5E76C60D9CDA}"/>
              </a:ext>
            </a:extLst>
          </p:cNvPr>
          <p:cNvSpPr txBox="1"/>
          <p:nvPr/>
        </p:nvSpPr>
        <p:spPr>
          <a:xfrm>
            <a:off x="3064566" y="1762216"/>
            <a:ext cx="2597427" cy="646331"/>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s-ES" sz="1200" dirty="0">
                <a:solidFill>
                  <a:schemeClr val="bg1"/>
                </a:solidFill>
                <a:latin typeface="Arial" panose="020B0604020202020204" pitchFamily="34" charset="0"/>
                <a:cs typeface="Arial" panose="020B0604020202020204" pitchFamily="34" charset="0"/>
              </a:rPr>
              <a:t>Datos actuales de los discos:</a:t>
            </a:r>
          </a:p>
          <a:p>
            <a:pPr marL="285750" indent="-285750">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Disco de freno delantero: 4mm</a:t>
            </a:r>
          </a:p>
          <a:p>
            <a:pPr marL="285750" indent="-285750">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 Disco de freno trasero: 4,4mm</a:t>
            </a:r>
            <a:endParaRPr lang="es-CL" sz="1200" dirty="0">
              <a:solidFill>
                <a:schemeClr val="bg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71C15B71-6D76-831C-87EA-03285B6F8B0A}"/>
              </a:ext>
            </a:extLst>
          </p:cNvPr>
          <p:cNvSpPr txBox="1"/>
          <p:nvPr/>
        </p:nvSpPr>
        <p:spPr>
          <a:xfrm>
            <a:off x="2794683" y="3105791"/>
            <a:ext cx="3137191" cy="646331"/>
          </a:xfrm>
          <a:prstGeom prst="rect">
            <a:avLst/>
          </a:prstGeom>
          <a:noFill/>
        </p:spPr>
        <p:txBody>
          <a:bodyPr wrap="square" rtlCol="0">
            <a:spAutoFit/>
          </a:bodyPr>
          <a:lstStyle/>
          <a:p>
            <a:r>
              <a:rPr lang="es-ES" dirty="0"/>
              <a:t>24,4mm – 4mm = 20,4mm</a:t>
            </a:r>
          </a:p>
          <a:p>
            <a:r>
              <a:rPr lang="es-ES" dirty="0"/>
              <a:t> </a:t>
            </a:r>
            <a:endParaRPr lang="es-CL" dirty="0"/>
          </a:p>
        </p:txBody>
      </p:sp>
    </p:spTree>
    <p:extLst>
      <p:ext uri="{BB962C8B-B14F-4D97-AF65-F5344CB8AC3E}">
        <p14:creationId xmlns:p14="http://schemas.microsoft.com/office/powerpoint/2010/main" val="1349674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61836DC-E33A-D61A-24F8-18DF623B434B}"/>
              </a:ext>
            </a:extLst>
          </p:cNvPr>
          <p:cNvSpPr>
            <a:spLocks noGrp="1"/>
          </p:cNvSpPr>
          <p:nvPr>
            <p:ph type="sldNum" sz="quarter" idx="12"/>
          </p:nvPr>
        </p:nvSpPr>
        <p:spPr/>
        <p:txBody>
          <a:bodyPr/>
          <a:lstStyle/>
          <a:p>
            <a:pPr rtl="0"/>
            <a:fld id="{D495E168-DA5E-4888-8D8A-92B118324C14}" type="slidenum">
              <a:rPr lang="es-ES" noProof="0" smtClean="0"/>
              <a:pPr rtl="0"/>
              <a:t>11</a:t>
            </a:fld>
            <a:endParaRPr lang="es-ES" noProof="0"/>
          </a:p>
        </p:txBody>
      </p:sp>
      <p:sp>
        <p:nvSpPr>
          <p:cNvPr id="3" name="Título 2">
            <a:extLst>
              <a:ext uri="{FF2B5EF4-FFF2-40B4-BE49-F238E27FC236}">
                <a16:creationId xmlns:a16="http://schemas.microsoft.com/office/drawing/2014/main" id="{04713FF5-4655-40FE-8C65-9E59381392DA}"/>
              </a:ext>
            </a:extLst>
          </p:cNvPr>
          <p:cNvSpPr>
            <a:spLocks noGrp="1"/>
          </p:cNvSpPr>
          <p:nvPr>
            <p:ph type="title"/>
          </p:nvPr>
        </p:nvSpPr>
        <p:spPr/>
        <p:txBody>
          <a:bodyPr>
            <a:normAutofit fontScale="90000"/>
          </a:bodyPr>
          <a:lstStyle/>
          <a:p>
            <a:r>
              <a:rPr lang="es-ES" dirty="0"/>
              <a:t>Bitácora </a:t>
            </a:r>
            <a:endParaRPr lang="es-CL" dirty="0"/>
          </a:p>
        </p:txBody>
      </p:sp>
      <p:sp>
        <p:nvSpPr>
          <p:cNvPr id="5" name="Marcador de texto 4">
            <a:extLst>
              <a:ext uri="{FF2B5EF4-FFF2-40B4-BE49-F238E27FC236}">
                <a16:creationId xmlns:a16="http://schemas.microsoft.com/office/drawing/2014/main" id="{7A34CE31-A6A3-8A80-13FB-722E79E250D1}"/>
              </a:ext>
            </a:extLst>
          </p:cNvPr>
          <p:cNvSpPr>
            <a:spLocks noGrp="1"/>
          </p:cNvSpPr>
          <p:nvPr>
            <p:ph type="body" sz="quarter" idx="13"/>
          </p:nvPr>
        </p:nvSpPr>
        <p:spPr>
          <a:xfrm>
            <a:off x="1112921" y="1557904"/>
            <a:ext cx="10515600" cy="4485087"/>
          </a:xfrm>
        </p:spPr>
        <p:txBody>
          <a:bodyPr>
            <a:normAutofit/>
          </a:bodyPr>
          <a:lstStyle/>
          <a:p>
            <a:pPr marL="0" indent="0">
              <a:buNone/>
            </a:pPr>
            <a:r>
              <a:rPr lang="es-ES" dirty="0">
                <a:solidFill>
                  <a:schemeClr val="tx1"/>
                </a:solidFill>
              </a:rPr>
              <a:t>FRENOS CAS.</a:t>
            </a:r>
          </a:p>
          <a:p>
            <a:r>
              <a:rPr lang="es-ES" sz="1300" dirty="0">
                <a:solidFill>
                  <a:schemeClr val="tx1"/>
                </a:solidFill>
                <a:latin typeface="Arial" panose="020B0604020202020204" pitchFamily="34" charset="0"/>
                <a:cs typeface="Arial" panose="020B0604020202020204" pitchFamily="34" charset="0"/>
              </a:rPr>
              <a:t>Nombres integrantes: Claudio Molina, Sebastián Aliste y Ariela Fierro.</a:t>
            </a:r>
          </a:p>
          <a:p>
            <a:r>
              <a:rPr lang="es-ES" sz="1300" dirty="0">
                <a:solidFill>
                  <a:schemeClr val="tx1"/>
                </a:solidFill>
                <a:latin typeface="Arial" panose="020B0604020202020204" pitchFamily="34" charset="0"/>
                <a:cs typeface="Arial" panose="020B0604020202020204" pitchFamily="34" charset="0"/>
              </a:rPr>
              <a:t>Fecha.             Detalles/Acciones/Tareas.                 Responsables.     Observación General.</a:t>
            </a:r>
          </a:p>
          <a:p>
            <a:r>
              <a:rPr lang="es-ES" sz="1300" dirty="0">
                <a:solidFill>
                  <a:schemeClr val="tx1"/>
                </a:solidFill>
                <a:latin typeface="Arial" panose="020B0604020202020204" pitchFamily="34" charset="0"/>
                <a:cs typeface="Arial" panose="020B0604020202020204" pitchFamily="34" charset="0"/>
              </a:rPr>
              <a:t>14/11/2023.  Decisión del proyecto.                       Equipo.                  Ninguna.</a:t>
            </a:r>
          </a:p>
          <a:p>
            <a:r>
              <a:rPr lang="es-ES" sz="1300" dirty="0">
                <a:solidFill>
                  <a:schemeClr val="tx1"/>
                </a:solidFill>
                <a:latin typeface="Arial" panose="020B0604020202020204" pitchFamily="34" charset="0"/>
                <a:cs typeface="Arial" panose="020B0604020202020204" pitchFamily="34" charset="0"/>
              </a:rPr>
              <a:t>15/11/2023.  Desarrollo de gráfico.                        Ariela y Claudio.  Operación matemática.</a:t>
            </a:r>
          </a:p>
          <a:p>
            <a:r>
              <a:rPr lang="es-ES" sz="1300" dirty="0">
                <a:solidFill>
                  <a:schemeClr val="tx1"/>
                </a:solidFill>
                <a:latin typeface="Arial" panose="020B0604020202020204" pitchFamily="34" charset="0"/>
                <a:cs typeface="Arial" panose="020B0604020202020204" pitchFamily="34" charset="0"/>
              </a:rPr>
              <a:t>16/11/2023.  Decisión, nombre del proyecto.      Sebastián Aliste.   inicial de cada integrantes.  </a:t>
            </a:r>
          </a:p>
          <a:p>
            <a:r>
              <a:rPr lang="es-ES" sz="1300" dirty="0">
                <a:solidFill>
                  <a:schemeClr val="tx1"/>
                </a:solidFill>
                <a:latin typeface="Arial" panose="020B0604020202020204" pitchFamily="34" charset="0"/>
                <a:cs typeface="Arial" panose="020B0604020202020204" pitchFamily="34" charset="0"/>
              </a:rPr>
              <a:t>16/11/2023.  Termino del PowerPoint (eta.1).     Equipo.                   Ninguna.</a:t>
            </a:r>
          </a:p>
          <a:p>
            <a:r>
              <a:rPr lang="es-ES" sz="1300" dirty="0">
                <a:solidFill>
                  <a:schemeClr val="tx1"/>
                </a:solidFill>
                <a:latin typeface="Arial" panose="020B0604020202020204" pitchFamily="34" charset="0"/>
                <a:cs typeface="Arial" panose="020B0604020202020204" pitchFamily="34" charset="0"/>
              </a:rPr>
              <a:t>17/11/2023.  Entrega del proyecto (eta.1).           Ariela Fierro.         Ninguna.</a:t>
            </a:r>
          </a:p>
          <a:p>
            <a:r>
              <a:rPr lang="es-ES" sz="1300" dirty="0">
                <a:solidFill>
                  <a:schemeClr val="tx1"/>
                </a:solidFill>
                <a:latin typeface="Arial" panose="020B0604020202020204" pitchFamily="34" charset="0"/>
                <a:cs typeface="Arial" panose="020B0604020202020204" pitchFamily="34" charset="0"/>
              </a:rPr>
              <a:t>21/11/2023.  Retroalimentación.                            Ninguno.               Describir más las ideas.</a:t>
            </a:r>
          </a:p>
          <a:p>
            <a:r>
              <a:rPr lang="es-ES" sz="1300" dirty="0">
                <a:solidFill>
                  <a:schemeClr val="tx1"/>
                </a:solidFill>
                <a:latin typeface="Arial" panose="020B0604020202020204" pitchFamily="34" charset="0"/>
                <a:cs typeface="Arial" panose="020B0604020202020204" pitchFamily="34" charset="0"/>
              </a:rPr>
              <a:t>23/11/2023.  Comienzo del proyecto (eta.2).       Equipo.                  Ninguna.</a:t>
            </a:r>
          </a:p>
          <a:p>
            <a:r>
              <a:rPr lang="es-ES" sz="1300" dirty="0">
                <a:solidFill>
                  <a:schemeClr val="tx1"/>
                </a:solidFill>
                <a:latin typeface="Arial" panose="020B0604020202020204" pitchFamily="34" charset="0"/>
                <a:cs typeface="Arial" panose="020B0604020202020204" pitchFamily="34" charset="0"/>
              </a:rPr>
              <a:t>5/12/2023.    Información técnica del vehículo.   Ariela y Claudio.  Ninguna.</a:t>
            </a:r>
          </a:p>
          <a:p>
            <a:r>
              <a:rPr lang="es-ES" sz="1300" dirty="0">
                <a:solidFill>
                  <a:schemeClr val="tx1"/>
                </a:solidFill>
                <a:latin typeface="Arial" panose="020B0604020202020204" pitchFamily="34" charset="0"/>
                <a:cs typeface="Arial" panose="020B0604020202020204" pitchFamily="34" charset="0"/>
              </a:rPr>
              <a:t>5/12/2023.    Cálculos del proyecto.                       Ariela Fierro.       Calculo de vida del disco.</a:t>
            </a:r>
          </a:p>
          <a:p>
            <a:r>
              <a:rPr lang="es-ES" sz="1300" dirty="0">
                <a:solidFill>
                  <a:schemeClr val="tx1"/>
                </a:solidFill>
                <a:latin typeface="Arial" panose="020B0604020202020204" pitchFamily="34" charset="0"/>
                <a:cs typeface="Arial" panose="020B0604020202020204" pitchFamily="34" charset="0"/>
              </a:rPr>
              <a:t>5/12/2023.    Entrega del proyecto (eta.2).           Ariela Fierro.       Ninguna.</a:t>
            </a:r>
          </a:p>
          <a:p>
            <a:endParaRPr lang="es-CL" dirty="0"/>
          </a:p>
        </p:txBody>
      </p:sp>
    </p:spTree>
    <p:extLst>
      <p:ext uri="{BB962C8B-B14F-4D97-AF65-F5344CB8AC3E}">
        <p14:creationId xmlns:p14="http://schemas.microsoft.com/office/powerpoint/2010/main" val="55527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6F1F46C-9106-E17A-4E3E-F930212BB1F1}"/>
              </a:ext>
            </a:extLst>
          </p:cNvPr>
          <p:cNvSpPr>
            <a:spLocks noGrp="1"/>
          </p:cNvSpPr>
          <p:nvPr>
            <p:ph type="sldNum" sz="quarter" idx="12"/>
          </p:nvPr>
        </p:nvSpPr>
        <p:spPr/>
        <p:txBody>
          <a:bodyPr/>
          <a:lstStyle/>
          <a:p>
            <a:pPr rtl="0"/>
            <a:fld id="{D495E168-DA5E-4888-8D8A-92B118324C14}" type="slidenum">
              <a:rPr lang="es-ES" noProof="0" smtClean="0"/>
              <a:pPr rtl="0"/>
              <a:t>12</a:t>
            </a:fld>
            <a:endParaRPr lang="es-ES" noProof="0"/>
          </a:p>
        </p:txBody>
      </p:sp>
      <p:sp>
        <p:nvSpPr>
          <p:cNvPr id="3" name="Título 2">
            <a:extLst>
              <a:ext uri="{FF2B5EF4-FFF2-40B4-BE49-F238E27FC236}">
                <a16:creationId xmlns:a16="http://schemas.microsoft.com/office/drawing/2014/main" id="{CC0A7A9D-39A2-B3B0-9A55-F1FB2EB3DDB6}"/>
              </a:ext>
            </a:extLst>
          </p:cNvPr>
          <p:cNvSpPr>
            <a:spLocks noGrp="1"/>
          </p:cNvSpPr>
          <p:nvPr>
            <p:ph type="title"/>
          </p:nvPr>
        </p:nvSpPr>
        <p:spPr/>
        <p:txBody>
          <a:bodyPr>
            <a:normAutofit fontScale="90000"/>
          </a:bodyPr>
          <a:lstStyle/>
          <a:p>
            <a:r>
              <a:rPr lang="es-ES" dirty="0"/>
              <a:t>Proceso de Prototipo Maqueta</a:t>
            </a:r>
            <a:endParaRPr lang="es-CL" dirty="0"/>
          </a:p>
        </p:txBody>
      </p:sp>
      <p:sp>
        <p:nvSpPr>
          <p:cNvPr id="4" name="Marcador de pie de página 3">
            <a:extLst>
              <a:ext uri="{FF2B5EF4-FFF2-40B4-BE49-F238E27FC236}">
                <a16:creationId xmlns:a16="http://schemas.microsoft.com/office/drawing/2014/main" id="{3CF778CE-335F-B42D-CDFF-981806EABC98}"/>
              </a:ext>
            </a:extLst>
          </p:cNvPr>
          <p:cNvSpPr>
            <a:spLocks noGrp="1"/>
          </p:cNvSpPr>
          <p:nvPr>
            <p:ph type="ftr" sz="quarter" idx="11"/>
          </p:nvPr>
        </p:nvSpPr>
        <p:spPr/>
        <p:txBody>
          <a:bodyPr/>
          <a:lstStyle/>
          <a:p>
            <a:pPr rtl="0"/>
            <a:r>
              <a:rPr lang="es-ES" noProof="0"/>
              <a:t>AGREGAR UN PIE DE PÁGINA</a:t>
            </a:r>
          </a:p>
        </p:txBody>
      </p:sp>
      <p:pic>
        <p:nvPicPr>
          <p:cNvPr id="7" name="Imagen 6">
            <a:extLst>
              <a:ext uri="{FF2B5EF4-FFF2-40B4-BE49-F238E27FC236}">
                <a16:creationId xmlns:a16="http://schemas.microsoft.com/office/drawing/2014/main" id="{05666689-6585-578D-C8EF-E962F5B28A92}"/>
              </a:ext>
            </a:extLst>
          </p:cNvPr>
          <p:cNvPicPr>
            <a:picLocks noChangeAspect="1"/>
          </p:cNvPicPr>
          <p:nvPr/>
        </p:nvPicPr>
        <p:blipFill>
          <a:blip r:embed="rId2"/>
          <a:stretch>
            <a:fillRect/>
          </a:stretch>
        </p:blipFill>
        <p:spPr>
          <a:xfrm>
            <a:off x="510511" y="1802295"/>
            <a:ext cx="2461302" cy="1232453"/>
          </a:xfrm>
          <a:prstGeom prst="rect">
            <a:avLst/>
          </a:prstGeom>
        </p:spPr>
      </p:pic>
      <p:pic>
        <p:nvPicPr>
          <p:cNvPr id="9" name="Imagen 8">
            <a:extLst>
              <a:ext uri="{FF2B5EF4-FFF2-40B4-BE49-F238E27FC236}">
                <a16:creationId xmlns:a16="http://schemas.microsoft.com/office/drawing/2014/main" id="{6668C1CD-AD9C-7598-0D7B-1AF9D82C7540}"/>
              </a:ext>
            </a:extLst>
          </p:cNvPr>
          <p:cNvPicPr>
            <a:picLocks noChangeAspect="1"/>
          </p:cNvPicPr>
          <p:nvPr/>
        </p:nvPicPr>
        <p:blipFill>
          <a:blip r:embed="rId3"/>
          <a:stretch>
            <a:fillRect/>
          </a:stretch>
        </p:blipFill>
        <p:spPr>
          <a:xfrm>
            <a:off x="510511" y="3017196"/>
            <a:ext cx="2461302" cy="1540358"/>
          </a:xfrm>
          <a:prstGeom prst="rect">
            <a:avLst/>
          </a:prstGeom>
        </p:spPr>
      </p:pic>
      <p:pic>
        <p:nvPicPr>
          <p:cNvPr id="13" name="Imagen 12">
            <a:extLst>
              <a:ext uri="{FF2B5EF4-FFF2-40B4-BE49-F238E27FC236}">
                <a16:creationId xmlns:a16="http://schemas.microsoft.com/office/drawing/2014/main" id="{20936768-D2CC-EC74-1324-9DF3A8285F92}"/>
              </a:ext>
            </a:extLst>
          </p:cNvPr>
          <p:cNvPicPr>
            <a:picLocks noChangeAspect="1"/>
          </p:cNvPicPr>
          <p:nvPr/>
        </p:nvPicPr>
        <p:blipFill>
          <a:blip r:embed="rId4"/>
          <a:stretch>
            <a:fillRect/>
          </a:stretch>
        </p:blipFill>
        <p:spPr>
          <a:xfrm>
            <a:off x="510511" y="4387701"/>
            <a:ext cx="2461302" cy="1994314"/>
          </a:xfrm>
          <a:prstGeom prst="rect">
            <a:avLst/>
          </a:prstGeom>
        </p:spPr>
      </p:pic>
      <p:pic>
        <p:nvPicPr>
          <p:cNvPr id="17" name="Imagen 16">
            <a:extLst>
              <a:ext uri="{FF2B5EF4-FFF2-40B4-BE49-F238E27FC236}">
                <a16:creationId xmlns:a16="http://schemas.microsoft.com/office/drawing/2014/main" id="{0B72AA66-102C-629E-BF2D-AE282051998D}"/>
              </a:ext>
            </a:extLst>
          </p:cNvPr>
          <p:cNvPicPr>
            <a:picLocks noChangeAspect="1"/>
          </p:cNvPicPr>
          <p:nvPr/>
        </p:nvPicPr>
        <p:blipFill>
          <a:blip r:embed="rId5"/>
          <a:stretch>
            <a:fillRect/>
          </a:stretch>
        </p:blipFill>
        <p:spPr>
          <a:xfrm>
            <a:off x="2935016" y="4859932"/>
            <a:ext cx="2461302" cy="1522083"/>
          </a:xfrm>
          <a:prstGeom prst="rect">
            <a:avLst/>
          </a:prstGeom>
        </p:spPr>
      </p:pic>
      <p:pic>
        <p:nvPicPr>
          <p:cNvPr id="19" name="Imagen 18">
            <a:extLst>
              <a:ext uri="{FF2B5EF4-FFF2-40B4-BE49-F238E27FC236}">
                <a16:creationId xmlns:a16="http://schemas.microsoft.com/office/drawing/2014/main" id="{7A753093-BEBA-942A-04AF-E5C2E0F3CCBB}"/>
              </a:ext>
            </a:extLst>
          </p:cNvPr>
          <p:cNvPicPr>
            <a:picLocks noChangeAspect="1"/>
          </p:cNvPicPr>
          <p:nvPr/>
        </p:nvPicPr>
        <p:blipFill>
          <a:blip r:embed="rId6"/>
          <a:stretch>
            <a:fillRect/>
          </a:stretch>
        </p:blipFill>
        <p:spPr>
          <a:xfrm>
            <a:off x="2935016" y="3427554"/>
            <a:ext cx="2461302" cy="1522082"/>
          </a:xfrm>
          <a:prstGeom prst="rect">
            <a:avLst/>
          </a:prstGeom>
        </p:spPr>
      </p:pic>
      <p:pic>
        <p:nvPicPr>
          <p:cNvPr id="23" name="Imagen 22">
            <a:extLst>
              <a:ext uri="{FF2B5EF4-FFF2-40B4-BE49-F238E27FC236}">
                <a16:creationId xmlns:a16="http://schemas.microsoft.com/office/drawing/2014/main" id="{20CC4C0A-FEE0-132C-EF7B-5138404D4522}"/>
              </a:ext>
            </a:extLst>
          </p:cNvPr>
          <p:cNvPicPr>
            <a:picLocks noChangeAspect="1"/>
          </p:cNvPicPr>
          <p:nvPr/>
        </p:nvPicPr>
        <p:blipFill>
          <a:blip r:embed="rId7"/>
          <a:stretch>
            <a:fillRect/>
          </a:stretch>
        </p:blipFill>
        <p:spPr>
          <a:xfrm>
            <a:off x="2971813" y="1802294"/>
            <a:ext cx="2424505" cy="1662381"/>
          </a:xfrm>
          <a:prstGeom prst="rect">
            <a:avLst/>
          </a:prstGeom>
        </p:spPr>
      </p:pic>
      <p:pic>
        <p:nvPicPr>
          <p:cNvPr id="25" name="Imagen 24">
            <a:extLst>
              <a:ext uri="{FF2B5EF4-FFF2-40B4-BE49-F238E27FC236}">
                <a16:creationId xmlns:a16="http://schemas.microsoft.com/office/drawing/2014/main" id="{6E14DD46-D54C-A7A2-D13E-EC7B88D2F719}"/>
              </a:ext>
            </a:extLst>
          </p:cNvPr>
          <p:cNvPicPr>
            <a:picLocks noChangeAspect="1"/>
          </p:cNvPicPr>
          <p:nvPr/>
        </p:nvPicPr>
        <p:blipFill>
          <a:blip r:embed="rId8"/>
          <a:stretch>
            <a:fillRect/>
          </a:stretch>
        </p:blipFill>
        <p:spPr>
          <a:xfrm>
            <a:off x="5396318" y="1803524"/>
            <a:ext cx="1958639" cy="1624029"/>
          </a:xfrm>
          <a:prstGeom prst="rect">
            <a:avLst/>
          </a:prstGeom>
        </p:spPr>
      </p:pic>
      <p:pic>
        <p:nvPicPr>
          <p:cNvPr id="27" name="Imagen 26">
            <a:extLst>
              <a:ext uri="{FF2B5EF4-FFF2-40B4-BE49-F238E27FC236}">
                <a16:creationId xmlns:a16="http://schemas.microsoft.com/office/drawing/2014/main" id="{77F0A1DB-3D99-7B25-9E5F-541B7716F375}"/>
              </a:ext>
            </a:extLst>
          </p:cNvPr>
          <p:cNvPicPr>
            <a:picLocks noChangeAspect="1"/>
          </p:cNvPicPr>
          <p:nvPr/>
        </p:nvPicPr>
        <p:blipFill>
          <a:blip r:embed="rId9"/>
          <a:stretch>
            <a:fillRect/>
          </a:stretch>
        </p:blipFill>
        <p:spPr>
          <a:xfrm>
            <a:off x="5396318" y="3368127"/>
            <a:ext cx="1958639" cy="1581509"/>
          </a:xfrm>
          <a:prstGeom prst="rect">
            <a:avLst/>
          </a:prstGeom>
        </p:spPr>
      </p:pic>
      <p:pic>
        <p:nvPicPr>
          <p:cNvPr id="31" name="Imagen 30">
            <a:extLst>
              <a:ext uri="{FF2B5EF4-FFF2-40B4-BE49-F238E27FC236}">
                <a16:creationId xmlns:a16="http://schemas.microsoft.com/office/drawing/2014/main" id="{89E63C59-9E86-17A9-752D-8AC0FC8E3DDD}"/>
              </a:ext>
            </a:extLst>
          </p:cNvPr>
          <p:cNvPicPr>
            <a:picLocks noChangeAspect="1"/>
          </p:cNvPicPr>
          <p:nvPr/>
        </p:nvPicPr>
        <p:blipFill>
          <a:blip r:embed="rId10"/>
          <a:stretch>
            <a:fillRect/>
          </a:stretch>
        </p:blipFill>
        <p:spPr>
          <a:xfrm>
            <a:off x="5359521" y="4859932"/>
            <a:ext cx="1995436" cy="1584696"/>
          </a:xfrm>
          <a:prstGeom prst="rect">
            <a:avLst/>
          </a:prstGeom>
        </p:spPr>
      </p:pic>
      <p:pic>
        <p:nvPicPr>
          <p:cNvPr id="33" name="Imagen 32">
            <a:extLst>
              <a:ext uri="{FF2B5EF4-FFF2-40B4-BE49-F238E27FC236}">
                <a16:creationId xmlns:a16="http://schemas.microsoft.com/office/drawing/2014/main" id="{93EF5AD3-4197-A9E5-5D89-B6A4CC59A55B}"/>
              </a:ext>
            </a:extLst>
          </p:cNvPr>
          <p:cNvPicPr>
            <a:picLocks noChangeAspect="1"/>
          </p:cNvPicPr>
          <p:nvPr/>
        </p:nvPicPr>
        <p:blipFill>
          <a:blip r:embed="rId11"/>
          <a:stretch>
            <a:fillRect/>
          </a:stretch>
        </p:blipFill>
        <p:spPr>
          <a:xfrm>
            <a:off x="7354956" y="1802294"/>
            <a:ext cx="1497495" cy="1558636"/>
          </a:xfrm>
          <a:prstGeom prst="rect">
            <a:avLst/>
          </a:prstGeom>
        </p:spPr>
      </p:pic>
      <p:pic>
        <p:nvPicPr>
          <p:cNvPr id="35" name="Imagen 34">
            <a:extLst>
              <a:ext uri="{FF2B5EF4-FFF2-40B4-BE49-F238E27FC236}">
                <a16:creationId xmlns:a16="http://schemas.microsoft.com/office/drawing/2014/main" id="{276CFC46-2ECE-33A6-38D1-7442E57F9E20}"/>
              </a:ext>
            </a:extLst>
          </p:cNvPr>
          <p:cNvPicPr>
            <a:picLocks noChangeAspect="1"/>
          </p:cNvPicPr>
          <p:nvPr/>
        </p:nvPicPr>
        <p:blipFill>
          <a:blip r:embed="rId12"/>
          <a:stretch>
            <a:fillRect/>
          </a:stretch>
        </p:blipFill>
        <p:spPr>
          <a:xfrm>
            <a:off x="7329466" y="3360930"/>
            <a:ext cx="1522986" cy="1739718"/>
          </a:xfrm>
          <a:prstGeom prst="rect">
            <a:avLst/>
          </a:prstGeom>
        </p:spPr>
      </p:pic>
      <p:pic>
        <p:nvPicPr>
          <p:cNvPr id="37" name="Imagen 36">
            <a:extLst>
              <a:ext uri="{FF2B5EF4-FFF2-40B4-BE49-F238E27FC236}">
                <a16:creationId xmlns:a16="http://schemas.microsoft.com/office/drawing/2014/main" id="{9BA88A10-6752-D4BA-53DD-9E20F816A31A}"/>
              </a:ext>
            </a:extLst>
          </p:cNvPr>
          <p:cNvPicPr>
            <a:picLocks noChangeAspect="1"/>
          </p:cNvPicPr>
          <p:nvPr/>
        </p:nvPicPr>
        <p:blipFill>
          <a:blip r:embed="rId13"/>
          <a:stretch>
            <a:fillRect/>
          </a:stretch>
        </p:blipFill>
        <p:spPr>
          <a:xfrm>
            <a:off x="7355916" y="5083995"/>
            <a:ext cx="1522986" cy="1328672"/>
          </a:xfrm>
          <a:prstGeom prst="rect">
            <a:avLst/>
          </a:prstGeom>
        </p:spPr>
      </p:pic>
      <p:pic>
        <p:nvPicPr>
          <p:cNvPr id="39" name="Imagen 38">
            <a:extLst>
              <a:ext uri="{FF2B5EF4-FFF2-40B4-BE49-F238E27FC236}">
                <a16:creationId xmlns:a16="http://schemas.microsoft.com/office/drawing/2014/main" id="{4E7380C5-1AB5-18BA-40B3-7B688902C612}"/>
              </a:ext>
            </a:extLst>
          </p:cNvPr>
          <p:cNvPicPr>
            <a:picLocks noChangeAspect="1"/>
          </p:cNvPicPr>
          <p:nvPr/>
        </p:nvPicPr>
        <p:blipFill>
          <a:blip r:embed="rId14"/>
          <a:stretch>
            <a:fillRect/>
          </a:stretch>
        </p:blipFill>
        <p:spPr>
          <a:xfrm>
            <a:off x="8852451" y="1821990"/>
            <a:ext cx="1522985" cy="1783373"/>
          </a:xfrm>
          <a:prstGeom prst="rect">
            <a:avLst/>
          </a:prstGeom>
        </p:spPr>
      </p:pic>
      <p:pic>
        <p:nvPicPr>
          <p:cNvPr id="41" name="Imagen 40">
            <a:extLst>
              <a:ext uri="{FF2B5EF4-FFF2-40B4-BE49-F238E27FC236}">
                <a16:creationId xmlns:a16="http://schemas.microsoft.com/office/drawing/2014/main" id="{CB4E99E5-82B2-E210-F304-99CF23F1BE98}"/>
              </a:ext>
            </a:extLst>
          </p:cNvPr>
          <p:cNvPicPr>
            <a:picLocks noChangeAspect="1"/>
          </p:cNvPicPr>
          <p:nvPr/>
        </p:nvPicPr>
        <p:blipFill>
          <a:blip r:embed="rId15"/>
          <a:stretch>
            <a:fillRect/>
          </a:stretch>
        </p:blipFill>
        <p:spPr>
          <a:xfrm>
            <a:off x="8816765" y="3497072"/>
            <a:ext cx="1558671" cy="1647232"/>
          </a:xfrm>
          <a:prstGeom prst="rect">
            <a:avLst/>
          </a:prstGeom>
        </p:spPr>
      </p:pic>
      <p:pic>
        <p:nvPicPr>
          <p:cNvPr id="43" name="Imagen 42">
            <a:extLst>
              <a:ext uri="{FF2B5EF4-FFF2-40B4-BE49-F238E27FC236}">
                <a16:creationId xmlns:a16="http://schemas.microsoft.com/office/drawing/2014/main" id="{DC6CD5C0-FA62-28E5-4BB1-D8A83F6DCB47}"/>
              </a:ext>
            </a:extLst>
          </p:cNvPr>
          <p:cNvPicPr>
            <a:picLocks noChangeAspect="1"/>
          </p:cNvPicPr>
          <p:nvPr/>
        </p:nvPicPr>
        <p:blipFill>
          <a:blip r:embed="rId16"/>
          <a:stretch>
            <a:fillRect/>
          </a:stretch>
        </p:blipFill>
        <p:spPr>
          <a:xfrm>
            <a:off x="8878902" y="4687095"/>
            <a:ext cx="1496534" cy="1737510"/>
          </a:xfrm>
          <a:prstGeom prst="rect">
            <a:avLst/>
          </a:prstGeom>
        </p:spPr>
      </p:pic>
      <p:pic>
        <p:nvPicPr>
          <p:cNvPr id="45" name="Imagen 44">
            <a:extLst>
              <a:ext uri="{FF2B5EF4-FFF2-40B4-BE49-F238E27FC236}">
                <a16:creationId xmlns:a16="http://schemas.microsoft.com/office/drawing/2014/main" id="{13B574A1-13F7-AEE4-C571-6172EC1FEAE2}"/>
              </a:ext>
            </a:extLst>
          </p:cNvPr>
          <p:cNvPicPr>
            <a:picLocks noChangeAspect="1"/>
          </p:cNvPicPr>
          <p:nvPr/>
        </p:nvPicPr>
        <p:blipFill>
          <a:blip r:embed="rId17"/>
          <a:stretch>
            <a:fillRect/>
          </a:stretch>
        </p:blipFill>
        <p:spPr>
          <a:xfrm>
            <a:off x="10339751" y="4675013"/>
            <a:ext cx="1454502" cy="1737511"/>
          </a:xfrm>
          <a:prstGeom prst="rect">
            <a:avLst/>
          </a:prstGeom>
        </p:spPr>
      </p:pic>
      <p:pic>
        <p:nvPicPr>
          <p:cNvPr id="47" name="Imagen 46">
            <a:extLst>
              <a:ext uri="{FF2B5EF4-FFF2-40B4-BE49-F238E27FC236}">
                <a16:creationId xmlns:a16="http://schemas.microsoft.com/office/drawing/2014/main" id="{3051DD5A-70E5-0E05-7259-3BC90387B4A9}"/>
              </a:ext>
            </a:extLst>
          </p:cNvPr>
          <p:cNvPicPr>
            <a:picLocks noChangeAspect="1"/>
          </p:cNvPicPr>
          <p:nvPr/>
        </p:nvPicPr>
        <p:blipFill>
          <a:blip r:embed="rId18"/>
          <a:stretch>
            <a:fillRect/>
          </a:stretch>
        </p:blipFill>
        <p:spPr>
          <a:xfrm>
            <a:off x="10375435" y="3464674"/>
            <a:ext cx="1418817" cy="1211053"/>
          </a:xfrm>
          <a:prstGeom prst="rect">
            <a:avLst/>
          </a:prstGeom>
        </p:spPr>
      </p:pic>
      <p:pic>
        <p:nvPicPr>
          <p:cNvPr id="49" name="Imagen 48">
            <a:extLst>
              <a:ext uri="{FF2B5EF4-FFF2-40B4-BE49-F238E27FC236}">
                <a16:creationId xmlns:a16="http://schemas.microsoft.com/office/drawing/2014/main" id="{09AAE8E1-8CCE-88C0-70E4-83CC086CF8EF}"/>
              </a:ext>
            </a:extLst>
          </p:cNvPr>
          <p:cNvPicPr>
            <a:picLocks noChangeAspect="1"/>
          </p:cNvPicPr>
          <p:nvPr/>
        </p:nvPicPr>
        <p:blipFill>
          <a:blip r:embed="rId19"/>
          <a:stretch>
            <a:fillRect/>
          </a:stretch>
        </p:blipFill>
        <p:spPr>
          <a:xfrm>
            <a:off x="10279639" y="1821990"/>
            <a:ext cx="1497495" cy="1647472"/>
          </a:xfrm>
          <a:prstGeom prst="rect">
            <a:avLst/>
          </a:prstGeom>
        </p:spPr>
      </p:pic>
    </p:spTree>
    <p:extLst>
      <p:ext uri="{BB962C8B-B14F-4D97-AF65-F5344CB8AC3E}">
        <p14:creationId xmlns:p14="http://schemas.microsoft.com/office/powerpoint/2010/main" val="382139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F7F09A75-44FE-B757-B9B6-11910FD4FAB5}"/>
              </a:ext>
            </a:extLst>
          </p:cNvPr>
          <p:cNvSpPr>
            <a:spLocks noGrp="1"/>
          </p:cNvSpPr>
          <p:nvPr>
            <p:ph type="sldNum" sz="quarter" idx="12"/>
          </p:nvPr>
        </p:nvSpPr>
        <p:spPr/>
        <p:txBody>
          <a:bodyPr/>
          <a:lstStyle/>
          <a:p>
            <a:pPr rtl="0"/>
            <a:fld id="{D495E168-DA5E-4888-8D8A-92B118324C14}" type="slidenum">
              <a:rPr lang="es-ES" noProof="0" smtClean="0"/>
              <a:pPr rtl="0"/>
              <a:t>13</a:t>
            </a:fld>
            <a:endParaRPr lang="es-ES" noProof="0"/>
          </a:p>
        </p:txBody>
      </p:sp>
      <p:sp>
        <p:nvSpPr>
          <p:cNvPr id="3" name="Título 2">
            <a:extLst>
              <a:ext uri="{FF2B5EF4-FFF2-40B4-BE49-F238E27FC236}">
                <a16:creationId xmlns:a16="http://schemas.microsoft.com/office/drawing/2014/main" id="{5FDAC7F1-67F2-08B8-AA07-71636486C2F6}"/>
              </a:ext>
            </a:extLst>
          </p:cNvPr>
          <p:cNvSpPr>
            <a:spLocks noGrp="1"/>
          </p:cNvSpPr>
          <p:nvPr>
            <p:ph type="title"/>
          </p:nvPr>
        </p:nvSpPr>
        <p:spPr/>
        <p:txBody>
          <a:bodyPr>
            <a:normAutofit fontScale="90000"/>
          </a:bodyPr>
          <a:lstStyle/>
          <a:p>
            <a:r>
              <a:rPr lang="es-ES" dirty="0"/>
              <a:t>Resultados y Conclusiones</a:t>
            </a:r>
            <a:endParaRPr lang="es-CL" dirty="0"/>
          </a:p>
        </p:txBody>
      </p:sp>
      <p:sp>
        <p:nvSpPr>
          <p:cNvPr id="4" name="Marcador de pie de página 3">
            <a:extLst>
              <a:ext uri="{FF2B5EF4-FFF2-40B4-BE49-F238E27FC236}">
                <a16:creationId xmlns:a16="http://schemas.microsoft.com/office/drawing/2014/main" id="{C1E8A65B-B0CD-5D5E-2FAC-ECB915E5C7C6}"/>
              </a:ext>
            </a:extLst>
          </p:cNvPr>
          <p:cNvSpPr>
            <a:spLocks noGrp="1"/>
          </p:cNvSpPr>
          <p:nvPr>
            <p:ph type="ftr" sz="quarter" idx="11"/>
          </p:nvPr>
        </p:nvSpPr>
        <p:spPr/>
        <p:txBody>
          <a:bodyPr/>
          <a:lstStyle/>
          <a:p>
            <a:pPr rtl="0"/>
            <a:r>
              <a:rPr lang="es-ES" noProof="0"/>
              <a:t>AGREGAR UN PIE DE PÁGINA</a:t>
            </a:r>
          </a:p>
        </p:txBody>
      </p:sp>
      <p:sp>
        <p:nvSpPr>
          <p:cNvPr id="5" name="Marcador de texto 4">
            <a:extLst>
              <a:ext uri="{FF2B5EF4-FFF2-40B4-BE49-F238E27FC236}">
                <a16:creationId xmlns:a16="http://schemas.microsoft.com/office/drawing/2014/main" id="{742EF639-CDCB-9A11-0F24-1BE64D6AC82C}"/>
              </a:ext>
            </a:extLst>
          </p:cNvPr>
          <p:cNvSpPr>
            <a:spLocks noGrp="1"/>
          </p:cNvSpPr>
          <p:nvPr>
            <p:ph type="body" sz="quarter" idx="13"/>
          </p:nvPr>
        </p:nvSpPr>
        <p:spPr/>
        <p:txBody>
          <a:bodyPr/>
          <a:lstStyle/>
          <a:p>
            <a:r>
              <a:rPr lang="es-ES" dirty="0"/>
              <a:t>Con nuestros resultados, y nuestra problemática a los discos para que disminuyan la distancia de frenado vamos a colocar dos sensores 1 en el </a:t>
            </a:r>
            <a:r>
              <a:rPr lang="es-ES" dirty="0" err="1"/>
              <a:t>caliper</a:t>
            </a:r>
            <a:r>
              <a:rPr lang="es-ES" dirty="0"/>
              <a:t> y otro 1 iría frente a el disco en la otra zona del </a:t>
            </a:r>
            <a:r>
              <a:rPr lang="es-ES" dirty="0" err="1"/>
              <a:t>caliper</a:t>
            </a:r>
            <a:r>
              <a:rPr lang="es-ES" dirty="0"/>
              <a:t>.</a:t>
            </a:r>
          </a:p>
          <a:p>
            <a:r>
              <a:rPr lang="es-ES" dirty="0"/>
              <a:t>Con esta solución disminuye un 60 % porciento disminuye la distancia de frenado.</a:t>
            </a:r>
          </a:p>
          <a:p>
            <a:r>
              <a:rPr lang="es-ES" dirty="0"/>
              <a:t> Aprendimos a trabajar en equipo y buscar en el programa ESTRONIC DE BOSCH .</a:t>
            </a:r>
            <a:endParaRPr lang="es-CL" dirty="0"/>
          </a:p>
        </p:txBody>
      </p:sp>
    </p:spTree>
    <p:extLst>
      <p:ext uri="{BB962C8B-B14F-4D97-AF65-F5344CB8AC3E}">
        <p14:creationId xmlns:p14="http://schemas.microsoft.com/office/powerpoint/2010/main" val="279088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B88A6F0-AFD4-47F1-10BB-9C9177F61991}"/>
              </a:ext>
            </a:extLst>
          </p:cNvPr>
          <p:cNvSpPr>
            <a:spLocks noGrp="1"/>
          </p:cNvSpPr>
          <p:nvPr>
            <p:ph type="sldNum" sz="quarter" idx="12"/>
          </p:nvPr>
        </p:nvSpPr>
        <p:spPr/>
        <p:txBody>
          <a:bodyPr/>
          <a:lstStyle/>
          <a:p>
            <a:pPr rtl="0"/>
            <a:fld id="{D495E168-DA5E-4888-8D8A-92B118324C14}" type="slidenum">
              <a:rPr lang="es-ES" noProof="0" smtClean="0"/>
              <a:pPr rtl="0"/>
              <a:t>14</a:t>
            </a:fld>
            <a:endParaRPr lang="es-ES" noProof="0"/>
          </a:p>
        </p:txBody>
      </p:sp>
      <p:sp>
        <p:nvSpPr>
          <p:cNvPr id="3" name="Título 2">
            <a:extLst>
              <a:ext uri="{FF2B5EF4-FFF2-40B4-BE49-F238E27FC236}">
                <a16:creationId xmlns:a16="http://schemas.microsoft.com/office/drawing/2014/main" id="{99882669-804B-4859-A68D-6F658E347A6E}"/>
              </a:ext>
            </a:extLst>
          </p:cNvPr>
          <p:cNvSpPr>
            <a:spLocks noGrp="1"/>
          </p:cNvSpPr>
          <p:nvPr>
            <p:ph type="title"/>
          </p:nvPr>
        </p:nvSpPr>
        <p:spPr/>
        <p:txBody>
          <a:bodyPr>
            <a:normAutofit fontScale="90000"/>
          </a:bodyPr>
          <a:lstStyle/>
          <a:p>
            <a:r>
              <a:rPr lang="es-ES" dirty="0"/>
              <a:t>Bibliografía y Fuentes de la Información</a:t>
            </a:r>
            <a:endParaRPr lang="es-CL" dirty="0"/>
          </a:p>
        </p:txBody>
      </p:sp>
      <p:sp>
        <p:nvSpPr>
          <p:cNvPr id="4" name="Marcador de pie de página 3">
            <a:extLst>
              <a:ext uri="{FF2B5EF4-FFF2-40B4-BE49-F238E27FC236}">
                <a16:creationId xmlns:a16="http://schemas.microsoft.com/office/drawing/2014/main" id="{9C64C03C-9D69-B271-48B6-66E52750E065}"/>
              </a:ext>
            </a:extLst>
          </p:cNvPr>
          <p:cNvSpPr>
            <a:spLocks noGrp="1"/>
          </p:cNvSpPr>
          <p:nvPr>
            <p:ph type="ftr" sz="quarter" idx="11"/>
          </p:nvPr>
        </p:nvSpPr>
        <p:spPr/>
        <p:txBody>
          <a:bodyPr/>
          <a:lstStyle/>
          <a:p>
            <a:pPr rtl="0"/>
            <a:r>
              <a:rPr lang="es-ES" noProof="0"/>
              <a:t>AGREGAR UN PIE DE PÁGINA</a:t>
            </a:r>
          </a:p>
        </p:txBody>
      </p:sp>
      <p:sp>
        <p:nvSpPr>
          <p:cNvPr id="5" name="Marcador de texto 4">
            <a:extLst>
              <a:ext uri="{FF2B5EF4-FFF2-40B4-BE49-F238E27FC236}">
                <a16:creationId xmlns:a16="http://schemas.microsoft.com/office/drawing/2014/main" id="{F8F50757-CE3D-FEC8-5587-BD84002BF138}"/>
              </a:ext>
            </a:extLst>
          </p:cNvPr>
          <p:cNvSpPr>
            <a:spLocks noGrp="1"/>
          </p:cNvSpPr>
          <p:nvPr>
            <p:ph type="body" sz="quarter" idx="13"/>
          </p:nvPr>
        </p:nvSpPr>
        <p:spPr/>
        <p:txBody>
          <a:bodyPr/>
          <a:lstStyle/>
          <a:p>
            <a:r>
              <a:rPr lang="es-ES" dirty="0"/>
              <a:t>Programa ESTRONIC BOSCH .</a:t>
            </a:r>
          </a:p>
          <a:p>
            <a:endParaRPr lang="es-ES" dirty="0"/>
          </a:p>
          <a:p>
            <a:endParaRPr lang="es-ES" dirty="0"/>
          </a:p>
          <a:p>
            <a:endParaRPr lang="es-ES" dirty="0"/>
          </a:p>
          <a:p>
            <a:endParaRPr lang="es-ES" dirty="0"/>
          </a:p>
          <a:p>
            <a:r>
              <a:rPr lang="es-ES" dirty="0"/>
              <a:t>https://youtu.be/K7EUnvEnncI?si=kQBUJxOlHue0nfLD</a:t>
            </a:r>
          </a:p>
          <a:p>
            <a:pPr marL="0" indent="0">
              <a:buNone/>
            </a:pPr>
            <a:endParaRPr lang="es-ES" dirty="0"/>
          </a:p>
          <a:p>
            <a:pPr marL="0" indent="0">
              <a:buNone/>
            </a:pPr>
            <a:r>
              <a:rPr lang="es-ES" dirty="0"/>
              <a:t> </a:t>
            </a:r>
            <a:endParaRPr lang="es-CL" dirty="0"/>
          </a:p>
        </p:txBody>
      </p:sp>
    </p:spTree>
    <p:extLst>
      <p:ext uri="{BB962C8B-B14F-4D97-AF65-F5344CB8AC3E}">
        <p14:creationId xmlns:p14="http://schemas.microsoft.com/office/powerpoint/2010/main" val="238231705"/>
      </p:ext>
    </p:extLst>
  </p:cSld>
  <p:clrMapOvr>
    <a:masterClrMapping/>
  </p:clrMapOvr>
</p:sld>
</file>

<file path=ppt/theme/theme1.xml><?xml version="1.0" encoding="utf-8"?>
<a:theme xmlns:a="http://schemas.openxmlformats.org/drawingml/2006/main" name="Tema de Office">
  <a:themeElements>
    <a:clrScheme name="Custom 23">
      <a:dk1>
        <a:sysClr val="windowText" lastClr="000000"/>
      </a:dk1>
      <a:lt1>
        <a:sysClr val="window" lastClr="FFFFFF"/>
      </a:lt1>
      <a:dk2>
        <a:srgbClr val="6D3200"/>
      </a:dk2>
      <a:lt2>
        <a:srgbClr val="D8B97A"/>
      </a:lt2>
      <a:accent1>
        <a:srgbClr val="306994"/>
      </a:accent1>
      <a:accent2>
        <a:srgbClr val="39577A"/>
      </a:accent2>
      <a:accent3>
        <a:srgbClr val="7E5E34"/>
      </a:accent3>
      <a:accent4>
        <a:srgbClr val="B7B374"/>
      </a:accent4>
      <a:accent5>
        <a:srgbClr val="2C1600"/>
      </a:accent5>
      <a:accent6>
        <a:srgbClr val="864A3F"/>
      </a:accent6>
      <a:hlink>
        <a:srgbClr val="D8B97A"/>
      </a:hlink>
      <a:folHlink>
        <a:srgbClr val="D8B97A"/>
      </a:folHlink>
    </a:clrScheme>
    <a:fontScheme name="Custom 20">
      <a:majorFont>
        <a:latin typeface="Edwardian Script ITC"/>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Office_30566892_TF22987246.potx" id="{0DA5F5F4-3CEC-4FEE-B4A8-2872FD11BB81}" vid="{53A94F98-D5F0-4D89-9406-E70B785197F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Presentación Vintage</Template>
  <TotalTime>681</TotalTime>
  <Words>1358</Words>
  <Application>Microsoft Macintosh PowerPoint</Application>
  <PresentationFormat>Panorámica</PresentationFormat>
  <Paragraphs>138</Paragraphs>
  <Slides>14</Slides>
  <Notes>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Algerian</vt:lpstr>
      <vt:lpstr>Arial</vt:lpstr>
      <vt:lpstr>Book Antiqua</vt:lpstr>
      <vt:lpstr>Calibri</vt:lpstr>
      <vt:lpstr>Cooper Black</vt:lpstr>
      <vt:lpstr>Edwardian Script ITC</vt:lpstr>
      <vt:lpstr>Wingdings</vt:lpstr>
      <vt:lpstr>Tema de Office</vt:lpstr>
      <vt:lpstr>Frenos CAS</vt:lpstr>
      <vt:lpstr>Definición de Cas</vt:lpstr>
      <vt:lpstr>Presentación de PowerPoint</vt:lpstr>
      <vt:lpstr>Presentación de PowerPoint</vt:lpstr>
      <vt:lpstr>Temas Iniciales Involucrados</vt:lpstr>
      <vt:lpstr>Cronograma y Materiales a utilizar</vt:lpstr>
      <vt:lpstr>Presentación de PowerPoint</vt:lpstr>
      <vt:lpstr>Resolución de Preguntas</vt:lpstr>
      <vt:lpstr>Presentación de PowerPoint</vt:lpstr>
      <vt:lpstr>Cálculos</vt:lpstr>
      <vt:lpstr>Bitácora </vt:lpstr>
      <vt:lpstr>Proceso de Prototipo Maqueta</vt:lpstr>
      <vt:lpstr>Resultados y Conclusiones</vt:lpstr>
      <vt:lpstr>Bibliografía y Fuentes de la Información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Frenos CAS</dc:title>
  <dc:creator>Ariela Fierro Beltrán</dc:creator>
  <cp:lastModifiedBy>LISSETTE ANDREA SALAMANCA MELLA</cp:lastModifiedBy>
  <cp:revision>3</cp:revision>
  <dcterms:created xsi:type="dcterms:W3CDTF">2023-11-17T03:12:54Z</dcterms:created>
  <dcterms:modified xsi:type="dcterms:W3CDTF">2023-12-19T22:31:12Z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2018-08-01T18:49:12.3702636Z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