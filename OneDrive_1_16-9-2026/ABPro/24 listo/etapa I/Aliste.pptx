
<file path=[Content_Types].xml><?xml version="1.0" encoding="utf-8"?>
<Types xmlns="http://schemas.openxmlformats.org/package/2006/content-types">
  <Default Extension="emf" ContentType="image/x-emf"/>
  <Default Extension="jfif"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handoutMasterIdLst>
    <p:handoutMasterId r:id="rId9"/>
  </p:handoutMasterIdLst>
  <p:sldIdLst>
    <p:sldId id="256" r:id="rId2"/>
    <p:sldId id="257" r:id="rId3"/>
    <p:sldId id="258" r:id="rId4"/>
    <p:sldId id="259" r:id="rId5"/>
    <p:sldId id="260" r:id="rId6"/>
    <p:sldId id="261" r:id="rId7"/>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userDrawn="1">
          <p15:clr>
            <a:srgbClr val="A4A3A4"/>
          </p15:clr>
        </p15:guide>
        <p15:guide id="6"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1E4"/>
    <a:srgbClr val="B8D3E8"/>
    <a:srgbClr val="197DCE"/>
    <a:srgbClr val="BC7FBB"/>
    <a:srgbClr val="7FC6E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F2DE63D5-997A-4646-A377-4702673A728D}">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6" autoAdjust="0"/>
    <p:restoredTop sz="94291" autoAdjust="0"/>
  </p:normalViewPr>
  <p:slideViewPr>
    <p:cSldViewPr snapToGrid="0" showGuides="1">
      <p:cViewPr varScale="1">
        <p:scale>
          <a:sx n="72" d="100"/>
          <a:sy n="72" d="100"/>
        </p:scale>
        <p:origin x="660" y="78"/>
      </p:cViewPr>
      <p:guideLst>
        <p:guide pos="3840"/>
        <p:guide orient="horz" pos="2160"/>
      </p:guideLst>
    </p:cSldViewPr>
  </p:slideViewPr>
  <p:notesTextViewPr>
    <p:cViewPr>
      <p:scale>
        <a:sx n="1" d="1"/>
        <a:sy n="1" d="1"/>
      </p:scale>
      <p:origin x="0" y="0"/>
    </p:cViewPr>
  </p:notesTextViewPr>
  <p:notesViewPr>
    <p:cSldViewPr snapToGrid="0">
      <p:cViewPr varScale="1">
        <p:scale>
          <a:sx n="77" d="100"/>
          <a:sy n="77" d="100"/>
        </p:scale>
        <p:origin x="402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diagrams/_rels/data2.xml.rels><?xml version="1.0" encoding="UTF-8" standalone="yes"?>
<Relationships xmlns="http://schemas.openxmlformats.org/package/2006/relationships"><Relationship Id="rId2" Type="http://schemas.openxmlformats.org/officeDocument/2006/relationships/image" Target="../media/image10.jfif"/><Relationship Id="rId1" Type="http://schemas.openxmlformats.org/officeDocument/2006/relationships/image" Target="../media/image9.jfif"/></Relationships>
</file>

<file path=ppt/diagrams/_rels/drawing2.xml.rels><?xml version="1.0" encoding="UTF-8" standalone="yes"?>
<Relationships xmlns="http://schemas.openxmlformats.org/package/2006/relationships"><Relationship Id="rId2" Type="http://schemas.openxmlformats.org/officeDocument/2006/relationships/image" Target="../media/image10.jfif"/><Relationship Id="rId1" Type="http://schemas.openxmlformats.org/officeDocument/2006/relationships/image" Target="../media/image9.jfif"/></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10B53D8-08A5-4506-B0FA-2ED999989837}" type="doc">
      <dgm:prSet loTypeId="urn:microsoft.com/office/officeart/2005/8/layout/hList6" loCatId="list" qsTypeId="urn:microsoft.com/office/officeart/2005/8/quickstyle/3d7" qsCatId="3D" csTypeId="urn:microsoft.com/office/officeart/2005/8/colors/colorful1" csCatId="colorful" phldr="1"/>
      <dgm:spPr/>
      <dgm:t>
        <a:bodyPr/>
        <a:lstStyle/>
        <a:p>
          <a:endParaRPr lang="es-CL"/>
        </a:p>
      </dgm:t>
    </dgm:pt>
    <dgm:pt modelId="{D51D2045-A91B-45B7-A561-036DF7FEB226}">
      <dgm:prSet phldrT="[Texto]" custT="1"/>
      <dgm:spPr/>
      <dgm:t>
        <a:bodyPr/>
        <a:lstStyle/>
        <a:p>
          <a:r>
            <a:rPr lang="es-ES" sz="1600" b="1" dirty="0">
              <a:latin typeface="Arial" panose="020B0604020202020204" pitchFamily="34" charset="0"/>
              <a:cs typeface="Arial" panose="020B0604020202020204" pitchFamily="34" charset="0"/>
            </a:rPr>
            <a:t>Tema de Investigación </a:t>
          </a:r>
          <a:r>
            <a:rPr lang="es-ES" sz="1400" dirty="0">
              <a:latin typeface="Arial" panose="020B0604020202020204" pitchFamily="34" charset="0"/>
              <a:cs typeface="Arial" panose="020B0604020202020204" pitchFamily="34" charset="0"/>
            </a:rPr>
            <a:t>Sistema de Frenos:</a:t>
          </a:r>
          <a:endParaRPr lang="es-CL" sz="1600" b="1" dirty="0">
            <a:latin typeface="Arial" panose="020B0604020202020204" pitchFamily="34" charset="0"/>
            <a:cs typeface="Arial" panose="020B0604020202020204" pitchFamily="34" charset="0"/>
          </a:endParaRPr>
        </a:p>
      </dgm:t>
    </dgm:pt>
    <dgm:pt modelId="{18788A46-829B-4C7F-848B-B7DDBF467DC0}" type="parTrans" cxnId="{1F33DC04-7B24-420B-AFF3-364FC40FF649}">
      <dgm:prSet/>
      <dgm:spPr/>
      <dgm:t>
        <a:bodyPr/>
        <a:lstStyle/>
        <a:p>
          <a:endParaRPr lang="es-CL"/>
        </a:p>
      </dgm:t>
    </dgm:pt>
    <dgm:pt modelId="{A9E96E92-02AF-4EE1-9DBA-5AB7342DEDCE}" type="sibTrans" cxnId="{1F33DC04-7B24-420B-AFF3-364FC40FF649}">
      <dgm:prSet/>
      <dgm:spPr/>
      <dgm:t>
        <a:bodyPr/>
        <a:lstStyle/>
        <a:p>
          <a:endParaRPr lang="es-CL"/>
        </a:p>
      </dgm:t>
    </dgm:pt>
    <dgm:pt modelId="{47E09E05-3B46-48C4-A440-1F2A5EB882A0}">
      <dgm:prSet phldrT="[Texto]" custT="1"/>
      <dgm:spPr/>
      <dgm:t>
        <a:bodyPr/>
        <a:lstStyle/>
        <a:p>
          <a:r>
            <a:rPr lang="es-ES" sz="1400" dirty="0">
              <a:latin typeface="Arial" panose="020B0604020202020204" pitchFamily="34" charset="0"/>
              <a:cs typeface="Arial" panose="020B0604020202020204" pitchFamily="34" charset="0"/>
            </a:rPr>
            <a:t>Medición de la Distancia de Frenado Actual: Realizar pruebas de frenado para medir la distancia de frenado actual del vehículo en diversas condiciones de velocidad y superficie de la carretera</a:t>
          </a:r>
          <a:r>
            <a:rPr lang="es-ES" sz="1600" dirty="0">
              <a:latin typeface="Arial" panose="020B0604020202020204" pitchFamily="34" charset="0"/>
              <a:cs typeface="Arial" panose="020B0604020202020204" pitchFamily="34" charset="0"/>
            </a:rPr>
            <a:t>.</a:t>
          </a:r>
          <a:endParaRPr lang="es-CL" sz="1600" dirty="0">
            <a:latin typeface="Arial" panose="020B0604020202020204" pitchFamily="34" charset="0"/>
            <a:cs typeface="Arial" panose="020B0604020202020204" pitchFamily="34" charset="0"/>
          </a:endParaRPr>
        </a:p>
      </dgm:t>
    </dgm:pt>
    <dgm:pt modelId="{6B2F028E-C4EE-4061-809A-B4649D47E50C}" type="parTrans" cxnId="{FFB3B6D9-3051-4F92-958E-09B7D6068F5D}">
      <dgm:prSet/>
      <dgm:spPr/>
      <dgm:t>
        <a:bodyPr/>
        <a:lstStyle/>
        <a:p>
          <a:endParaRPr lang="es-CL"/>
        </a:p>
      </dgm:t>
    </dgm:pt>
    <dgm:pt modelId="{AB8D5C05-4ED7-4BA8-9C0B-9FC5C334F6FE}" type="sibTrans" cxnId="{FFB3B6D9-3051-4F92-958E-09B7D6068F5D}">
      <dgm:prSet/>
      <dgm:spPr/>
      <dgm:t>
        <a:bodyPr/>
        <a:lstStyle/>
        <a:p>
          <a:endParaRPr lang="es-CL"/>
        </a:p>
      </dgm:t>
    </dgm:pt>
    <dgm:pt modelId="{7D2C62DB-D1CC-411D-9582-D54507FA6FE3}">
      <dgm:prSet phldrT="[Texto]" custT="1"/>
      <dgm:spPr/>
      <dgm:t>
        <a:bodyPr/>
        <a:lstStyle/>
        <a:p>
          <a:r>
            <a:rPr lang="es-ES" sz="1600" b="1" u="none" dirty="0">
              <a:latin typeface="Arial" panose="020B0604020202020204" pitchFamily="34" charset="0"/>
              <a:cs typeface="Arial" panose="020B0604020202020204" pitchFamily="34" charset="0"/>
            </a:rPr>
            <a:t>Nociones Matemáticas</a:t>
          </a:r>
        </a:p>
        <a:p>
          <a:r>
            <a:rPr lang="es-CL" sz="1400" dirty="0">
              <a:latin typeface="Arial" panose="020B0604020202020204" pitchFamily="34" charset="0"/>
              <a:cs typeface="Arial" panose="020B0604020202020204" pitchFamily="34" charset="0"/>
            </a:rPr>
            <a:t>Cálculos Matemáticos Posibles:</a:t>
          </a:r>
        </a:p>
      </dgm:t>
    </dgm:pt>
    <dgm:pt modelId="{8500C74E-5366-4E61-8E4F-812074A27058}" type="parTrans" cxnId="{42661567-AF66-4BFF-9D98-C43A92F013B5}">
      <dgm:prSet/>
      <dgm:spPr/>
      <dgm:t>
        <a:bodyPr/>
        <a:lstStyle/>
        <a:p>
          <a:endParaRPr lang="es-CL"/>
        </a:p>
      </dgm:t>
    </dgm:pt>
    <dgm:pt modelId="{9C411FDB-67D0-43C7-AB90-CE8FD07D8226}" type="sibTrans" cxnId="{42661567-AF66-4BFF-9D98-C43A92F013B5}">
      <dgm:prSet/>
      <dgm:spPr/>
      <dgm:t>
        <a:bodyPr/>
        <a:lstStyle/>
        <a:p>
          <a:endParaRPr lang="es-CL"/>
        </a:p>
      </dgm:t>
    </dgm:pt>
    <dgm:pt modelId="{6AE04CBA-9425-419B-B378-5EC8902E800F}">
      <dgm:prSet phldrT="[Texto]" custT="1"/>
      <dgm:spPr/>
      <dgm:t>
        <a:bodyPr/>
        <a:lstStyle/>
        <a:p>
          <a:r>
            <a:rPr lang="es-ES" sz="1600" b="1" dirty="0">
              <a:latin typeface="Arial" panose="020B0604020202020204" pitchFamily="34" charset="0"/>
              <a:cs typeface="Arial" panose="020B0604020202020204" pitchFamily="34" charset="0"/>
            </a:rPr>
            <a:t>Problemática Abordar</a:t>
          </a:r>
          <a:endParaRPr lang="es-CL" sz="1600" b="1" dirty="0">
            <a:latin typeface="Arial" panose="020B0604020202020204" pitchFamily="34" charset="0"/>
            <a:cs typeface="Arial" panose="020B0604020202020204" pitchFamily="34" charset="0"/>
          </a:endParaRPr>
        </a:p>
      </dgm:t>
    </dgm:pt>
    <dgm:pt modelId="{9125144D-7303-4BA4-B0CE-3BEB10D4360D}" type="parTrans" cxnId="{0105A3DA-2469-4CF8-A8D2-A97A7540F964}">
      <dgm:prSet/>
      <dgm:spPr/>
      <dgm:t>
        <a:bodyPr/>
        <a:lstStyle/>
        <a:p>
          <a:endParaRPr lang="es-CL"/>
        </a:p>
      </dgm:t>
    </dgm:pt>
    <dgm:pt modelId="{AB7C3B66-6BA7-4718-A0BF-BCE09C3511F1}" type="sibTrans" cxnId="{0105A3DA-2469-4CF8-A8D2-A97A7540F964}">
      <dgm:prSet/>
      <dgm:spPr/>
      <dgm:t>
        <a:bodyPr/>
        <a:lstStyle/>
        <a:p>
          <a:endParaRPr lang="es-CL"/>
        </a:p>
      </dgm:t>
    </dgm:pt>
    <dgm:pt modelId="{8E173597-6316-43AB-AF13-F3B13220442B}">
      <dgm:prSet phldrT="[Texto]" custT="1"/>
      <dgm:spPr/>
      <dgm:t>
        <a:bodyPr/>
        <a:lstStyle/>
        <a:p>
          <a:r>
            <a:rPr lang="es-ES" sz="1400" dirty="0">
              <a:latin typeface="Arial" panose="020B0604020202020204" pitchFamily="34" charset="0"/>
              <a:cs typeface="Arial" panose="020B0604020202020204" pitchFamily="34" charset="0"/>
            </a:rPr>
            <a:t>El Vehículo  aumenta su distancia de frenado considerablemente,  depende de qué tan rápido se esté conduciendo, la condición de la carretera y la condición de sus frenos. </a:t>
          </a:r>
          <a:endParaRPr lang="es-CL" sz="1400" dirty="0">
            <a:latin typeface="Arial" panose="020B0604020202020204" pitchFamily="34" charset="0"/>
            <a:cs typeface="Arial" panose="020B0604020202020204" pitchFamily="34" charset="0"/>
          </a:endParaRPr>
        </a:p>
      </dgm:t>
    </dgm:pt>
    <dgm:pt modelId="{27768C18-EB33-41A5-9ACC-3AA277E2FF65}" type="parTrans" cxnId="{026E8866-45E9-4ACD-922C-792B8576DEC5}">
      <dgm:prSet/>
      <dgm:spPr/>
      <dgm:t>
        <a:bodyPr/>
        <a:lstStyle/>
        <a:p>
          <a:endParaRPr lang="es-CL"/>
        </a:p>
      </dgm:t>
    </dgm:pt>
    <dgm:pt modelId="{1DA6952D-A883-43BB-B1DB-5FD15BC4E9D2}" type="sibTrans" cxnId="{026E8866-45E9-4ACD-922C-792B8576DEC5}">
      <dgm:prSet/>
      <dgm:spPr/>
      <dgm:t>
        <a:bodyPr/>
        <a:lstStyle/>
        <a:p>
          <a:endParaRPr lang="es-CL"/>
        </a:p>
      </dgm:t>
    </dgm:pt>
    <dgm:pt modelId="{A1461A6F-3D71-48A9-822D-D5A886157FF3}">
      <dgm:prSet phldrT="[Texto]" custT="1"/>
      <dgm:spPr/>
      <dgm:t>
        <a:bodyPr/>
        <a:lstStyle/>
        <a:p>
          <a:r>
            <a:rPr lang="es-ES" sz="1400" dirty="0">
              <a:latin typeface="Arial" panose="020B0604020202020204" pitchFamily="34" charset="0"/>
              <a:cs typeface="Arial" panose="020B0604020202020204" pitchFamily="34" charset="0"/>
            </a:rPr>
            <a:t>Mod</a:t>
          </a:r>
          <a:r>
            <a:rPr lang="es-CL" sz="1400" dirty="0">
              <a:latin typeface="Arial" panose="020B0604020202020204" pitchFamily="34" charset="0"/>
              <a:cs typeface="Arial" panose="020B0604020202020204" pitchFamily="34" charset="0"/>
            </a:rPr>
            <a:t>elo Hyundai Tucson del año 2018  versión TI GI Advance motor 2.0. </a:t>
          </a:r>
        </a:p>
      </dgm:t>
    </dgm:pt>
    <dgm:pt modelId="{BB11F65D-73D7-40D9-993C-8BF796DA8D68}" type="parTrans" cxnId="{DAF4939F-E5A4-40F9-8841-9CC86A53C76E}">
      <dgm:prSet/>
      <dgm:spPr/>
      <dgm:t>
        <a:bodyPr/>
        <a:lstStyle/>
        <a:p>
          <a:endParaRPr lang="es-CL"/>
        </a:p>
      </dgm:t>
    </dgm:pt>
    <dgm:pt modelId="{2128749C-7C6D-4746-BE89-3D8F0A8294D0}" type="sibTrans" cxnId="{DAF4939F-E5A4-40F9-8841-9CC86A53C76E}">
      <dgm:prSet/>
      <dgm:spPr/>
      <dgm:t>
        <a:bodyPr/>
        <a:lstStyle/>
        <a:p>
          <a:endParaRPr lang="es-CL"/>
        </a:p>
      </dgm:t>
    </dgm:pt>
    <dgm:pt modelId="{E63F6116-00D7-43E5-8B37-D2DF8CAB6277}">
      <dgm:prSet phldrT="[Texto]" custT="1"/>
      <dgm:spPr/>
      <dgm:t>
        <a:bodyPr/>
        <a:lstStyle/>
        <a:p>
          <a:r>
            <a:rPr lang="es-CL" sz="1400" dirty="0">
              <a:latin typeface="Arial" panose="020B0604020202020204" pitchFamily="34" charset="0"/>
              <a:cs typeface="Arial" panose="020B0604020202020204" pitchFamily="34" charset="0"/>
            </a:rPr>
            <a:t>Cálculo de Grosor Final Después del Rectificado: Grosor final = Grosor inicial - Material eliminado durante el rectificado</a:t>
          </a:r>
        </a:p>
      </dgm:t>
    </dgm:pt>
    <dgm:pt modelId="{06628864-9169-4322-90F5-AAB8FD986621}" type="parTrans" cxnId="{6ECD9AE7-4176-48B3-8A50-7F7165C26FD5}">
      <dgm:prSet/>
      <dgm:spPr/>
      <dgm:t>
        <a:bodyPr/>
        <a:lstStyle/>
        <a:p>
          <a:endParaRPr lang="es-CL"/>
        </a:p>
      </dgm:t>
    </dgm:pt>
    <dgm:pt modelId="{5B72831C-88B8-48D0-A37E-677671FB00E2}" type="sibTrans" cxnId="{6ECD9AE7-4176-48B3-8A50-7F7165C26FD5}">
      <dgm:prSet/>
      <dgm:spPr/>
      <dgm:t>
        <a:bodyPr/>
        <a:lstStyle/>
        <a:p>
          <a:endParaRPr lang="es-CL"/>
        </a:p>
      </dgm:t>
    </dgm:pt>
    <dgm:pt modelId="{0ECF0F6B-A050-4AFB-B507-B63FE46D9D89}">
      <dgm:prSet phldrT="[Texto]" custT="1"/>
      <dgm:spPr/>
      <dgm:t>
        <a:bodyPr/>
        <a:lstStyle/>
        <a:p>
          <a:r>
            <a:rPr lang="es-CL" sz="1400" dirty="0">
              <a:latin typeface="Arial" panose="020B0604020202020204" pitchFamily="34" charset="0"/>
              <a:cs typeface="Arial" panose="020B0604020202020204" pitchFamily="34" charset="0"/>
            </a:rPr>
            <a:t>Cálculo del Material a Eliminar: Material a eliminar = Grosor inicial - Grosor mínimo especificado por el fabricante</a:t>
          </a:r>
        </a:p>
      </dgm:t>
    </dgm:pt>
    <dgm:pt modelId="{F9583A5B-CF6A-48D1-8B26-5A541AF0B0B0}" type="sibTrans" cxnId="{F375C9AA-F4F9-413D-A55A-0B66F0BFA6EE}">
      <dgm:prSet/>
      <dgm:spPr/>
      <dgm:t>
        <a:bodyPr/>
        <a:lstStyle/>
        <a:p>
          <a:endParaRPr lang="es-CL"/>
        </a:p>
      </dgm:t>
    </dgm:pt>
    <dgm:pt modelId="{440F7B8F-6985-4268-B89B-DC50114EC49F}" type="parTrans" cxnId="{F375C9AA-F4F9-413D-A55A-0B66F0BFA6EE}">
      <dgm:prSet/>
      <dgm:spPr/>
      <dgm:t>
        <a:bodyPr/>
        <a:lstStyle/>
        <a:p>
          <a:endParaRPr lang="es-CL"/>
        </a:p>
      </dgm:t>
    </dgm:pt>
    <dgm:pt modelId="{2666024B-F203-4637-B424-058CDACE9683}">
      <dgm:prSet custT="1"/>
      <dgm:spPr/>
      <dgm:t>
        <a:bodyPr/>
        <a:lstStyle/>
        <a:p>
          <a:r>
            <a:rPr lang="es-ES" sz="1400" dirty="0">
              <a:latin typeface="Arial" panose="020B0604020202020204" pitchFamily="34" charset="0"/>
              <a:cs typeface="Arial" panose="020B0604020202020204" pitchFamily="34" charset="0"/>
            </a:rPr>
            <a:t>Tras todo el sistema de frenos es muy importante para la seguirdad de todos los ocupantes dentro de este y fuera también, en este sistema lo que nosotros nos vamos a enfocar en sus discos de frenos, pastillas de freno o tambores de freno  traseros</a:t>
          </a:r>
          <a:endParaRPr lang="es-CL" sz="1400" dirty="0">
            <a:latin typeface="Arial" panose="020B0604020202020204" pitchFamily="34" charset="0"/>
            <a:cs typeface="Arial" panose="020B0604020202020204" pitchFamily="34" charset="0"/>
          </a:endParaRPr>
        </a:p>
      </dgm:t>
    </dgm:pt>
    <dgm:pt modelId="{393B5826-331E-49C3-A7D1-14F3B36BF6B8}" type="parTrans" cxnId="{595B416A-3504-420C-ACE0-0EDE1C40D3E1}">
      <dgm:prSet/>
      <dgm:spPr/>
      <dgm:t>
        <a:bodyPr/>
        <a:lstStyle/>
        <a:p>
          <a:endParaRPr lang="es-CL"/>
        </a:p>
      </dgm:t>
    </dgm:pt>
    <dgm:pt modelId="{9B58E0B5-BB95-4893-BF06-EA09CA340659}" type="sibTrans" cxnId="{595B416A-3504-420C-ACE0-0EDE1C40D3E1}">
      <dgm:prSet/>
      <dgm:spPr/>
      <dgm:t>
        <a:bodyPr/>
        <a:lstStyle/>
        <a:p>
          <a:endParaRPr lang="es-CL"/>
        </a:p>
      </dgm:t>
    </dgm:pt>
    <dgm:pt modelId="{F13A40D3-AC5B-43D8-A35D-AD1FF134CC1C}">
      <dgm:prSet phldrT="[Texto]" custT="1"/>
      <dgm:spPr/>
      <dgm:t>
        <a:bodyPr/>
        <a:lstStyle/>
        <a:p>
          <a:r>
            <a:rPr lang="es-CL" sz="1400" dirty="0">
              <a:latin typeface="Arial" panose="020B0604020202020204" pitchFamily="34" charset="0"/>
              <a:cs typeface="Arial" panose="020B0604020202020204" pitchFamily="34" charset="0"/>
            </a:rPr>
            <a:t>Desarrollo de Materiales Innovadores para Frenos: </a:t>
          </a:r>
          <a:r>
            <a:rPr lang="es-ES" sz="1400" dirty="0">
              <a:latin typeface="Arial" panose="020B0604020202020204" pitchFamily="34" charset="0"/>
              <a:cs typeface="Arial" panose="020B0604020202020204" pitchFamily="34" charset="0"/>
            </a:rPr>
            <a:t> nuevos materiales para discos y pastillas de freno con el objetivo de mejorar la eficiencia del frenado y reducir la distancia de frenado. </a:t>
          </a:r>
          <a:endParaRPr lang="es-CL" sz="1400" dirty="0">
            <a:latin typeface="Arial" panose="020B0604020202020204" pitchFamily="34" charset="0"/>
            <a:cs typeface="Arial" panose="020B0604020202020204" pitchFamily="34" charset="0"/>
          </a:endParaRPr>
        </a:p>
      </dgm:t>
    </dgm:pt>
    <dgm:pt modelId="{5ED5CD29-500A-4E65-B06C-72323A6F0578}" type="parTrans" cxnId="{EACCD11B-3A07-4D28-95D2-EF9372376697}">
      <dgm:prSet/>
      <dgm:spPr/>
      <dgm:t>
        <a:bodyPr/>
        <a:lstStyle/>
        <a:p>
          <a:endParaRPr lang="es-CL"/>
        </a:p>
      </dgm:t>
    </dgm:pt>
    <dgm:pt modelId="{B6837EE5-ACD5-408D-8CBA-55EDD59EF0DE}" type="sibTrans" cxnId="{EACCD11B-3A07-4D28-95D2-EF9372376697}">
      <dgm:prSet/>
      <dgm:spPr/>
      <dgm:t>
        <a:bodyPr/>
        <a:lstStyle/>
        <a:p>
          <a:endParaRPr lang="es-CL"/>
        </a:p>
      </dgm:t>
    </dgm:pt>
    <dgm:pt modelId="{BBBF8A40-DB26-468A-A0C8-FD267AFEEA40}">
      <dgm:prSet phldrT="[Texto]" custT="1"/>
      <dgm:spPr/>
      <dgm:t>
        <a:bodyPr/>
        <a:lstStyle/>
        <a:p>
          <a:r>
            <a:rPr lang="es-ES" sz="1400" dirty="0">
              <a:latin typeface="Arial" panose="020B0604020202020204" pitchFamily="34" charset="0"/>
              <a:cs typeface="Arial" panose="020B0604020202020204" pitchFamily="34" charset="0"/>
            </a:rPr>
            <a:t>Influencia de la Velocidad en la Distancia de Frenado.</a:t>
          </a:r>
          <a:endParaRPr lang="es-CL" sz="1400" dirty="0">
            <a:latin typeface="Arial" panose="020B0604020202020204" pitchFamily="34" charset="0"/>
            <a:cs typeface="Arial" panose="020B0604020202020204" pitchFamily="34" charset="0"/>
          </a:endParaRPr>
        </a:p>
      </dgm:t>
    </dgm:pt>
    <dgm:pt modelId="{AFC8C276-FE08-47D1-A977-A1556EE51AAB}" type="parTrans" cxnId="{8F58D88E-9144-4308-821E-313C5325B4C1}">
      <dgm:prSet/>
      <dgm:spPr/>
      <dgm:t>
        <a:bodyPr/>
        <a:lstStyle/>
        <a:p>
          <a:endParaRPr lang="es-CL"/>
        </a:p>
      </dgm:t>
    </dgm:pt>
    <dgm:pt modelId="{50BD2008-DC19-4144-AE59-DBCD89F430D2}" type="sibTrans" cxnId="{8F58D88E-9144-4308-821E-313C5325B4C1}">
      <dgm:prSet/>
      <dgm:spPr/>
      <dgm:t>
        <a:bodyPr/>
        <a:lstStyle/>
        <a:p>
          <a:endParaRPr lang="es-CL"/>
        </a:p>
      </dgm:t>
    </dgm:pt>
    <dgm:pt modelId="{BCD50A20-09F0-4398-ADBA-2978D560D991}" type="pres">
      <dgm:prSet presAssocID="{B10B53D8-08A5-4506-B0FA-2ED999989837}" presName="Name0" presStyleCnt="0">
        <dgm:presLayoutVars>
          <dgm:dir/>
          <dgm:resizeHandles val="exact"/>
        </dgm:presLayoutVars>
      </dgm:prSet>
      <dgm:spPr/>
    </dgm:pt>
    <dgm:pt modelId="{9CA3BCC7-59F7-4E3F-9475-CC21CC294634}" type="pres">
      <dgm:prSet presAssocID="{6AE04CBA-9425-419B-B378-5EC8902E800F}" presName="node" presStyleLbl="node1" presStyleIdx="0" presStyleCnt="3" custScaleX="117166">
        <dgm:presLayoutVars>
          <dgm:bulletEnabled val="1"/>
        </dgm:presLayoutVars>
      </dgm:prSet>
      <dgm:spPr/>
    </dgm:pt>
    <dgm:pt modelId="{04ADC853-9AA9-481F-8853-1BD062163B06}" type="pres">
      <dgm:prSet presAssocID="{AB7C3B66-6BA7-4718-A0BF-BCE09C3511F1}" presName="sibTrans" presStyleCnt="0"/>
      <dgm:spPr/>
    </dgm:pt>
    <dgm:pt modelId="{461CFD8F-F1BB-48BC-9894-4C71F453F307}" type="pres">
      <dgm:prSet presAssocID="{7D2C62DB-D1CC-411D-9582-D54507FA6FE3}" presName="node" presStyleLbl="node1" presStyleIdx="1" presStyleCnt="3">
        <dgm:presLayoutVars>
          <dgm:bulletEnabled val="1"/>
        </dgm:presLayoutVars>
      </dgm:prSet>
      <dgm:spPr/>
    </dgm:pt>
    <dgm:pt modelId="{D0A3F530-215F-49C5-BBEF-D648F9C6AD2F}" type="pres">
      <dgm:prSet presAssocID="{9C411FDB-67D0-43C7-AB90-CE8FD07D8226}" presName="sibTrans" presStyleCnt="0"/>
      <dgm:spPr/>
    </dgm:pt>
    <dgm:pt modelId="{0591CEA2-5F8A-4962-8119-D0B6EC5270B0}" type="pres">
      <dgm:prSet presAssocID="{D51D2045-A91B-45B7-A561-036DF7FEB226}" presName="node" presStyleLbl="node1" presStyleIdx="2" presStyleCnt="3" custScaleX="108469" custLinFactX="-1540" custLinFactNeighborX="-100000" custLinFactNeighborY="1050">
        <dgm:presLayoutVars>
          <dgm:bulletEnabled val="1"/>
        </dgm:presLayoutVars>
      </dgm:prSet>
      <dgm:spPr/>
    </dgm:pt>
  </dgm:ptLst>
  <dgm:cxnLst>
    <dgm:cxn modelId="{1F33DC04-7B24-420B-AFF3-364FC40FF649}" srcId="{B10B53D8-08A5-4506-B0FA-2ED999989837}" destId="{D51D2045-A91B-45B7-A561-036DF7FEB226}" srcOrd="2" destOrd="0" parTransId="{18788A46-829B-4C7F-848B-B7DDBF467DC0}" sibTransId="{A9E96E92-02AF-4EE1-9DBA-5AB7342DEDCE}"/>
    <dgm:cxn modelId="{E9BFCA0E-5E9B-421C-A0CA-CA28991CB8BA}" type="presOf" srcId="{F13A40D3-AC5B-43D8-A35D-AD1FF134CC1C}" destId="{0591CEA2-5F8A-4962-8119-D0B6EC5270B0}" srcOrd="0" destOrd="2" presId="urn:microsoft.com/office/officeart/2005/8/layout/hList6"/>
    <dgm:cxn modelId="{1A120811-3C32-4A91-A0C5-B796BC0C2B60}" type="presOf" srcId="{B10B53D8-08A5-4506-B0FA-2ED999989837}" destId="{BCD50A20-09F0-4398-ADBA-2978D560D991}" srcOrd="0" destOrd="0" presId="urn:microsoft.com/office/officeart/2005/8/layout/hList6"/>
    <dgm:cxn modelId="{EACCD11B-3A07-4D28-95D2-EF9372376697}" srcId="{D51D2045-A91B-45B7-A561-036DF7FEB226}" destId="{F13A40D3-AC5B-43D8-A35D-AD1FF134CC1C}" srcOrd="1" destOrd="0" parTransId="{5ED5CD29-500A-4E65-B06C-72323A6F0578}" sibTransId="{B6837EE5-ACD5-408D-8CBA-55EDD59EF0DE}"/>
    <dgm:cxn modelId="{EF133D3F-F60C-43EA-AF87-9DA6589D595E}" type="presOf" srcId="{BBBF8A40-DB26-468A-A0C8-FD267AFEEA40}" destId="{0591CEA2-5F8A-4962-8119-D0B6EC5270B0}" srcOrd="0" destOrd="1" presId="urn:microsoft.com/office/officeart/2005/8/layout/hList6"/>
    <dgm:cxn modelId="{026E8866-45E9-4ACD-922C-792B8576DEC5}" srcId="{6AE04CBA-9425-419B-B378-5EC8902E800F}" destId="{8E173597-6316-43AB-AF13-F3B13220442B}" srcOrd="0" destOrd="0" parTransId="{27768C18-EB33-41A5-9ACC-3AA277E2FF65}" sibTransId="{1DA6952D-A883-43BB-B1DB-5FD15BC4E9D2}"/>
    <dgm:cxn modelId="{42661567-AF66-4BFF-9D98-C43A92F013B5}" srcId="{B10B53D8-08A5-4506-B0FA-2ED999989837}" destId="{7D2C62DB-D1CC-411D-9582-D54507FA6FE3}" srcOrd="1" destOrd="0" parTransId="{8500C74E-5366-4E61-8E4F-812074A27058}" sibTransId="{9C411FDB-67D0-43C7-AB90-CE8FD07D8226}"/>
    <dgm:cxn modelId="{97562E6A-FF3C-425F-820A-52D9FAE00C1A}" type="presOf" srcId="{A1461A6F-3D71-48A9-822D-D5A886157FF3}" destId="{9CA3BCC7-59F7-4E3F-9475-CC21CC294634}" srcOrd="0" destOrd="3" presId="urn:microsoft.com/office/officeart/2005/8/layout/hList6"/>
    <dgm:cxn modelId="{595B416A-3504-420C-ACE0-0EDE1C40D3E1}" srcId="{6AE04CBA-9425-419B-B378-5EC8902E800F}" destId="{2666024B-F203-4637-B424-058CDACE9683}" srcOrd="1" destOrd="0" parTransId="{393B5826-331E-49C3-A7D1-14F3B36BF6B8}" sibTransId="{9B58E0B5-BB95-4893-BF06-EA09CA340659}"/>
    <dgm:cxn modelId="{DFCE606C-AC25-470D-8787-9B7E64AF6F42}" type="presOf" srcId="{47E09E05-3B46-48C4-A440-1F2A5EB882A0}" destId="{0591CEA2-5F8A-4962-8119-D0B6EC5270B0}" srcOrd="0" destOrd="3" presId="urn:microsoft.com/office/officeart/2005/8/layout/hList6"/>
    <dgm:cxn modelId="{A6FD5D4F-8122-471A-878C-921351701290}" type="presOf" srcId="{2666024B-F203-4637-B424-058CDACE9683}" destId="{9CA3BCC7-59F7-4E3F-9475-CC21CC294634}" srcOrd="0" destOrd="2" presId="urn:microsoft.com/office/officeart/2005/8/layout/hList6"/>
    <dgm:cxn modelId="{42292D55-CBDA-4B4C-9DBD-B443184AFBC8}" type="presOf" srcId="{0ECF0F6B-A050-4AFB-B507-B63FE46D9D89}" destId="{461CFD8F-F1BB-48BC-9894-4C71F453F307}" srcOrd="0" destOrd="1" presId="urn:microsoft.com/office/officeart/2005/8/layout/hList6"/>
    <dgm:cxn modelId="{98622657-0D9F-4317-9892-E161BA89EC1F}" type="presOf" srcId="{7D2C62DB-D1CC-411D-9582-D54507FA6FE3}" destId="{461CFD8F-F1BB-48BC-9894-4C71F453F307}" srcOrd="0" destOrd="0" presId="urn:microsoft.com/office/officeart/2005/8/layout/hList6"/>
    <dgm:cxn modelId="{8F58D88E-9144-4308-821E-313C5325B4C1}" srcId="{D51D2045-A91B-45B7-A561-036DF7FEB226}" destId="{BBBF8A40-DB26-468A-A0C8-FD267AFEEA40}" srcOrd="0" destOrd="0" parTransId="{AFC8C276-FE08-47D1-A977-A1556EE51AAB}" sibTransId="{50BD2008-DC19-4144-AE59-DBCD89F430D2}"/>
    <dgm:cxn modelId="{DAF4939F-E5A4-40F9-8841-9CC86A53C76E}" srcId="{6AE04CBA-9425-419B-B378-5EC8902E800F}" destId="{A1461A6F-3D71-48A9-822D-D5A886157FF3}" srcOrd="2" destOrd="0" parTransId="{BB11F65D-73D7-40D9-993C-8BF796DA8D68}" sibTransId="{2128749C-7C6D-4746-BE89-3D8F0A8294D0}"/>
    <dgm:cxn modelId="{51D3BE9F-25C0-43FF-9663-F9BFF189C4A7}" type="presOf" srcId="{6AE04CBA-9425-419B-B378-5EC8902E800F}" destId="{9CA3BCC7-59F7-4E3F-9475-CC21CC294634}" srcOrd="0" destOrd="0" presId="urn:microsoft.com/office/officeart/2005/8/layout/hList6"/>
    <dgm:cxn modelId="{F375C9AA-F4F9-413D-A55A-0B66F0BFA6EE}" srcId="{7D2C62DB-D1CC-411D-9582-D54507FA6FE3}" destId="{0ECF0F6B-A050-4AFB-B507-B63FE46D9D89}" srcOrd="0" destOrd="0" parTransId="{440F7B8F-6985-4268-B89B-DC50114EC49F}" sibTransId="{F9583A5B-CF6A-48D1-8B26-5A541AF0B0B0}"/>
    <dgm:cxn modelId="{FFB3B6D9-3051-4F92-958E-09B7D6068F5D}" srcId="{D51D2045-A91B-45B7-A561-036DF7FEB226}" destId="{47E09E05-3B46-48C4-A440-1F2A5EB882A0}" srcOrd="2" destOrd="0" parTransId="{6B2F028E-C4EE-4061-809A-B4649D47E50C}" sibTransId="{AB8D5C05-4ED7-4BA8-9C0B-9FC5C334F6FE}"/>
    <dgm:cxn modelId="{0105A3DA-2469-4CF8-A8D2-A97A7540F964}" srcId="{B10B53D8-08A5-4506-B0FA-2ED999989837}" destId="{6AE04CBA-9425-419B-B378-5EC8902E800F}" srcOrd="0" destOrd="0" parTransId="{9125144D-7303-4BA4-B0CE-3BEB10D4360D}" sibTransId="{AB7C3B66-6BA7-4718-A0BF-BCE09C3511F1}"/>
    <dgm:cxn modelId="{689C49DB-A566-4979-93AA-8CD782BFAB8D}" type="presOf" srcId="{D51D2045-A91B-45B7-A561-036DF7FEB226}" destId="{0591CEA2-5F8A-4962-8119-D0B6EC5270B0}" srcOrd="0" destOrd="0" presId="urn:microsoft.com/office/officeart/2005/8/layout/hList6"/>
    <dgm:cxn modelId="{66D1E1E5-04E7-4ABE-8009-3512F27468AC}" type="presOf" srcId="{E63F6116-00D7-43E5-8B37-D2DF8CAB6277}" destId="{461CFD8F-F1BB-48BC-9894-4C71F453F307}" srcOrd="0" destOrd="2" presId="urn:microsoft.com/office/officeart/2005/8/layout/hList6"/>
    <dgm:cxn modelId="{6ECD9AE7-4176-48B3-8A50-7F7165C26FD5}" srcId="{7D2C62DB-D1CC-411D-9582-D54507FA6FE3}" destId="{E63F6116-00D7-43E5-8B37-D2DF8CAB6277}" srcOrd="1" destOrd="0" parTransId="{06628864-9169-4322-90F5-AAB8FD986621}" sibTransId="{5B72831C-88B8-48D0-A37E-677671FB00E2}"/>
    <dgm:cxn modelId="{434BE5F4-C281-4B3D-9467-7CAEC1BA07A0}" type="presOf" srcId="{8E173597-6316-43AB-AF13-F3B13220442B}" destId="{9CA3BCC7-59F7-4E3F-9475-CC21CC294634}" srcOrd="0" destOrd="1" presId="urn:microsoft.com/office/officeart/2005/8/layout/hList6"/>
    <dgm:cxn modelId="{465A746F-DE04-4A4F-B5B9-196D6ADE3D4C}" type="presParOf" srcId="{BCD50A20-09F0-4398-ADBA-2978D560D991}" destId="{9CA3BCC7-59F7-4E3F-9475-CC21CC294634}" srcOrd="0" destOrd="0" presId="urn:microsoft.com/office/officeart/2005/8/layout/hList6"/>
    <dgm:cxn modelId="{D6B87BD9-E119-4341-B41F-C4049F956375}" type="presParOf" srcId="{BCD50A20-09F0-4398-ADBA-2978D560D991}" destId="{04ADC853-9AA9-481F-8853-1BD062163B06}" srcOrd="1" destOrd="0" presId="urn:microsoft.com/office/officeart/2005/8/layout/hList6"/>
    <dgm:cxn modelId="{62C82A8C-B039-410A-A0CB-6D8DAF5BD170}" type="presParOf" srcId="{BCD50A20-09F0-4398-ADBA-2978D560D991}" destId="{461CFD8F-F1BB-48BC-9894-4C71F453F307}" srcOrd="2" destOrd="0" presId="urn:microsoft.com/office/officeart/2005/8/layout/hList6"/>
    <dgm:cxn modelId="{D19DC597-3502-40E6-BECF-796470CA8405}" type="presParOf" srcId="{BCD50A20-09F0-4398-ADBA-2978D560D991}" destId="{D0A3F530-215F-49C5-BBEF-D648F9C6AD2F}" srcOrd="3" destOrd="0" presId="urn:microsoft.com/office/officeart/2005/8/layout/hList6"/>
    <dgm:cxn modelId="{25B35C24-5A9E-4964-85F2-5F83E30287F3}" type="presParOf" srcId="{BCD50A20-09F0-4398-ADBA-2978D560D991}" destId="{0591CEA2-5F8A-4962-8119-D0B6EC5270B0}" srcOrd="4" destOrd="0" presId="urn:microsoft.com/office/officeart/2005/8/layout/hList6"/>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1B45BA4D-B21A-4631-B888-AE03CF890C9B}" type="doc">
      <dgm:prSet loTypeId="urn:microsoft.com/office/officeart/2005/8/layout/hList2" loCatId="list" qsTypeId="urn:microsoft.com/office/officeart/2005/8/quickstyle/simple1" qsCatId="simple" csTypeId="urn:microsoft.com/office/officeart/2005/8/colors/accent1_2" csCatId="accent1" phldr="1"/>
      <dgm:spPr/>
      <dgm:t>
        <a:bodyPr/>
        <a:lstStyle/>
        <a:p>
          <a:endParaRPr lang="es-CL"/>
        </a:p>
      </dgm:t>
    </dgm:pt>
    <dgm:pt modelId="{A69B0936-9FC8-4E23-B8C7-C2129E559E2D}">
      <dgm:prSet phldrT="[Texto]"/>
      <dgm:spPr/>
      <dgm:t>
        <a:bodyPr/>
        <a:lstStyle/>
        <a:p>
          <a:r>
            <a:rPr lang="es-ES" dirty="0"/>
            <a:t>Objetivo</a:t>
          </a:r>
          <a:endParaRPr lang="es-CL" dirty="0"/>
        </a:p>
      </dgm:t>
    </dgm:pt>
    <dgm:pt modelId="{6CAB3D9F-1243-45E8-96B0-5BBCE2667CC5}" type="parTrans" cxnId="{2F48835D-764C-4649-9943-3825026F1C00}">
      <dgm:prSet/>
      <dgm:spPr/>
      <dgm:t>
        <a:bodyPr/>
        <a:lstStyle/>
        <a:p>
          <a:endParaRPr lang="es-CL"/>
        </a:p>
      </dgm:t>
    </dgm:pt>
    <dgm:pt modelId="{622A87AD-E4C9-4CCA-BCA1-4B4BC184528D}" type="sibTrans" cxnId="{2F48835D-764C-4649-9943-3825026F1C00}">
      <dgm:prSet/>
      <dgm:spPr/>
      <dgm:t>
        <a:bodyPr/>
        <a:lstStyle/>
        <a:p>
          <a:endParaRPr lang="es-CL"/>
        </a:p>
      </dgm:t>
    </dgm:pt>
    <dgm:pt modelId="{7AC167C3-9ED4-4340-B558-7AEE6D6366D9}">
      <dgm:prSet phldrT="[Texto]"/>
      <dgm:spPr/>
      <dgm:t>
        <a:bodyPr/>
        <a:lstStyle/>
        <a:p>
          <a:r>
            <a:rPr lang="es-ES" dirty="0"/>
            <a:t>Disminuir la distancia de frenado o obtener la distancia optima de frenado de acuerdo a su fabricante</a:t>
          </a:r>
          <a:endParaRPr lang="es-CL" dirty="0"/>
        </a:p>
      </dgm:t>
    </dgm:pt>
    <dgm:pt modelId="{A73DC5F5-F174-4329-BF8B-3C7C8E51F2D1}" type="parTrans" cxnId="{505CF1D2-B10A-42E7-947D-7DEAC71000A8}">
      <dgm:prSet/>
      <dgm:spPr/>
      <dgm:t>
        <a:bodyPr/>
        <a:lstStyle/>
        <a:p>
          <a:endParaRPr lang="es-CL"/>
        </a:p>
      </dgm:t>
    </dgm:pt>
    <dgm:pt modelId="{217CB0E1-4EBE-4975-999E-A80A003CD0F2}" type="sibTrans" cxnId="{505CF1D2-B10A-42E7-947D-7DEAC71000A8}">
      <dgm:prSet/>
      <dgm:spPr/>
      <dgm:t>
        <a:bodyPr/>
        <a:lstStyle/>
        <a:p>
          <a:endParaRPr lang="es-CL"/>
        </a:p>
      </dgm:t>
    </dgm:pt>
    <dgm:pt modelId="{43A2764B-3407-4CDF-BDBF-2ACFA6719A4D}">
      <dgm:prSet phldrT="[Texto]"/>
      <dgm:spPr/>
      <dgm:t>
        <a:bodyPr/>
        <a:lstStyle/>
        <a:p>
          <a:r>
            <a:rPr lang="es-ES" dirty="0"/>
            <a:t>Preguntas de Investigación</a:t>
          </a:r>
          <a:endParaRPr lang="es-CL" dirty="0"/>
        </a:p>
      </dgm:t>
    </dgm:pt>
    <dgm:pt modelId="{914A06D0-8509-4AB1-B378-2B07647D965B}" type="parTrans" cxnId="{68E8D1E0-9323-44E2-9243-722231230F4F}">
      <dgm:prSet/>
      <dgm:spPr/>
      <dgm:t>
        <a:bodyPr/>
        <a:lstStyle/>
        <a:p>
          <a:endParaRPr lang="es-CL"/>
        </a:p>
      </dgm:t>
    </dgm:pt>
    <dgm:pt modelId="{D2DE1820-FCF8-4F3B-B645-AFAF450C60A0}" type="sibTrans" cxnId="{68E8D1E0-9323-44E2-9243-722231230F4F}">
      <dgm:prSet/>
      <dgm:spPr/>
      <dgm:t>
        <a:bodyPr/>
        <a:lstStyle/>
        <a:p>
          <a:endParaRPr lang="es-CL"/>
        </a:p>
      </dgm:t>
    </dgm:pt>
    <dgm:pt modelId="{CEEB78ED-4F2C-40E3-95B3-E6DED9F22807}">
      <dgm:prSet phldrT="[Texto]"/>
      <dgm:spPr/>
      <dgm:t>
        <a:bodyPr/>
        <a:lstStyle/>
        <a:p>
          <a:r>
            <a:rPr lang="es-ES" dirty="0"/>
            <a:t>1.¿Porque esta Aumentando su distancia de frenado?</a:t>
          </a:r>
          <a:endParaRPr lang="es-CL" dirty="0"/>
        </a:p>
      </dgm:t>
    </dgm:pt>
    <dgm:pt modelId="{F3DD5D92-E9B5-469C-8AB3-F155E4B2022F}" type="parTrans" cxnId="{102992F7-3F3B-498B-A3EF-BB9281187C50}">
      <dgm:prSet/>
      <dgm:spPr/>
      <dgm:t>
        <a:bodyPr/>
        <a:lstStyle/>
        <a:p>
          <a:endParaRPr lang="es-CL"/>
        </a:p>
      </dgm:t>
    </dgm:pt>
    <dgm:pt modelId="{C72F97FC-0C47-43A1-97C9-03F0E214F008}" type="sibTrans" cxnId="{102992F7-3F3B-498B-A3EF-BB9281187C50}">
      <dgm:prSet/>
      <dgm:spPr/>
      <dgm:t>
        <a:bodyPr/>
        <a:lstStyle/>
        <a:p>
          <a:endParaRPr lang="es-CL"/>
        </a:p>
      </dgm:t>
    </dgm:pt>
    <dgm:pt modelId="{FE7F0862-44D6-4DA3-8731-3DAE5C7FEB72}">
      <dgm:prSet/>
      <dgm:spPr/>
      <dgm:t>
        <a:bodyPr/>
        <a:lstStyle/>
        <a:p>
          <a:r>
            <a:rPr lang="es-ES"/>
            <a:t> 2.¿Cómo verificar si aumento su distancia? </a:t>
          </a:r>
          <a:endParaRPr lang="es-CL"/>
        </a:p>
      </dgm:t>
    </dgm:pt>
    <dgm:pt modelId="{12FF3477-1763-416C-8C8D-0AB59F6D3A40}" type="parTrans" cxnId="{C3AABA8C-E11B-4001-A19C-F29D4E8A53E1}">
      <dgm:prSet/>
      <dgm:spPr/>
      <dgm:t>
        <a:bodyPr/>
        <a:lstStyle/>
        <a:p>
          <a:endParaRPr lang="es-CL"/>
        </a:p>
      </dgm:t>
    </dgm:pt>
    <dgm:pt modelId="{2424A3B9-2E88-4F22-AC03-7AD714341FF4}" type="sibTrans" cxnId="{C3AABA8C-E11B-4001-A19C-F29D4E8A53E1}">
      <dgm:prSet/>
      <dgm:spPr/>
      <dgm:t>
        <a:bodyPr/>
        <a:lstStyle/>
        <a:p>
          <a:endParaRPr lang="es-CL"/>
        </a:p>
      </dgm:t>
    </dgm:pt>
    <dgm:pt modelId="{07593B2A-FDAC-4ECC-860C-BD346F3D22D5}">
      <dgm:prSet/>
      <dgm:spPr/>
      <dgm:t>
        <a:bodyPr/>
        <a:lstStyle/>
        <a:p>
          <a:r>
            <a:rPr lang="es-ES"/>
            <a:t>3.¿Cómo solucionamos el problema? </a:t>
          </a:r>
          <a:endParaRPr lang="es-CL"/>
        </a:p>
      </dgm:t>
    </dgm:pt>
    <dgm:pt modelId="{444B9F92-E559-4B99-8E32-ED0685FE49A2}" type="parTrans" cxnId="{942E34C8-D127-4D85-95BE-A97DF29581E8}">
      <dgm:prSet/>
      <dgm:spPr/>
      <dgm:t>
        <a:bodyPr/>
        <a:lstStyle/>
        <a:p>
          <a:endParaRPr lang="es-CL"/>
        </a:p>
      </dgm:t>
    </dgm:pt>
    <dgm:pt modelId="{A21089CE-EC42-4BCC-AAC2-09965CA82E4C}" type="sibTrans" cxnId="{942E34C8-D127-4D85-95BE-A97DF29581E8}">
      <dgm:prSet/>
      <dgm:spPr/>
      <dgm:t>
        <a:bodyPr/>
        <a:lstStyle/>
        <a:p>
          <a:endParaRPr lang="es-CL"/>
        </a:p>
      </dgm:t>
    </dgm:pt>
    <dgm:pt modelId="{9C7C1770-DC74-4EC3-99F2-384F29AFEA17}">
      <dgm:prSet/>
      <dgm:spPr/>
      <dgm:t>
        <a:bodyPr/>
        <a:lstStyle/>
        <a:p>
          <a:r>
            <a:rPr lang="es-ES"/>
            <a:t>4.¿Cómo sabes si hay que cambiar un componente o solo realizarle una rectificada?.</a:t>
          </a:r>
          <a:endParaRPr lang="es-CL"/>
        </a:p>
      </dgm:t>
    </dgm:pt>
    <dgm:pt modelId="{A36AE648-C960-4FBE-9398-92654ADB14C6}" type="parTrans" cxnId="{3ABC5E3A-E655-47E0-B789-58FD40A75761}">
      <dgm:prSet/>
      <dgm:spPr/>
      <dgm:t>
        <a:bodyPr/>
        <a:lstStyle/>
        <a:p>
          <a:endParaRPr lang="es-CL"/>
        </a:p>
      </dgm:t>
    </dgm:pt>
    <dgm:pt modelId="{503FFF5E-07D1-4F79-ABA6-043B0D77AEE5}" type="sibTrans" cxnId="{3ABC5E3A-E655-47E0-B789-58FD40A75761}">
      <dgm:prSet/>
      <dgm:spPr/>
      <dgm:t>
        <a:bodyPr/>
        <a:lstStyle/>
        <a:p>
          <a:endParaRPr lang="es-CL"/>
        </a:p>
      </dgm:t>
    </dgm:pt>
    <dgm:pt modelId="{2068834A-080E-41CE-B169-B023F9057485}">
      <dgm:prSet/>
      <dgm:spPr/>
      <dgm:t>
        <a:bodyPr/>
        <a:lstStyle/>
        <a:p>
          <a:r>
            <a:rPr lang="es-ES"/>
            <a:t> 5.¿Cuánto se puede Rectificar el componente?.</a:t>
          </a:r>
          <a:endParaRPr lang="es-CL"/>
        </a:p>
      </dgm:t>
    </dgm:pt>
    <dgm:pt modelId="{51DEB9A3-AFA0-4937-8CD9-25AFA40CA93A}" type="parTrans" cxnId="{41D765F9-DCE0-42AE-B9FD-35AD8822B7CF}">
      <dgm:prSet/>
      <dgm:spPr/>
      <dgm:t>
        <a:bodyPr/>
        <a:lstStyle/>
        <a:p>
          <a:endParaRPr lang="es-CL"/>
        </a:p>
      </dgm:t>
    </dgm:pt>
    <dgm:pt modelId="{9D0D9C10-2AD8-4140-B2A8-F4316B40723C}" type="sibTrans" cxnId="{41D765F9-DCE0-42AE-B9FD-35AD8822B7CF}">
      <dgm:prSet/>
      <dgm:spPr/>
      <dgm:t>
        <a:bodyPr/>
        <a:lstStyle/>
        <a:p>
          <a:endParaRPr lang="es-CL"/>
        </a:p>
      </dgm:t>
    </dgm:pt>
    <dgm:pt modelId="{F4EE6DE3-1B47-48AF-A2A3-17DE5323A43D}">
      <dgm:prSet/>
      <dgm:spPr/>
      <dgm:t>
        <a:bodyPr/>
        <a:lstStyle/>
        <a:p>
          <a:r>
            <a:rPr lang="es-ES" dirty="0"/>
            <a:t>6.¿Porque al frenar hace un chillido?.</a:t>
          </a:r>
          <a:endParaRPr lang="es-CL" dirty="0"/>
        </a:p>
      </dgm:t>
    </dgm:pt>
    <dgm:pt modelId="{A76FCF40-586E-4742-8357-9379FA865568}" type="parTrans" cxnId="{8A5BD754-0DA9-4D81-8333-DA5392CAA60D}">
      <dgm:prSet/>
      <dgm:spPr/>
      <dgm:t>
        <a:bodyPr/>
        <a:lstStyle/>
        <a:p>
          <a:endParaRPr lang="es-CL"/>
        </a:p>
      </dgm:t>
    </dgm:pt>
    <dgm:pt modelId="{99FE2B0C-49A4-4678-AC0A-1A62D8616196}" type="sibTrans" cxnId="{8A5BD754-0DA9-4D81-8333-DA5392CAA60D}">
      <dgm:prSet/>
      <dgm:spPr/>
      <dgm:t>
        <a:bodyPr/>
        <a:lstStyle/>
        <a:p>
          <a:endParaRPr lang="es-CL"/>
        </a:p>
      </dgm:t>
    </dgm:pt>
    <dgm:pt modelId="{C7F5641B-8611-4792-A6B5-2E6F35B135CB}">
      <dgm:prSet/>
      <dgm:spPr/>
      <dgm:t>
        <a:bodyPr/>
        <a:lstStyle/>
        <a:p>
          <a:r>
            <a:rPr lang="es-ES" dirty="0"/>
            <a:t>7.¿Qué es importante hacer a medida que aumenta su velocidad?</a:t>
          </a:r>
          <a:endParaRPr lang="es-CL" dirty="0"/>
        </a:p>
      </dgm:t>
    </dgm:pt>
    <dgm:pt modelId="{ED27A1CA-F6B8-49DC-822F-4106CF160C19}" type="parTrans" cxnId="{55FBE803-8A36-4DC7-8177-5AF26C58013B}">
      <dgm:prSet/>
      <dgm:spPr/>
      <dgm:t>
        <a:bodyPr/>
        <a:lstStyle/>
        <a:p>
          <a:endParaRPr lang="es-CL"/>
        </a:p>
      </dgm:t>
    </dgm:pt>
    <dgm:pt modelId="{E1C732EC-7B15-466F-9A2F-2F05AAEECA21}" type="sibTrans" cxnId="{55FBE803-8A36-4DC7-8177-5AF26C58013B}">
      <dgm:prSet/>
      <dgm:spPr/>
      <dgm:t>
        <a:bodyPr/>
        <a:lstStyle/>
        <a:p>
          <a:endParaRPr lang="es-CL"/>
        </a:p>
      </dgm:t>
    </dgm:pt>
    <dgm:pt modelId="{A2515B17-C3D7-4DA9-B232-88B808431B6F}">
      <dgm:prSet/>
      <dgm:spPr/>
      <dgm:t>
        <a:bodyPr/>
        <a:lstStyle/>
        <a:p>
          <a:endParaRPr lang="es-CL" dirty="0"/>
        </a:p>
      </dgm:t>
    </dgm:pt>
    <dgm:pt modelId="{FA5CCFB6-7E18-4791-90ED-C09623B43236}" type="parTrans" cxnId="{F9D42C6C-CBDB-4637-AA72-62AE81525FCF}">
      <dgm:prSet/>
      <dgm:spPr/>
      <dgm:t>
        <a:bodyPr/>
        <a:lstStyle/>
        <a:p>
          <a:endParaRPr lang="es-CL"/>
        </a:p>
      </dgm:t>
    </dgm:pt>
    <dgm:pt modelId="{16FC82B4-4514-4B2D-ACE0-9A66B613A445}" type="sibTrans" cxnId="{F9D42C6C-CBDB-4637-AA72-62AE81525FCF}">
      <dgm:prSet/>
      <dgm:spPr/>
      <dgm:t>
        <a:bodyPr/>
        <a:lstStyle/>
        <a:p>
          <a:endParaRPr lang="es-CL"/>
        </a:p>
      </dgm:t>
    </dgm:pt>
    <dgm:pt modelId="{C7FAB929-FC10-4904-8C41-10D4545E12CF}" type="pres">
      <dgm:prSet presAssocID="{1B45BA4D-B21A-4631-B888-AE03CF890C9B}" presName="linearFlow" presStyleCnt="0">
        <dgm:presLayoutVars>
          <dgm:dir/>
          <dgm:animLvl val="lvl"/>
          <dgm:resizeHandles/>
        </dgm:presLayoutVars>
      </dgm:prSet>
      <dgm:spPr/>
    </dgm:pt>
    <dgm:pt modelId="{D1E538C5-CAE6-4C5D-AE0B-08E94AA5568E}" type="pres">
      <dgm:prSet presAssocID="{A69B0936-9FC8-4E23-B8C7-C2129E559E2D}" presName="compositeNode" presStyleCnt="0">
        <dgm:presLayoutVars>
          <dgm:bulletEnabled val="1"/>
        </dgm:presLayoutVars>
      </dgm:prSet>
      <dgm:spPr/>
    </dgm:pt>
    <dgm:pt modelId="{29FD7153-CCFF-4437-B8C1-E34DA02100FE}" type="pres">
      <dgm:prSet presAssocID="{A69B0936-9FC8-4E23-B8C7-C2129E559E2D}" presName="image" presStyleLbl="fgImgPlace1" presStyleIdx="0" presStyleCnt="2" custScaleX="133930" custScaleY="138460" custLinFactNeighborX="13323" custLinFactNeighborY="-19246"/>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r="5726" b="2223"/>
          </a:stretch>
        </a:blipFill>
      </dgm:spPr>
    </dgm:pt>
    <dgm:pt modelId="{81A5CDD6-9586-4863-AA46-C8034F089410}" type="pres">
      <dgm:prSet presAssocID="{A69B0936-9FC8-4E23-B8C7-C2129E559E2D}" presName="childNode" presStyleLbl="node1" presStyleIdx="0" presStyleCnt="2">
        <dgm:presLayoutVars>
          <dgm:bulletEnabled val="1"/>
        </dgm:presLayoutVars>
      </dgm:prSet>
      <dgm:spPr/>
    </dgm:pt>
    <dgm:pt modelId="{B62D3DB1-D1E6-4E55-9617-A0C6942F159F}" type="pres">
      <dgm:prSet presAssocID="{A69B0936-9FC8-4E23-B8C7-C2129E559E2D}" presName="parentNode" presStyleLbl="revTx" presStyleIdx="0" presStyleCnt="2">
        <dgm:presLayoutVars>
          <dgm:chMax val="0"/>
          <dgm:bulletEnabled val="1"/>
        </dgm:presLayoutVars>
      </dgm:prSet>
      <dgm:spPr/>
    </dgm:pt>
    <dgm:pt modelId="{DAF3867C-C18F-4B12-9634-B36B4D76803E}" type="pres">
      <dgm:prSet presAssocID="{622A87AD-E4C9-4CCA-BCA1-4B4BC184528D}" presName="sibTrans" presStyleCnt="0"/>
      <dgm:spPr/>
    </dgm:pt>
    <dgm:pt modelId="{6D04FFC6-4ADF-4DED-BC8B-D6D4F0774B05}" type="pres">
      <dgm:prSet presAssocID="{43A2764B-3407-4CDF-BDBF-2ACFA6719A4D}" presName="compositeNode" presStyleCnt="0">
        <dgm:presLayoutVars>
          <dgm:bulletEnabled val="1"/>
        </dgm:presLayoutVars>
      </dgm:prSet>
      <dgm:spPr/>
    </dgm:pt>
    <dgm:pt modelId="{8BD6D3C2-7EDA-4A0C-9BB2-3C7C700CBD57}" type="pres">
      <dgm:prSet presAssocID="{43A2764B-3407-4CDF-BDBF-2ACFA6719A4D}" presName="image" presStyleLbl="fgImgPlace1" presStyleIdx="1" presStyleCnt="2" custScaleX="121040" custScaleY="136138" custLinFactNeighborX="7402" custLinFactNeighborY="-19246"/>
      <dgm:spPr>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 r="4476"/>
          </a:stretch>
        </a:blipFill>
      </dgm:spPr>
    </dgm:pt>
    <dgm:pt modelId="{FFF42A23-502A-41F8-98D4-6F0F5E338F25}" type="pres">
      <dgm:prSet presAssocID="{43A2764B-3407-4CDF-BDBF-2ACFA6719A4D}" presName="childNode" presStyleLbl="node1" presStyleIdx="1" presStyleCnt="2">
        <dgm:presLayoutVars>
          <dgm:bulletEnabled val="1"/>
        </dgm:presLayoutVars>
      </dgm:prSet>
      <dgm:spPr/>
    </dgm:pt>
    <dgm:pt modelId="{685497CD-FA11-45CD-9303-0FFD673135DE}" type="pres">
      <dgm:prSet presAssocID="{43A2764B-3407-4CDF-BDBF-2ACFA6719A4D}" presName="parentNode" presStyleLbl="revTx" presStyleIdx="1" presStyleCnt="2">
        <dgm:presLayoutVars>
          <dgm:chMax val="0"/>
          <dgm:bulletEnabled val="1"/>
        </dgm:presLayoutVars>
      </dgm:prSet>
      <dgm:spPr/>
    </dgm:pt>
  </dgm:ptLst>
  <dgm:cxnLst>
    <dgm:cxn modelId="{55FBE803-8A36-4DC7-8177-5AF26C58013B}" srcId="{43A2764B-3407-4CDF-BDBF-2ACFA6719A4D}" destId="{C7F5641B-8611-4792-A6B5-2E6F35B135CB}" srcOrd="6" destOrd="0" parTransId="{ED27A1CA-F6B8-49DC-822F-4106CF160C19}" sibTransId="{E1C732EC-7B15-466F-9A2F-2F05AAEECA21}"/>
    <dgm:cxn modelId="{3ABC5E3A-E655-47E0-B789-58FD40A75761}" srcId="{43A2764B-3407-4CDF-BDBF-2ACFA6719A4D}" destId="{9C7C1770-DC74-4EC3-99F2-384F29AFEA17}" srcOrd="3" destOrd="0" parTransId="{A36AE648-C960-4FBE-9398-92654ADB14C6}" sibTransId="{503FFF5E-07D1-4F79-ABA6-043B0D77AEE5}"/>
    <dgm:cxn modelId="{2F48835D-764C-4649-9943-3825026F1C00}" srcId="{1B45BA4D-B21A-4631-B888-AE03CF890C9B}" destId="{A69B0936-9FC8-4E23-B8C7-C2129E559E2D}" srcOrd="0" destOrd="0" parTransId="{6CAB3D9F-1243-45E8-96B0-5BBCE2667CC5}" sibTransId="{622A87AD-E4C9-4CCA-BCA1-4B4BC184528D}"/>
    <dgm:cxn modelId="{4CB32E5F-2DD8-46E1-A52E-E2C37EDE53C3}" type="presOf" srcId="{1B45BA4D-B21A-4631-B888-AE03CF890C9B}" destId="{C7FAB929-FC10-4904-8C41-10D4545E12CF}" srcOrd="0" destOrd="0" presId="urn:microsoft.com/office/officeart/2005/8/layout/hList2"/>
    <dgm:cxn modelId="{7E879E64-9763-4E9E-93E2-6C46E525570C}" type="presOf" srcId="{2068834A-080E-41CE-B169-B023F9057485}" destId="{FFF42A23-502A-41F8-98D4-6F0F5E338F25}" srcOrd="0" destOrd="4" presId="urn:microsoft.com/office/officeart/2005/8/layout/hList2"/>
    <dgm:cxn modelId="{96A3F648-DD6F-4528-8EA1-00E4DD9C0145}" type="presOf" srcId="{CEEB78ED-4F2C-40E3-95B3-E6DED9F22807}" destId="{FFF42A23-502A-41F8-98D4-6F0F5E338F25}" srcOrd="0" destOrd="0" presId="urn:microsoft.com/office/officeart/2005/8/layout/hList2"/>
    <dgm:cxn modelId="{F9D42C6C-CBDB-4637-AA72-62AE81525FCF}" srcId="{A69B0936-9FC8-4E23-B8C7-C2129E559E2D}" destId="{A2515B17-C3D7-4DA9-B232-88B808431B6F}" srcOrd="1" destOrd="0" parTransId="{FA5CCFB6-7E18-4791-90ED-C09623B43236}" sibTransId="{16FC82B4-4514-4B2D-ACE0-9A66B613A445}"/>
    <dgm:cxn modelId="{BA2FCF4D-6758-457F-9061-4864404A908B}" type="presOf" srcId="{C7F5641B-8611-4792-A6B5-2E6F35B135CB}" destId="{FFF42A23-502A-41F8-98D4-6F0F5E338F25}" srcOrd="0" destOrd="6" presId="urn:microsoft.com/office/officeart/2005/8/layout/hList2"/>
    <dgm:cxn modelId="{038A4F6F-34E3-4456-8513-E54F3910B317}" type="presOf" srcId="{07593B2A-FDAC-4ECC-860C-BD346F3D22D5}" destId="{FFF42A23-502A-41F8-98D4-6F0F5E338F25}" srcOrd="0" destOrd="2" presId="urn:microsoft.com/office/officeart/2005/8/layout/hList2"/>
    <dgm:cxn modelId="{8A5BD754-0DA9-4D81-8333-DA5392CAA60D}" srcId="{43A2764B-3407-4CDF-BDBF-2ACFA6719A4D}" destId="{F4EE6DE3-1B47-48AF-A2A3-17DE5323A43D}" srcOrd="5" destOrd="0" parTransId="{A76FCF40-586E-4742-8357-9379FA865568}" sibTransId="{99FE2B0C-49A4-4678-AC0A-1A62D8616196}"/>
    <dgm:cxn modelId="{C653C75A-BF26-47C1-9719-1B99916271A3}" type="presOf" srcId="{A2515B17-C3D7-4DA9-B232-88B808431B6F}" destId="{81A5CDD6-9586-4863-AA46-C8034F089410}" srcOrd="0" destOrd="1" presId="urn:microsoft.com/office/officeart/2005/8/layout/hList2"/>
    <dgm:cxn modelId="{1D5CB482-C962-4FD0-AA5A-5175B696ED7E}" type="presOf" srcId="{F4EE6DE3-1B47-48AF-A2A3-17DE5323A43D}" destId="{FFF42A23-502A-41F8-98D4-6F0F5E338F25}" srcOrd="0" destOrd="5" presId="urn:microsoft.com/office/officeart/2005/8/layout/hList2"/>
    <dgm:cxn modelId="{C3AABA8C-E11B-4001-A19C-F29D4E8A53E1}" srcId="{43A2764B-3407-4CDF-BDBF-2ACFA6719A4D}" destId="{FE7F0862-44D6-4DA3-8731-3DAE5C7FEB72}" srcOrd="1" destOrd="0" parTransId="{12FF3477-1763-416C-8C8D-0AB59F6D3A40}" sibTransId="{2424A3B9-2E88-4F22-AC03-7AD714341FF4}"/>
    <dgm:cxn modelId="{D7ED5AAC-E081-416B-A9F0-3A30D9D86CDC}" type="presOf" srcId="{9C7C1770-DC74-4EC3-99F2-384F29AFEA17}" destId="{FFF42A23-502A-41F8-98D4-6F0F5E338F25}" srcOrd="0" destOrd="3" presId="urn:microsoft.com/office/officeart/2005/8/layout/hList2"/>
    <dgm:cxn modelId="{BE395AB0-8C80-4E41-A124-E9302457B7DC}" type="presOf" srcId="{FE7F0862-44D6-4DA3-8731-3DAE5C7FEB72}" destId="{FFF42A23-502A-41F8-98D4-6F0F5E338F25}" srcOrd="0" destOrd="1" presId="urn:microsoft.com/office/officeart/2005/8/layout/hList2"/>
    <dgm:cxn modelId="{942E34C8-D127-4D85-95BE-A97DF29581E8}" srcId="{43A2764B-3407-4CDF-BDBF-2ACFA6719A4D}" destId="{07593B2A-FDAC-4ECC-860C-BD346F3D22D5}" srcOrd="2" destOrd="0" parTransId="{444B9F92-E559-4B99-8E32-ED0685FE49A2}" sibTransId="{A21089CE-EC42-4BCC-AAC2-09965CA82E4C}"/>
    <dgm:cxn modelId="{A47E7ED0-D5F4-43AA-A962-7391BCCF19A3}" type="presOf" srcId="{43A2764B-3407-4CDF-BDBF-2ACFA6719A4D}" destId="{685497CD-FA11-45CD-9303-0FFD673135DE}" srcOrd="0" destOrd="0" presId="urn:microsoft.com/office/officeart/2005/8/layout/hList2"/>
    <dgm:cxn modelId="{505CF1D2-B10A-42E7-947D-7DEAC71000A8}" srcId="{A69B0936-9FC8-4E23-B8C7-C2129E559E2D}" destId="{7AC167C3-9ED4-4340-B558-7AEE6D6366D9}" srcOrd="0" destOrd="0" parTransId="{A73DC5F5-F174-4329-BF8B-3C7C8E51F2D1}" sibTransId="{217CB0E1-4EBE-4975-999E-A80A003CD0F2}"/>
    <dgm:cxn modelId="{53637AE0-BCBF-4616-9376-A98B2B279E62}" type="presOf" srcId="{7AC167C3-9ED4-4340-B558-7AEE6D6366D9}" destId="{81A5CDD6-9586-4863-AA46-C8034F089410}" srcOrd="0" destOrd="0" presId="urn:microsoft.com/office/officeart/2005/8/layout/hList2"/>
    <dgm:cxn modelId="{68E8D1E0-9323-44E2-9243-722231230F4F}" srcId="{1B45BA4D-B21A-4631-B888-AE03CF890C9B}" destId="{43A2764B-3407-4CDF-BDBF-2ACFA6719A4D}" srcOrd="1" destOrd="0" parTransId="{914A06D0-8509-4AB1-B378-2B07647D965B}" sibTransId="{D2DE1820-FCF8-4F3B-B645-AFAF450C60A0}"/>
    <dgm:cxn modelId="{CF8A7BF4-2353-45E3-A4F8-C6E1F97D8F06}" type="presOf" srcId="{A69B0936-9FC8-4E23-B8C7-C2129E559E2D}" destId="{B62D3DB1-D1E6-4E55-9617-A0C6942F159F}" srcOrd="0" destOrd="0" presId="urn:microsoft.com/office/officeart/2005/8/layout/hList2"/>
    <dgm:cxn modelId="{102992F7-3F3B-498B-A3EF-BB9281187C50}" srcId="{43A2764B-3407-4CDF-BDBF-2ACFA6719A4D}" destId="{CEEB78ED-4F2C-40E3-95B3-E6DED9F22807}" srcOrd="0" destOrd="0" parTransId="{F3DD5D92-E9B5-469C-8AB3-F155E4B2022F}" sibTransId="{C72F97FC-0C47-43A1-97C9-03F0E214F008}"/>
    <dgm:cxn modelId="{41D765F9-DCE0-42AE-B9FD-35AD8822B7CF}" srcId="{43A2764B-3407-4CDF-BDBF-2ACFA6719A4D}" destId="{2068834A-080E-41CE-B169-B023F9057485}" srcOrd="4" destOrd="0" parTransId="{51DEB9A3-AFA0-4937-8CD9-25AFA40CA93A}" sibTransId="{9D0D9C10-2AD8-4140-B2A8-F4316B40723C}"/>
    <dgm:cxn modelId="{42D2C254-360A-4D6E-8713-4379217271F7}" type="presParOf" srcId="{C7FAB929-FC10-4904-8C41-10D4545E12CF}" destId="{D1E538C5-CAE6-4C5D-AE0B-08E94AA5568E}" srcOrd="0" destOrd="0" presId="urn:microsoft.com/office/officeart/2005/8/layout/hList2"/>
    <dgm:cxn modelId="{5A39C65B-23A6-419F-B1E7-890A0BA5AFA6}" type="presParOf" srcId="{D1E538C5-CAE6-4C5D-AE0B-08E94AA5568E}" destId="{29FD7153-CCFF-4437-B8C1-E34DA02100FE}" srcOrd="0" destOrd="0" presId="urn:microsoft.com/office/officeart/2005/8/layout/hList2"/>
    <dgm:cxn modelId="{DDA7DC7A-826D-4D49-8195-E3A708797E8C}" type="presParOf" srcId="{D1E538C5-CAE6-4C5D-AE0B-08E94AA5568E}" destId="{81A5CDD6-9586-4863-AA46-C8034F089410}" srcOrd="1" destOrd="0" presId="urn:microsoft.com/office/officeart/2005/8/layout/hList2"/>
    <dgm:cxn modelId="{2F04C617-33BD-46DC-BF7A-14DA245563BC}" type="presParOf" srcId="{D1E538C5-CAE6-4C5D-AE0B-08E94AA5568E}" destId="{B62D3DB1-D1E6-4E55-9617-A0C6942F159F}" srcOrd="2" destOrd="0" presId="urn:microsoft.com/office/officeart/2005/8/layout/hList2"/>
    <dgm:cxn modelId="{A2459E0C-F6E0-41AF-B02F-55654B244537}" type="presParOf" srcId="{C7FAB929-FC10-4904-8C41-10D4545E12CF}" destId="{DAF3867C-C18F-4B12-9634-B36B4D76803E}" srcOrd="1" destOrd="0" presId="urn:microsoft.com/office/officeart/2005/8/layout/hList2"/>
    <dgm:cxn modelId="{E2679D08-3AB6-468B-B2E8-A54B8BCA0EEF}" type="presParOf" srcId="{C7FAB929-FC10-4904-8C41-10D4545E12CF}" destId="{6D04FFC6-4ADF-4DED-BC8B-D6D4F0774B05}" srcOrd="2" destOrd="0" presId="urn:microsoft.com/office/officeart/2005/8/layout/hList2"/>
    <dgm:cxn modelId="{35989188-899A-4DC0-8AFB-FB7765B0C441}" type="presParOf" srcId="{6D04FFC6-4ADF-4DED-BC8B-D6D4F0774B05}" destId="{8BD6D3C2-7EDA-4A0C-9BB2-3C7C700CBD57}" srcOrd="0" destOrd="0" presId="urn:microsoft.com/office/officeart/2005/8/layout/hList2"/>
    <dgm:cxn modelId="{1A574295-C32C-4DF6-88EB-4E2C70E36C00}" type="presParOf" srcId="{6D04FFC6-4ADF-4DED-BC8B-D6D4F0774B05}" destId="{FFF42A23-502A-41F8-98D4-6F0F5E338F25}" srcOrd="1" destOrd="0" presId="urn:microsoft.com/office/officeart/2005/8/layout/hList2"/>
    <dgm:cxn modelId="{2D6E09AE-5A29-48D2-8804-8DB506CF0965}" type="presParOf" srcId="{6D04FFC6-4ADF-4DED-BC8B-D6D4F0774B05}" destId="{685497CD-FA11-45CD-9303-0FFD673135DE}" srcOrd="2" destOrd="0" presId="urn:microsoft.com/office/officeart/2005/8/layout/h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A3BCC7-59F7-4E3F-9475-CC21CC294634}">
      <dsp:nvSpPr>
        <dsp:cNvPr id="0" name=""/>
        <dsp:cNvSpPr/>
      </dsp:nvSpPr>
      <dsp:spPr>
        <a:xfrm rot="16200000">
          <a:off x="-1677116" y="1678752"/>
          <a:ext cx="6298642" cy="2941136"/>
        </a:xfrm>
        <a:prstGeom prst="flowChartManualOperation">
          <a:avLst/>
        </a:prstGeom>
        <a:solidFill>
          <a:schemeClr val="accent2">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es-ES" sz="1600" b="1" kern="1200" dirty="0">
              <a:latin typeface="Arial" panose="020B0604020202020204" pitchFamily="34" charset="0"/>
              <a:cs typeface="Arial" panose="020B0604020202020204" pitchFamily="34" charset="0"/>
            </a:rPr>
            <a:t>Problemática Abordar</a:t>
          </a:r>
          <a:endParaRPr lang="es-CL" sz="1600" b="1"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El Vehículo  aumenta su distancia de frenado considerablemente,  depende de qué tan rápido se esté conduciendo, la condición de la carretera y la condición de sus frenos. </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Tras todo el sistema de frenos es muy importante para la seguirdad de todos los ocupantes dentro de este y fuera también, en este sistema lo que nosotros nos vamos a enfocar en sus discos de frenos, pastillas de freno o tambores de freno  traseros</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Mod</a:t>
          </a:r>
          <a:r>
            <a:rPr lang="es-CL" sz="1400" kern="1200" dirty="0">
              <a:latin typeface="Arial" panose="020B0604020202020204" pitchFamily="34" charset="0"/>
              <a:cs typeface="Arial" panose="020B0604020202020204" pitchFamily="34" charset="0"/>
            </a:rPr>
            <a:t>elo Hyundai Tucson del año 2018  versión TI GI Advance motor 2.0. </a:t>
          </a:r>
        </a:p>
      </dsp:txBody>
      <dsp:txXfrm rot="5400000">
        <a:off x="1637" y="1259727"/>
        <a:ext cx="2941136" cy="3779186"/>
      </dsp:txXfrm>
    </dsp:sp>
    <dsp:sp modelId="{461CFD8F-F1BB-48BC-9894-4C71F453F307}">
      <dsp:nvSpPr>
        <dsp:cNvPr id="0" name=""/>
        <dsp:cNvSpPr/>
      </dsp:nvSpPr>
      <dsp:spPr>
        <a:xfrm rot="16200000">
          <a:off x="1236834" y="1894205"/>
          <a:ext cx="6298642" cy="2510230"/>
        </a:xfrm>
        <a:prstGeom prst="flowChartManualOperation">
          <a:avLst/>
        </a:prstGeom>
        <a:solidFill>
          <a:schemeClr val="accent3">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es-ES" sz="1600" b="1" u="none" kern="1200" dirty="0">
              <a:latin typeface="Arial" panose="020B0604020202020204" pitchFamily="34" charset="0"/>
              <a:cs typeface="Arial" panose="020B0604020202020204" pitchFamily="34" charset="0"/>
            </a:rPr>
            <a:t>Nociones Matemáticas</a:t>
          </a:r>
        </a:p>
        <a:p>
          <a:pPr marL="0" lvl="0" indent="0" algn="l" defTabSz="711200">
            <a:lnSpc>
              <a:spcPct val="90000"/>
            </a:lnSpc>
            <a:spcBef>
              <a:spcPct val="0"/>
            </a:spcBef>
            <a:spcAft>
              <a:spcPct val="35000"/>
            </a:spcAft>
            <a:buNone/>
          </a:pPr>
          <a:r>
            <a:rPr lang="es-CL" sz="1400" kern="1200" dirty="0">
              <a:latin typeface="Arial" panose="020B0604020202020204" pitchFamily="34" charset="0"/>
              <a:cs typeface="Arial" panose="020B0604020202020204" pitchFamily="34" charset="0"/>
            </a:rPr>
            <a:t>Cálculos Matemáticos Posibles:</a:t>
          </a:r>
        </a:p>
        <a:p>
          <a:pPr marL="114300" lvl="1" indent="-114300" algn="l" defTabSz="622300">
            <a:lnSpc>
              <a:spcPct val="90000"/>
            </a:lnSpc>
            <a:spcBef>
              <a:spcPct val="0"/>
            </a:spcBef>
            <a:spcAft>
              <a:spcPct val="15000"/>
            </a:spcAft>
            <a:buChar char="•"/>
          </a:pPr>
          <a:r>
            <a:rPr lang="es-CL" sz="1400" kern="1200" dirty="0">
              <a:latin typeface="Arial" panose="020B0604020202020204" pitchFamily="34" charset="0"/>
              <a:cs typeface="Arial" panose="020B0604020202020204" pitchFamily="34" charset="0"/>
            </a:rPr>
            <a:t>Cálculo del Material a Eliminar: Material a eliminar = Grosor inicial - Grosor mínimo especificado por el fabricante</a:t>
          </a:r>
        </a:p>
        <a:p>
          <a:pPr marL="114300" lvl="1" indent="-114300" algn="l" defTabSz="622300">
            <a:lnSpc>
              <a:spcPct val="90000"/>
            </a:lnSpc>
            <a:spcBef>
              <a:spcPct val="0"/>
            </a:spcBef>
            <a:spcAft>
              <a:spcPct val="15000"/>
            </a:spcAft>
            <a:buChar char="•"/>
          </a:pPr>
          <a:r>
            <a:rPr lang="es-CL" sz="1400" kern="1200" dirty="0">
              <a:latin typeface="Arial" panose="020B0604020202020204" pitchFamily="34" charset="0"/>
              <a:cs typeface="Arial" panose="020B0604020202020204" pitchFamily="34" charset="0"/>
            </a:rPr>
            <a:t>Cálculo de Grosor Final Después del Rectificado: Grosor final = Grosor inicial - Material eliminado durante el rectificado</a:t>
          </a:r>
        </a:p>
      </dsp:txBody>
      <dsp:txXfrm rot="5400000">
        <a:off x="3131040" y="1259727"/>
        <a:ext cx="2510230" cy="3779186"/>
      </dsp:txXfrm>
    </dsp:sp>
    <dsp:sp modelId="{0591CEA2-5F8A-4962-8119-D0B6EC5270B0}">
      <dsp:nvSpPr>
        <dsp:cNvPr id="0" name=""/>
        <dsp:cNvSpPr/>
      </dsp:nvSpPr>
      <dsp:spPr>
        <a:xfrm rot="16200000">
          <a:off x="3814702" y="1787910"/>
          <a:ext cx="6298642" cy="2722821"/>
        </a:xfrm>
        <a:prstGeom prst="flowChartManualOperation">
          <a:avLst/>
        </a:prstGeom>
        <a:solidFill>
          <a:schemeClr val="accent4">
            <a:hueOff val="0"/>
            <a:satOff val="0"/>
            <a:lumOff val="0"/>
            <a:alphaOff val="0"/>
          </a:schemeClr>
        </a:solidFill>
        <a:ln>
          <a:noFill/>
        </a:ln>
        <a:effectLst/>
        <a:sp3d extrusionH="50600" prstMaterial="metal">
          <a:bevelT w="101600" h="80600" prst="relaxedInset"/>
          <a:bevelB w="80600" h="80600" prst="relaxedInset"/>
        </a:sp3d>
      </dsp:spPr>
      <dsp:style>
        <a:lnRef idx="0">
          <a:scrgbClr r="0" g="0" b="0"/>
        </a:lnRef>
        <a:fillRef idx="1">
          <a:scrgbClr r="0" g="0" b="0"/>
        </a:fillRef>
        <a:effectRef idx="1">
          <a:scrgbClr r="0" g="0" b="0"/>
        </a:effectRef>
        <a:fontRef idx="minor">
          <a:schemeClr val="dk1"/>
        </a:fontRef>
      </dsp:style>
      <dsp:txBody>
        <a:bodyPr spcFirstLastPara="0" vert="horz" wrap="square" lIns="101600" tIns="0" rIns="101600" bIns="0" numCol="1" spcCol="1270" anchor="t" anchorCtr="0">
          <a:noAutofit/>
        </a:bodyPr>
        <a:lstStyle/>
        <a:p>
          <a:pPr marL="0" lvl="0" indent="0" algn="l" defTabSz="711200">
            <a:lnSpc>
              <a:spcPct val="90000"/>
            </a:lnSpc>
            <a:spcBef>
              <a:spcPct val="0"/>
            </a:spcBef>
            <a:spcAft>
              <a:spcPct val="35000"/>
            </a:spcAft>
            <a:buNone/>
          </a:pPr>
          <a:r>
            <a:rPr lang="es-ES" sz="1600" b="1" kern="1200" dirty="0">
              <a:latin typeface="Arial" panose="020B0604020202020204" pitchFamily="34" charset="0"/>
              <a:cs typeface="Arial" panose="020B0604020202020204" pitchFamily="34" charset="0"/>
            </a:rPr>
            <a:t>Tema de Investigación </a:t>
          </a:r>
          <a:r>
            <a:rPr lang="es-ES" sz="1400" kern="1200" dirty="0">
              <a:latin typeface="Arial" panose="020B0604020202020204" pitchFamily="34" charset="0"/>
              <a:cs typeface="Arial" panose="020B0604020202020204" pitchFamily="34" charset="0"/>
            </a:rPr>
            <a:t>Sistema de Frenos:</a:t>
          </a:r>
          <a:endParaRPr lang="es-CL" sz="1600" b="1"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Influencia de la Velocidad en la Distancia de Frenado.</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CL" sz="1400" kern="1200" dirty="0">
              <a:latin typeface="Arial" panose="020B0604020202020204" pitchFamily="34" charset="0"/>
              <a:cs typeface="Arial" panose="020B0604020202020204" pitchFamily="34" charset="0"/>
            </a:rPr>
            <a:t>Desarrollo de Materiales Innovadores para Frenos: </a:t>
          </a:r>
          <a:r>
            <a:rPr lang="es-ES" sz="1400" kern="1200" dirty="0">
              <a:latin typeface="Arial" panose="020B0604020202020204" pitchFamily="34" charset="0"/>
              <a:cs typeface="Arial" panose="020B0604020202020204" pitchFamily="34" charset="0"/>
            </a:rPr>
            <a:t> nuevos materiales para discos y pastillas de freno con el objetivo de mejorar la eficiencia del frenado y reducir la distancia de frenado. </a:t>
          </a:r>
          <a:endParaRPr lang="es-CL" sz="1400" kern="1200" dirty="0">
            <a:latin typeface="Arial" panose="020B0604020202020204" pitchFamily="34" charset="0"/>
            <a:cs typeface="Arial" panose="020B0604020202020204" pitchFamily="34" charset="0"/>
          </a:endParaRPr>
        </a:p>
        <a:p>
          <a:pPr marL="114300" lvl="1" indent="-114300" algn="l" defTabSz="622300">
            <a:lnSpc>
              <a:spcPct val="90000"/>
            </a:lnSpc>
            <a:spcBef>
              <a:spcPct val="0"/>
            </a:spcBef>
            <a:spcAft>
              <a:spcPct val="15000"/>
            </a:spcAft>
            <a:buChar char="•"/>
          </a:pPr>
          <a:r>
            <a:rPr lang="es-ES" sz="1400" kern="1200" dirty="0">
              <a:latin typeface="Arial" panose="020B0604020202020204" pitchFamily="34" charset="0"/>
              <a:cs typeface="Arial" panose="020B0604020202020204" pitchFamily="34" charset="0"/>
            </a:rPr>
            <a:t>Medición de la Distancia de Frenado Actual: Realizar pruebas de frenado para medir la distancia de frenado actual del vehículo en diversas condiciones de velocidad y superficie de la carretera</a:t>
          </a:r>
          <a:r>
            <a:rPr lang="es-ES" sz="1600" kern="1200" dirty="0">
              <a:latin typeface="Arial" panose="020B0604020202020204" pitchFamily="34" charset="0"/>
              <a:cs typeface="Arial" panose="020B0604020202020204" pitchFamily="34" charset="0"/>
            </a:rPr>
            <a:t>.</a:t>
          </a:r>
          <a:endParaRPr lang="es-CL" sz="1600" kern="1200" dirty="0">
            <a:latin typeface="Arial" panose="020B0604020202020204" pitchFamily="34" charset="0"/>
            <a:cs typeface="Arial" panose="020B0604020202020204" pitchFamily="34" charset="0"/>
          </a:endParaRPr>
        </a:p>
      </dsp:txBody>
      <dsp:txXfrm rot="5400000">
        <a:off x="5602612" y="1259728"/>
        <a:ext cx="2722821" cy="377918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2D3DB1-D1E6-4E55-9617-A0C6942F159F}">
      <dsp:nvSpPr>
        <dsp:cNvPr id="0" name=""/>
        <dsp:cNvSpPr/>
      </dsp:nvSpPr>
      <dsp:spPr>
        <a:xfrm rot="16200000">
          <a:off x="-1948321" y="3181011"/>
          <a:ext cx="4716395" cy="447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94737" bIns="0" numCol="1" spcCol="1270" anchor="t" anchorCtr="0">
          <a:noAutofit/>
        </a:bodyPr>
        <a:lstStyle/>
        <a:p>
          <a:pPr marL="0" lvl="0" indent="0" algn="r" defTabSz="1244600">
            <a:lnSpc>
              <a:spcPct val="90000"/>
            </a:lnSpc>
            <a:spcBef>
              <a:spcPct val="0"/>
            </a:spcBef>
            <a:spcAft>
              <a:spcPct val="35000"/>
            </a:spcAft>
            <a:buNone/>
          </a:pPr>
          <a:r>
            <a:rPr lang="es-ES" sz="2800" kern="1200" dirty="0"/>
            <a:t>Objetivo</a:t>
          </a:r>
          <a:endParaRPr lang="es-CL" sz="2800" kern="1200" dirty="0"/>
        </a:p>
      </dsp:txBody>
      <dsp:txXfrm>
        <a:off x="-1948321" y="3181011"/>
        <a:ext cx="4716395" cy="447576"/>
      </dsp:txXfrm>
    </dsp:sp>
    <dsp:sp modelId="{81A5CDD6-9586-4863-AA46-C8034F089410}">
      <dsp:nvSpPr>
        <dsp:cNvPr id="0" name=""/>
        <dsp:cNvSpPr/>
      </dsp:nvSpPr>
      <dsp:spPr>
        <a:xfrm>
          <a:off x="633663" y="1046601"/>
          <a:ext cx="2230595" cy="47163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394737" rIns="128016" bIns="128016" numCol="1" spcCol="1270" anchor="t" anchorCtr="0">
          <a:noAutofit/>
        </a:bodyPr>
        <a:lstStyle/>
        <a:p>
          <a:pPr marL="114300" lvl="1" indent="-114300" algn="l" defTabSz="622300">
            <a:lnSpc>
              <a:spcPct val="90000"/>
            </a:lnSpc>
            <a:spcBef>
              <a:spcPct val="0"/>
            </a:spcBef>
            <a:spcAft>
              <a:spcPct val="15000"/>
            </a:spcAft>
            <a:buChar char="•"/>
          </a:pPr>
          <a:r>
            <a:rPr lang="es-ES" sz="1400" kern="1200" dirty="0"/>
            <a:t>Disminuir la distancia de frenado o obtener la distancia optima de frenado de acuerdo a su fabricante</a:t>
          </a:r>
          <a:endParaRPr lang="es-CL" sz="1400" kern="1200" dirty="0"/>
        </a:p>
        <a:p>
          <a:pPr marL="114300" lvl="1" indent="-114300" algn="l" defTabSz="622300">
            <a:lnSpc>
              <a:spcPct val="90000"/>
            </a:lnSpc>
            <a:spcBef>
              <a:spcPct val="0"/>
            </a:spcBef>
            <a:spcAft>
              <a:spcPct val="15000"/>
            </a:spcAft>
            <a:buChar char="•"/>
          </a:pPr>
          <a:endParaRPr lang="es-CL" sz="1400" kern="1200" dirty="0"/>
        </a:p>
      </dsp:txBody>
      <dsp:txXfrm>
        <a:off x="633663" y="1046601"/>
        <a:ext cx="2230595" cy="4716395"/>
      </dsp:txXfrm>
    </dsp:sp>
    <dsp:sp modelId="{29FD7153-CCFF-4437-B8C1-E34DA02100FE}">
      <dsp:nvSpPr>
        <dsp:cNvPr id="0" name=""/>
        <dsp:cNvSpPr/>
      </dsp:nvSpPr>
      <dsp:spPr>
        <a:xfrm>
          <a:off x="153486" y="111382"/>
          <a:ext cx="1198877" cy="1239427"/>
        </a:xfrm>
        <a:prstGeom prst="rect">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r="5726" b="2223"/>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5497CD-FA11-45CD-9303-0FFD673135DE}">
      <dsp:nvSpPr>
        <dsp:cNvPr id="0" name=""/>
        <dsp:cNvSpPr/>
      </dsp:nvSpPr>
      <dsp:spPr>
        <a:xfrm rot="16200000">
          <a:off x="1368463" y="3170618"/>
          <a:ext cx="4716395" cy="4475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394737" bIns="0" numCol="1" spcCol="1270" anchor="t" anchorCtr="0">
          <a:noAutofit/>
        </a:bodyPr>
        <a:lstStyle/>
        <a:p>
          <a:pPr marL="0" lvl="0" indent="0" algn="r" defTabSz="1244600">
            <a:lnSpc>
              <a:spcPct val="90000"/>
            </a:lnSpc>
            <a:spcBef>
              <a:spcPct val="0"/>
            </a:spcBef>
            <a:spcAft>
              <a:spcPct val="35000"/>
            </a:spcAft>
            <a:buNone/>
          </a:pPr>
          <a:r>
            <a:rPr lang="es-ES" sz="2800" kern="1200" dirty="0"/>
            <a:t>Preguntas de Investigación</a:t>
          </a:r>
          <a:endParaRPr lang="es-CL" sz="2800" kern="1200" dirty="0"/>
        </a:p>
      </dsp:txBody>
      <dsp:txXfrm>
        <a:off x="1368463" y="3170618"/>
        <a:ext cx="4716395" cy="447576"/>
      </dsp:txXfrm>
    </dsp:sp>
    <dsp:sp modelId="{FFF42A23-502A-41F8-98D4-6F0F5E338F25}">
      <dsp:nvSpPr>
        <dsp:cNvPr id="0" name=""/>
        <dsp:cNvSpPr/>
      </dsp:nvSpPr>
      <dsp:spPr>
        <a:xfrm>
          <a:off x="3950448" y="1036209"/>
          <a:ext cx="2230595" cy="4716395"/>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394737" rIns="128016" bIns="128016" numCol="1" spcCol="1270" anchor="t" anchorCtr="0">
          <a:noAutofit/>
        </a:bodyPr>
        <a:lstStyle/>
        <a:p>
          <a:pPr marL="114300" lvl="1" indent="-114300" algn="l" defTabSz="622300">
            <a:lnSpc>
              <a:spcPct val="90000"/>
            </a:lnSpc>
            <a:spcBef>
              <a:spcPct val="0"/>
            </a:spcBef>
            <a:spcAft>
              <a:spcPct val="15000"/>
            </a:spcAft>
            <a:buChar char="•"/>
          </a:pPr>
          <a:r>
            <a:rPr lang="es-ES" sz="1400" kern="1200" dirty="0"/>
            <a:t>1.¿Porque esta Aumentando su distancia de frenado?</a:t>
          </a:r>
          <a:endParaRPr lang="es-CL" sz="1400" kern="1200" dirty="0"/>
        </a:p>
        <a:p>
          <a:pPr marL="114300" lvl="1" indent="-114300" algn="l" defTabSz="622300">
            <a:lnSpc>
              <a:spcPct val="90000"/>
            </a:lnSpc>
            <a:spcBef>
              <a:spcPct val="0"/>
            </a:spcBef>
            <a:spcAft>
              <a:spcPct val="15000"/>
            </a:spcAft>
            <a:buChar char="•"/>
          </a:pPr>
          <a:r>
            <a:rPr lang="es-ES" sz="1400" kern="1200"/>
            <a:t> 2.¿Cómo verificar si aumento su distancia? </a:t>
          </a:r>
          <a:endParaRPr lang="es-CL" sz="1400" kern="1200"/>
        </a:p>
        <a:p>
          <a:pPr marL="114300" lvl="1" indent="-114300" algn="l" defTabSz="622300">
            <a:lnSpc>
              <a:spcPct val="90000"/>
            </a:lnSpc>
            <a:spcBef>
              <a:spcPct val="0"/>
            </a:spcBef>
            <a:spcAft>
              <a:spcPct val="15000"/>
            </a:spcAft>
            <a:buChar char="•"/>
          </a:pPr>
          <a:r>
            <a:rPr lang="es-ES" sz="1400" kern="1200"/>
            <a:t>3.¿Cómo solucionamos el problema? </a:t>
          </a:r>
          <a:endParaRPr lang="es-CL" sz="1400" kern="1200"/>
        </a:p>
        <a:p>
          <a:pPr marL="114300" lvl="1" indent="-114300" algn="l" defTabSz="622300">
            <a:lnSpc>
              <a:spcPct val="90000"/>
            </a:lnSpc>
            <a:spcBef>
              <a:spcPct val="0"/>
            </a:spcBef>
            <a:spcAft>
              <a:spcPct val="15000"/>
            </a:spcAft>
            <a:buChar char="•"/>
          </a:pPr>
          <a:r>
            <a:rPr lang="es-ES" sz="1400" kern="1200"/>
            <a:t>4.¿Cómo sabes si hay que cambiar un componente o solo realizarle una rectificada?.</a:t>
          </a:r>
          <a:endParaRPr lang="es-CL" sz="1400" kern="1200"/>
        </a:p>
        <a:p>
          <a:pPr marL="114300" lvl="1" indent="-114300" algn="l" defTabSz="622300">
            <a:lnSpc>
              <a:spcPct val="90000"/>
            </a:lnSpc>
            <a:spcBef>
              <a:spcPct val="0"/>
            </a:spcBef>
            <a:spcAft>
              <a:spcPct val="15000"/>
            </a:spcAft>
            <a:buChar char="•"/>
          </a:pPr>
          <a:r>
            <a:rPr lang="es-ES" sz="1400" kern="1200"/>
            <a:t> 5.¿Cuánto se puede Rectificar el componente?.</a:t>
          </a:r>
          <a:endParaRPr lang="es-CL" sz="1400" kern="1200"/>
        </a:p>
        <a:p>
          <a:pPr marL="114300" lvl="1" indent="-114300" algn="l" defTabSz="622300">
            <a:lnSpc>
              <a:spcPct val="90000"/>
            </a:lnSpc>
            <a:spcBef>
              <a:spcPct val="0"/>
            </a:spcBef>
            <a:spcAft>
              <a:spcPct val="15000"/>
            </a:spcAft>
            <a:buChar char="•"/>
          </a:pPr>
          <a:r>
            <a:rPr lang="es-ES" sz="1400" kern="1200" dirty="0"/>
            <a:t>6.¿Porque al frenar hace un chillido?.</a:t>
          </a:r>
          <a:endParaRPr lang="es-CL" sz="1400" kern="1200" dirty="0"/>
        </a:p>
        <a:p>
          <a:pPr marL="114300" lvl="1" indent="-114300" algn="l" defTabSz="622300">
            <a:lnSpc>
              <a:spcPct val="90000"/>
            </a:lnSpc>
            <a:spcBef>
              <a:spcPct val="0"/>
            </a:spcBef>
            <a:spcAft>
              <a:spcPct val="15000"/>
            </a:spcAft>
            <a:buChar char="•"/>
          </a:pPr>
          <a:r>
            <a:rPr lang="es-ES" sz="1400" kern="1200" dirty="0"/>
            <a:t>7.¿Qué es importante hacer a medida que aumenta su velocidad?</a:t>
          </a:r>
          <a:endParaRPr lang="es-CL" sz="1400" kern="1200" dirty="0"/>
        </a:p>
      </dsp:txBody>
      <dsp:txXfrm>
        <a:off x="3950448" y="1036209"/>
        <a:ext cx="2230595" cy="4716395"/>
      </dsp:txXfrm>
    </dsp:sp>
    <dsp:sp modelId="{8BD6D3C2-7EDA-4A0C-9BB2-3C7C700CBD57}">
      <dsp:nvSpPr>
        <dsp:cNvPr id="0" name=""/>
        <dsp:cNvSpPr/>
      </dsp:nvSpPr>
      <dsp:spPr>
        <a:xfrm>
          <a:off x="3474961" y="111382"/>
          <a:ext cx="1083492" cy="1218642"/>
        </a:xfrm>
        <a:prstGeom prst="rect">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 r="4476"/>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2">
  <dgm:title val=""/>
  <dgm:desc val=""/>
  <dgm:catLst>
    <dgm:cat type="list" pri="6000"/>
    <dgm:cat type="relationship" pri="16000"/>
    <dgm:cat type="picture" pri="29000"/>
    <dgm:cat type="pictureconvert" pri="2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dgm:varLst>
    <dgm:choose name="Name0">
      <dgm:if name="Name1" func="var" arg="dir" op="equ" val="norm">
        <dgm:alg type="lin">
          <dgm:param type="linDir" val="fromL"/>
          <dgm:param type="nodeVertAlign" val="t"/>
        </dgm:alg>
      </dgm:if>
      <dgm:else name="Name2">
        <dgm:alg type="lin">
          <dgm:param type="linDir" val="fromR"/>
          <dgm:param type="nodeVertAlign" val="t"/>
        </dgm:alg>
      </dgm:else>
    </dgm:choose>
    <dgm:shape xmlns:r="http://schemas.openxmlformats.org/officeDocument/2006/relationships" r:blip="">
      <dgm:adjLst/>
    </dgm:shape>
    <dgm:presOf/>
    <dgm:constrLst>
      <dgm:constr type="w" for="ch" forName="compositeNode" refType="w"/>
      <dgm:constr type="h" for="ch" forName="compositeNode" refType="h"/>
      <dgm:constr type="w" for="ch" forName="sibTrans" refType="w" refFor="ch" refForName="compositeNode" op="equ" fact="0.2"/>
      <dgm:constr type="h" for="des" forName="childNode" op="equ"/>
      <dgm:constr type="w" for="des" forName="childNode" op="equ"/>
      <dgm:constr type="w" for="des" forName="parentNode" op="equ"/>
      <dgm:constr type="h" for="des" forName="image" op="equ"/>
      <dgm:constr type="w" for="des" forName="image" op="equ"/>
      <dgm:constr type="primFontSz" for="des" forName="parentNode" op="equ" val="65"/>
      <dgm:constr type="primFontSz" for="des" forName="childNode" op="equ" val="65"/>
    </dgm:constrLst>
    <dgm:ruleLst/>
    <dgm:forEach name="Name3" axis="ch" ptType="node">
      <dgm:layoutNode name="compositeNode">
        <dgm:varLst>
          <dgm:bulletEnabled val="1"/>
        </dgm:varLst>
        <dgm:alg type="composite"/>
        <dgm:presOf/>
        <dgm:choose name="Name4">
          <dgm:if name="Name5" func="var" arg="dir" op="equ" val="norm">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l" for="ch" forName="image"/>
              <dgm:constr type="w" for="ch" forName="childNode" refType="w" fact="0.85"/>
              <dgm:constr type="h" for="ch" forName="childNode" refType="h" fact="0.78"/>
              <dgm:constr type="t" for="ch" forName="childNode" refType="h" refFor="ch" refForName="image" fact="0.66"/>
              <dgm:constr type="l"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l" for="ch" forName="parentNode"/>
              <dgm:constr type="r" for="ch" forName="parentNode" refType="l" refFor="ch" refForName="childNode"/>
              <dgm:constr type="rMarg" for="ch" forName="parentNode" refType="w" refFor="ch" refForName="image" fact="1.25"/>
            </dgm:constrLst>
          </dgm:if>
          <dgm:else name="Name6">
            <dgm:constrLst>
              <dgm:constr type="w" for="ch" forName="image" refType="w"/>
              <dgm:constr type="h" for="ch" forName="image" refType="h"/>
              <dgm:constr type="h" for="ch" forName="image" refType="w" refFor="ch" refForName="image" op="lte"/>
              <dgm:constr type="w" for="ch" forName="image" refType="h" refFor="ch" refForName="image" op="lte"/>
              <dgm:constr type="w" for="ch" forName="image" refType="w" op="lte" fact="0.33"/>
              <dgm:constr type="h" for="ch" forName="image" refType="h" op="lte" fact="0.33"/>
              <dgm:constr type="t" for="ch" forName="image"/>
              <dgm:constr type="r" for="ch" forName="image" refType="w"/>
              <dgm:constr type="w" for="ch" forName="childNode" refType="w" fact="0.85"/>
              <dgm:constr type="h" for="ch" forName="childNode" refType="h" fact="0.78"/>
              <dgm:constr type="t" for="ch" forName="childNode" refType="h" refFor="ch" refForName="image" fact="0.66"/>
              <dgm:constr type="r" for="ch" forName="childNode" refType="w"/>
              <dgm:constr type="rOff" for="ch" forName="childNode" refType="w" refFor="ch" refForName="image" fact="-0.5"/>
              <dgm:constr type="tMarg" for="ch" forName="childNode" refType="w" refFor="ch" refForName="image" fact="1.25"/>
              <dgm:constr type="t" for="ch" forName="parentNode" refType="h" refFor="ch" refForName="image" fact="0.66"/>
              <dgm:constr type="b" for="ch" forName="parentNode" refType="b" refFor="ch" refForName="childNode"/>
              <dgm:constr type="r" for="ch" forName="parentNode" refType="w"/>
              <dgm:constr type="l" for="ch" forName="parentNode" refType="r" refFor="ch" refForName="childNode"/>
              <dgm:constr type="lOff" for="ch" forName="parentNode" refType="rOff" refFor="ch" refForName="childNode"/>
              <dgm:constr type="lMarg" for="ch" forName="parentNode" refType="w" refFor="ch" refForName="image" fact="1.25"/>
            </dgm:constrLst>
          </dgm:else>
        </dgm:choose>
        <dgm:ruleLst>
          <dgm:rule type="w" for="ch" forName="childNode" val="NaN" fact="0.4" max="NaN"/>
          <dgm:rule type="h" for="ch" forName="childNode" val="NaN" fact="0.5" max="NaN"/>
        </dgm:ruleLst>
        <dgm:layoutNode name="image" styleLbl="fgImgPlace1">
          <dgm:alg type="sp"/>
          <dgm:shape xmlns:r="http://schemas.openxmlformats.org/officeDocument/2006/relationships" type="rect" r:blip="" zOrderOff="4" blipPhldr="1">
            <dgm:adjLst/>
          </dgm:shape>
          <dgm:presOf/>
          <dgm:constrLst/>
          <dgm:ruleLst/>
        </dgm:layoutNode>
        <dgm:layoutNode name="childNode" styleLbl="node1">
          <dgm:varLst>
            <dgm:bulletEnabled val="1"/>
          </dgm:varLst>
          <dgm:alg type="tx">
            <dgm:param type="stBulletLvl" val="1"/>
          </dgm:alg>
          <dgm:shape xmlns:r="http://schemas.openxmlformats.org/officeDocument/2006/relationships" type="rect" r:blip="" zOrderOff="2">
            <dgm:adjLst/>
          </dgm:shape>
          <dgm:presOf axis="des" ptType="node"/>
          <dgm:constrLst/>
          <dgm:ruleLst>
            <dgm:rule type="primFontSz" val="5" fact="NaN" max="NaN"/>
          </dgm:ruleLst>
        </dgm:layoutNode>
        <dgm:layoutNode name="parentNode" styleLbl="revTx">
          <dgm:varLst>
            <dgm:chMax val="0"/>
            <dgm:bulletEnabled val="1"/>
          </dgm:varLst>
          <dgm:choose name="Name7">
            <dgm:if name="Name8" func="var" arg="dir" op="equ" val="norm">
              <dgm:alg type="tx">
                <dgm:param type="autoTxRot" val="grav"/>
                <dgm:param type="txAnchorVert" val="t"/>
                <dgm:param type="parTxLTRAlign" val="r"/>
                <dgm:param type="parTxRTLAlign" val="r"/>
              </dgm:alg>
              <dgm:shape xmlns:r="http://schemas.openxmlformats.org/officeDocument/2006/relationships" rot="270" type="rect" r:blip="">
                <dgm:adjLst/>
              </dgm:shape>
              <dgm:presOf axis="self"/>
              <dgm:constrLst>
                <dgm:constr type="lMarg"/>
                <dgm:constr type="bMarg"/>
                <dgm:constr type="tMarg"/>
              </dgm:constrLst>
            </dgm:if>
            <dgm:else name="Name9">
              <dgm:alg type="tx">
                <dgm:param type="autoTxRot" val="grav"/>
                <dgm:param type="parTxLTRAlign" val="l"/>
                <dgm:param type="parTxRTLAlign" val="l"/>
              </dgm:alg>
              <dgm:shape xmlns:r="http://schemas.openxmlformats.org/officeDocument/2006/relationships" rot="90" type="rect" r:blip="">
                <dgm:adjLst/>
              </dgm:shape>
              <dgm:presOf axis="self"/>
              <dgm:constrLst>
                <dgm:constr type="rMarg"/>
                <dgm:constr type="bMarg"/>
                <dgm:constr type="tMarg"/>
              </dgm:constrLst>
            </dgm:else>
          </dgm:choose>
          <dgm:ruleLst>
            <dgm:rule type="primFontSz" val="5" fact="NaN" max="NaN"/>
          </dgm:ruleLst>
        </dgm:layoutNode>
      </dgm:layoutNode>
      <dgm:forEach name="Name10"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5F861F19-DF91-4F64-BE48-EFD1CA52AD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418CB0A0-0989-4B5B-B154-0629656CFC0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DF036D1-744F-43A9-AE9B-FB201BB39067}" type="datetime1">
              <a:rPr lang="es-ES" smtClean="0"/>
              <a:t>17/11/2023</a:t>
            </a:fld>
            <a:endParaRPr lang="es-ES" dirty="0"/>
          </a:p>
        </p:txBody>
      </p:sp>
      <p:sp>
        <p:nvSpPr>
          <p:cNvPr id="4" name="Marcador de pie de página 3">
            <a:extLst>
              <a:ext uri="{FF2B5EF4-FFF2-40B4-BE49-F238E27FC236}">
                <a16:creationId xmlns:a16="http://schemas.microsoft.com/office/drawing/2014/main" id="{61DD27BA-B4B9-4D27-9656-D54AFCB9F8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0B101362-2FBF-46C0-B19B-AA1AE1D4BD2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442E760-7E3D-4B19-8755-B96625BD0FBD}" type="slidenum">
              <a:rPr lang="es-ES" smtClean="0"/>
              <a:t>‹Nº›</a:t>
            </a:fld>
            <a:endParaRPr lang="es-ES"/>
          </a:p>
        </p:txBody>
      </p:sp>
    </p:spTree>
    <p:extLst>
      <p:ext uri="{BB962C8B-B14F-4D97-AF65-F5344CB8AC3E}">
        <p14:creationId xmlns:p14="http://schemas.microsoft.com/office/powerpoint/2010/main" val="200353309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5F2164-A205-461E-A995-1C91CE2AF216}" type="datetime1">
              <a:rPr lang="es-ES" smtClean="0"/>
              <a:pPr/>
              <a:t>17/11/2023</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53D78A92-0141-4330-8F3E-FAADFAC23844}" type="slidenum">
              <a:rPr lang="es-ES" noProof="0" smtClean="0"/>
              <a:t>‹Nº›</a:t>
            </a:fld>
            <a:endParaRPr lang="es-ES" noProof="0"/>
          </a:p>
        </p:txBody>
      </p:sp>
    </p:spTree>
    <p:extLst>
      <p:ext uri="{BB962C8B-B14F-4D97-AF65-F5344CB8AC3E}">
        <p14:creationId xmlns:p14="http://schemas.microsoft.com/office/powerpoint/2010/main" val="1748887737"/>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53D78A92-0141-4330-8F3E-FAADFAC23844}" type="slidenum">
              <a:rPr lang="es-ES" smtClean="0"/>
              <a:t>1</a:t>
            </a:fld>
            <a:endParaRPr lang="es-ES"/>
          </a:p>
        </p:txBody>
      </p:sp>
    </p:spTree>
    <p:extLst>
      <p:ext uri="{BB962C8B-B14F-4D97-AF65-F5344CB8AC3E}">
        <p14:creationId xmlns:p14="http://schemas.microsoft.com/office/powerpoint/2010/main" val="2087522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53D78A92-0141-4330-8F3E-FAADFAC23844}" type="slidenum">
              <a:rPr lang="es-ES" smtClean="0"/>
              <a:t>2</a:t>
            </a:fld>
            <a:endParaRPr lang="es-ES"/>
          </a:p>
        </p:txBody>
      </p:sp>
    </p:spTree>
    <p:extLst>
      <p:ext uri="{BB962C8B-B14F-4D97-AF65-F5344CB8AC3E}">
        <p14:creationId xmlns:p14="http://schemas.microsoft.com/office/powerpoint/2010/main" val="15380904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posición de imagen de diapositiva 1"/>
          <p:cNvSpPr>
            <a:spLocks noGrp="1" noRot="1" noChangeAspect="1"/>
          </p:cNvSpPr>
          <p:nvPr>
            <p:ph type="sldImg"/>
          </p:nvPr>
        </p:nvSpPr>
        <p:spPr/>
      </p:sp>
      <p:sp>
        <p:nvSpPr>
          <p:cNvPr id="3" name="Marcador de posición de notas 2"/>
          <p:cNvSpPr>
            <a:spLocks noGrp="1"/>
          </p:cNvSpPr>
          <p:nvPr>
            <p:ph type="body" idx="1"/>
          </p:nvPr>
        </p:nvSpPr>
        <p:spPr/>
        <p:txBody>
          <a:bodyPr rtlCol="0"/>
          <a:lstStyle/>
          <a:p>
            <a:pPr rtl="0"/>
            <a:endParaRPr lang="es-ES"/>
          </a:p>
        </p:txBody>
      </p:sp>
      <p:sp>
        <p:nvSpPr>
          <p:cNvPr id="4" name="Marcador de posición de número de diapositiva 3"/>
          <p:cNvSpPr>
            <a:spLocks noGrp="1"/>
          </p:cNvSpPr>
          <p:nvPr>
            <p:ph type="sldNum" sz="quarter" idx="5"/>
          </p:nvPr>
        </p:nvSpPr>
        <p:spPr/>
        <p:txBody>
          <a:bodyPr rtlCol="0"/>
          <a:lstStyle/>
          <a:p>
            <a:pPr rtl="0"/>
            <a:fld id="{53D78A92-0141-4330-8F3E-FAADFAC23844}" type="slidenum">
              <a:rPr lang="es-ES" smtClean="0"/>
              <a:t>3</a:t>
            </a:fld>
            <a:endParaRPr lang="es-ES"/>
          </a:p>
        </p:txBody>
      </p:sp>
    </p:spTree>
    <p:extLst>
      <p:ext uri="{BB962C8B-B14F-4D97-AF65-F5344CB8AC3E}">
        <p14:creationId xmlns:p14="http://schemas.microsoft.com/office/powerpoint/2010/main" val="27932658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con fecha">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a:stretch>
          </a:blipFill>
          <a:ln w="12700" cap="flat">
            <a:noFill/>
            <a:prstDash val="solid"/>
            <a:miter/>
          </a:ln>
        </p:spPr>
        <p:txBody>
          <a:bodyPr rtlCol="0" anchor="ctr"/>
          <a:lstStyle/>
          <a:p>
            <a:pPr algn="l" rtl="0"/>
            <a:endParaRPr lang="es-ES" noProof="0"/>
          </a:p>
        </p:txBody>
      </p:sp>
      <p:sp>
        <p:nvSpPr>
          <p:cNvPr id="11" name="Rectángulo 10">
            <a:extLst>
              <a:ext uri="{FF2B5EF4-FFF2-40B4-BE49-F238E27FC236}">
                <a16:creationId xmlns:a16="http://schemas.microsoft.com/office/drawing/2014/main" id="{F3C0C995-565B-4516-BC98-CCDEE529B154}"/>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5380844"/>
            <a:ext cx="4367531" cy="324417"/>
          </a:xfrm>
        </p:spPr>
        <p:txBody>
          <a:bodyPr rtlCol="0">
            <a:noAutofit/>
          </a:bodyPr>
          <a:lstStyle>
            <a:lvl1pPr marL="0" indent="0" algn="ctr">
              <a:buNone/>
              <a:defRPr sz="2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20XX</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rtlCol="0">
            <a:noAutofit/>
          </a:bodyPr>
          <a:lstStyle>
            <a:lvl1pPr algn="ctr">
              <a:defRPr sz="10000" b="0">
                <a:solidFill>
                  <a:schemeClr val="bg1"/>
                </a:solidFill>
              </a:defRPr>
            </a:lvl1pPr>
          </a:lstStyle>
          <a:p>
            <a:pPr rtl="0"/>
            <a:r>
              <a:rPr lang="es-ES" noProof="0"/>
              <a:t>Título de la presentación    </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5034596"/>
            <a:ext cx="4367531" cy="324417"/>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Mes</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890308"/>
            <a:ext cx="10090287" cy="606659"/>
          </a:xfrm>
        </p:spPr>
        <p:txBody>
          <a:bodyPr rtlCol="0">
            <a:noAutofit/>
          </a:bodyPr>
          <a:lstStyle>
            <a:lvl1pPr marL="0" indent="0" algn="ctr">
              <a:buNone/>
              <a:defRPr sz="3000" b="0" i="0">
                <a:solidFill>
                  <a:schemeClr val="bg2"/>
                </a:solidFill>
              </a:defRPr>
            </a:lvl1pPr>
          </a:lstStyle>
          <a:p>
            <a:pPr lvl="0" rtl="0"/>
            <a:r>
              <a:rPr lang="es-ES" noProof="0"/>
              <a:t>SUBTÍTULO DE LA PRESENTACIÓN</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cxnSp>
        <p:nvCxnSpPr>
          <p:cNvPr id="6" name="Conector recto 5">
            <a:extLst>
              <a:ext uri="{FF2B5EF4-FFF2-40B4-BE49-F238E27FC236}">
                <a16:creationId xmlns:a16="http://schemas.microsoft.com/office/drawing/2014/main" id="{2B62C84D-B809-41CE-8FCD-935E2343985F}"/>
              </a:ext>
            </a:extLst>
          </p:cNvPr>
          <p:cNvCxnSpPr/>
          <p:nvPr userDrawn="1"/>
        </p:nvCxnSpPr>
        <p:spPr>
          <a:xfrm>
            <a:off x="5711952" y="5382082"/>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áfico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3612713"/>
            <a:ext cx="4975200" cy="114227"/>
          </a:xfrm>
          <a:prstGeom prst="rect">
            <a:avLst/>
          </a:prstGeom>
        </p:spPr>
      </p:pic>
    </p:spTree>
    <p:extLst>
      <p:ext uri="{BB962C8B-B14F-4D97-AF65-F5344CB8AC3E}">
        <p14:creationId xmlns:p14="http://schemas.microsoft.com/office/powerpoint/2010/main" val="39668199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iapositiva de título">
    <p:spTree>
      <p:nvGrpSpPr>
        <p:cNvPr id="1" name=""/>
        <p:cNvGrpSpPr/>
        <p:nvPr/>
      </p:nvGrpSpPr>
      <p:grpSpPr>
        <a:xfrm>
          <a:off x="0" y="0"/>
          <a:ext cx="0" cy="0"/>
          <a:chOff x="0" y="0"/>
          <a:chExt cx="0" cy="0"/>
        </a:xfrm>
      </p:grpSpPr>
      <p:sp>
        <p:nvSpPr>
          <p:cNvPr id="12" name="Marcador de posición de imagen 6">
            <a:extLst>
              <a:ext uri="{FF2B5EF4-FFF2-40B4-BE49-F238E27FC236}">
                <a16:creationId xmlns:a16="http://schemas.microsoft.com/office/drawing/2014/main" id="{4A7545D6-9827-7E4A-AB92-664BB510D96A}"/>
              </a:ext>
            </a:extLst>
          </p:cNvPr>
          <p:cNvSpPr>
            <a:spLocks noGrp="1"/>
          </p:cNvSpPr>
          <p:nvPr>
            <p:ph type="pic" sz="quarter" idx="18"/>
          </p:nvPr>
        </p:nvSpPr>
        <p:spPr>
          <a:xfrm>
            <a:off x="0" y="0"/>
            <a:ext cx="12192000" cy="6858000"/>
          </a:xfrm>
        </p:spPr>
        <p:txBody>
          <a:bodyPr rtlCol="0" anchor="ctr" anchorCtr="0">
            <a:normAutofit/>
          </a:bodyPr>
          <a:lstStyle>
            <a:lvl1pPr marL="0" indent="0" algn="ctr">
              <a:buFont typeface="Arial" panose="020B0604020202020204" pitchFamily="34" charset="0"/>
              <a:buNone/>
              <a:defRPr sz="1400"/>
            </a:lvl1pPr>
          </a:lstStyle>
          <a:p>
            <a:pPr rtl="0"/>
            <a:r>
              <a:rPr lang="es-ES" noProof="0"/>
              <a:t>Haga clic en el icono para agregar una imagen</a:t>
            </a:r>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5380844"/>
            <a:ext cx="4367531" cy="324417"/>
          </a:xfrm>
        </p:spPr>
        <p:txBody>
          <a:bodyPr rtlCol="0">
            <a:noAutofit/>
          </a:bodyPr>
          <a:lstStyle>
            <a:lvl1pPr marL="0" indent="0" algn="ctr">
              <a:buNone/>
              <a:defRPr sz="2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20XX</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rtlCol="0">
            <a:noAutofit/>
          </a:bodyPr>
          <a:lstStyle>
            <a:lvl1pPr algn="ctr">
              <a:defRPr sz="10000" b="0">
                <a:solidFill>
                  <a:schemeClr val="bg1"/>
                </a:solidFill>
              </a:defRPr>
            </a:lvl1pPr>
          </a:lstStyle>
          <a:p>
            <a:pPr rtl="0"/>
            <a:r>
              <a:rPr lang="es-ES" noProof="0"/>
              <a:t>Título de la presentación    </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5034596"/>
            <a:ext cx="4367531" cy="324417"/>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Mes</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890308"/>
            <a:ext cx="10090287" cy="606659"/>
          </a:xfrm>
        </p:spPr>
        <p:txBody>
          <a:bodyPr rtlCol="0">
            <a:noAutofit/>
          </a:bodyPr>
          <a:lstStyle>
            <a:lvl1pPr marL="0" indent="0" algn="ctr">
              <a:buNone/>
              <a:defRPr sz="3000" b="0" i="0">
                <a:solidFill>
                  <a:schemeClr val="bg2"/>
                </a:solidFill>
              </a:defRPr>
            </a:lvl1pPr>
          </a:lstStyle>
          <a:p>
            <a:pPr lvl="0" rtl="0"/>
            <a:r>
              <a:rPr lang="es-ES" noProof="0"/>
              <a:t>SUBTÍTULO DE LA PRESENTACIÓN</a:t>
            </a:r>
          </a:p>
        </p:txBody>
      </p:sp>
    </p:spTree>
    <p:extLst>
      <p:ext uri="{BB962C8B-B14F-4D97-AF65-F5344CB8AC3E}">
        <p14:creationId xmlns:p14="http://schemas.microsoft.com/office/powerpoint/2010/main" val="1050112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divisoria">
    <p:spTree>
      <p:nvGrpSpPr>
        <p:cNvPr id="1" name=""/>
        <p:cNvGrpSpPr/>
        <p:nvPr/>
      </p:nvGrpSpPr>
      <p:grpSpPr>
        <a:xfrm>
          <a:off x="0" y="0"/>
          <a:ext cx="0" cy="0"/>
          <a:chOff x="0" y="0"/>
          <a:chExt cx="0" cy="0"/>
        </a:xfrm>
      </p:grpSpPr>
      <p:sp>
        <p:nvSpPr>
          <p:cNvPr id="9" name="Elipse 8">
            <a:extLst>
              <a:ext uri="{FF2B5EF4-FFF2-40B4-BE49-F238E27FC236}">
                <a16:creationId xmlns:a16="http://schemas.microsoft.com/office/drawing/2014/main" id="{4D6B2F7A-6215-4548-B8BA-BFBFA46660C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Diapositiva divisoria</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5" name="Gráfico 13">
            <a:extLst>
              <a:ext uri="{FF2B5EF4-FFF2-40B4-BE49-F238E27FC236}">
                <a16:creationId xmlns:a16="http://schemas.microsoft.com/office/drawing/2014/main" id="{6B7C1ECA-416B-4ED3-9B96-F05BED98E498}"/>
              </a:ext>
            </a:extLst>
          </p:cNvPr>
          <p:cNvSpPr/>
          <p:nvPr/>
        </p:nvSpPr>
        <p:spPr>
          <a:xfrm>
            <a:off x="4534478" y="1568994"/>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8" name="Marcador de texto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9"/>
            <a:ext cx="10515600" cy="476476"/>
          </a:xfrm>
        </p:spPr>
        <p:txBody>
          <a:bodyPr rtlCol="0">
            <a:normAutofit/>
          </a:bodyPr>
          <a:lstStyle>
            <a:lvl1pPr marL="0" indent="0" algn="ctr">
              <a:buNone/>
              <a:defRPr sz="1800"/>
            </a:lvl1pPr>
            <a:lvl2pPr>
              <a:defRPr sz="1800"/>
            </a:lvl2pPr>
            <a:lvl3pPr>
              <a:defRPr sz="1800"/>
            </a:lvl3pPr>
            <a:lvl4pPr>
              <a:defRPr sz="1800"/>
            </a:lvl4pPr>
            <a:lvl5pPr>
              <a:defRPr sz="1800"/>
            </a:lvl5pPr>
          </a:lstStyle>
          <a:p>
            <a:pPr lvl="0" rtl="0"/>
            <a:r>
              <a:rPr lang="es-ES" noProof="0"/>
              <a:t>EDITAR ESTILOS DE TEXTO DEL PATRÓN</a:t>
            </a:r>
          </a:p>
        </p:txBody>
      </p:sp>
      <p:sp>
        <p:nvSpPr>
          <p:cNvPr id="20" name="Marcador de posición de imagen 19">
            <a:extLst>
              <a:ext uri="{FF2B5EF4-FFF2-40B4-BE49-F238E27FC236}">
                <a16:creationId xmlns:a16="http://schemas.microsoft.com/office/drawing/2014/main" id="{C71C2E69-8C3C-4E87-BC9D-9810F56121BC}"/>
              </a:ext>
            </a:extLst>
          </p:cNvPr>
          <p:cNvSpPr>
            <a:spLocks noGrp="1"/>
          </p:cNvSpPr>
          <p:nvPr>
            <p:ph type="pic" sz="quarter" idx="14"/>
          </p:nvPr>
        </p:nvSpPr>
        <p:spPr>
          <a:xfrm>
            <a:off x="0" y="2483223"/>
            <a:ext cx="12192000" cy="3465576"/>
          </a:xfrm>
        </p:spPr>
        <p:txBody>
          <a:bodyPr rtlCol="0" anchor="ctr" anchorCtr="0">
            <a:normAutofit/>
          </a:bodyPr>
          <a:lstStyle>
            <a:lvl1pPr marL="0" indent="0" algn="ctr">
              <a:buNone/>
              <a:defRPr sz="1400"/>
            </a:lvl1pPr>
          </a:lstStyle>
          <a:p>
            <a:pPr rtl="0"/>
            <a:r>
              <a:rPr lang="es-ES" noProof="0"/>
              <a:t>Haga clic en el icono para agregar una imagen</a:t>
            </a:r>
          </a:p>
        </p:txBody>
      </p:sp>
    </p:spTree>
    <p:extLst>
      <p:ext uri="{BB962C8B-B14F-4D97-AF65-F5344CB8AC3E}">
        <p14:creationId xmlns:p14="http://schemas.microsoft.com/office/powerpoint/2010/main" val="1597739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ítulo y contenido con imagen">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DFFF6C81-E769-CE4D-B9C0-858E073D198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371695AE-7720-4633-B467-CD5DD1A9EC27}"/>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94940C99-75CB-4A48-894F-EA35F7C9189E}"/>
              </a:ext>
            </a:extLst>
          </p:cNvPr>
          <p:cNvSpPr>
            <a:spLocks noGrp="1"/>
          </p:cNvSpPr>
          <p:nvPr>
            <p:ph type="title" hasCustomPrompt="1"/>
          </p:nvPr>
        </p:nvSpPr>
        <p:spPr>
          <a:xfrm>
            <a:off x="6924536" y="922103"/>
            <a:ext cx="4257905" cy="1325563"/>
          </a:xfrm>
        </p:spPr>
        <p:txBody>
          <a:bodyPr rtlCol="0"/>
          <a:lstStyle>
            <a:lvl1pPr>
              <a:defRPr b="0"/>
            </a:lvl1pPr>
          </a:lstStyle>
          <a:p>
            <a:pPr rtl="0"/>
            <a:r>
              <a:rPr lang="es-ES" noProof="0"/>
              <a:t>Diseño de texto 1</a:t>
            </a:r>
          </a:p>
        </p:txBody>
      </p:sp>
      <p:sp>
        <p:nvSpPr>
          <p:cNvPr id="4" name="Marcador de pie de página 3">
            <a:extLst>
              <a:ext uri="{FF2B5EF4-FFF2-40B4-BE49-F238E27FC236}">
                <a16:creationId xmlns:a16="http://schemas.microsoft.com/office/drawing/2014/main" id="{C97E3AD6-C295-45C8-8FC7-AD342840364A}"/>
              </a:ext>
            </a:extLst>
          </p:cNvPr>
          <p:cNvSpPr>
            <a:spLocks noGrp="1"/>
          </p:cNvSpPr>
          <p:nvPr>
            <p:ph type="ftr" sz="quarter" idx="11"/>
          </p:nvPr>
        </p:nvSpPr>
        <p:spPr/>
        <p:txBody>
          <a:bodyPr rtlCol="0"/>
          <a:lstStyle/>
          <a:p>
            <a:pPr rtl="0"/>
            <a:r>
              <a:rPr lang="es-ES" noProof="0"/>
              <a:t>AGREGAR UN PIE DE PÁGINA</a:t>
            </a:r>
          </a:p>
        </p:txBody>
      </p:sp>
      <p:sp>
        <p:nvSpPr>
          <p:cNvPr id="6" name="Marcador de texto 14">
            <a:extLst>
              <a:ext uri="{FF2B5EF4-FFF2-40B4-BE49-F238E27FC236}">
                <a16:creationId xmlns:a16="http://schemas.microsoft.com/office/drawing/2014/main" id="{780797F8-0544-4DFB-8D2C-CC50CB7F4AAD}"/>
              </a:ext>
            </a:extLst>
          </p:cNvPr>
          <p:cNvSpPr>
            <a:spLocks noGrp="1"/>
          </p:cNvSpPr>
          <p:nvPr>
            <p:ph type="body" sz="quarter" idx="13" hasCustomPrompt="1"/>
          </p:nvPr>
        </p:nvSpPr>
        <p:spPr>
          <a:xfrm>
            <a:off x="6663282" y="2384295"/>
            <a:ext cx="4519159" cy="639683"/>
          </a:xfrm>
        </p:spPr>
        <p:txBody>
          <a:bodyPr rtlCol="0">
            <a:normAutofit/>
          </a:bodyPr>
          <a:lstStyle>
            <a:lvl1pPr marL="0" indent="0">
              <a:buNone/>
              <a:defRPr sz="1800" b="0" i="0"/>
            </a:lvl1pPr>
          </a:lstStyle>
          <a:p>
            <a:pPr lvl="0" rtl="0"/>
            <a:r>
              <a:rPr lang="es-ES" noProof="0"/>
              <a:t>EDITAR ESTILOS DE TEXTO DEL PATRÓN</a:t>
            </a:r>
          </a:p>
        </p:txBody>
      </p:sp>
      <p:sp>
        <p:nvSpPr>
          <p:cNvPr id="7" name="Marcador de texto 14">
            <a:extLst>
              <a:ext uri="{FF2B5EF4-FFF2-40B4-BE49-F238E27FC236}">
                <a16:creationId xmlns:a16="http://schemas.microsoft.com/office/drawing/2014/main" id="{F7A942D6-FCE6-4DCD-BD15-F6399EC2A21E}"/>
              </a:ext>
            </a:extLst>
          </p:cNvPr>
          <p:cNvSpPr>
            <a:spLocks noGrp="1"/>
          </p:cNvSpPr>
          <p:nvPr>
            <p:ph type="body" sz="quarter" idx="14" hasCustomPrompt="1"/>
          </p:nvPr>
        </p:nvSpPr>
        <p:spPr>
          <a:xfrm>
            <a:off x="6474599" y="3173534"/>
            <a:ext cx="4707842" cy="2588637"/>
          </a:xfrm>
        </p:spPr>
        <p:txBody>
          <a:bodyPr rtlCol="0">
            <a:normAutofit/>
          </a:bodyPr>
          <a:lstStyle>
            <a:lvl1pPr marL="180000" indent="-180000">
              <a:spcBef>
                <a:spcPts val="600"/>
              </a:spcBef>
              <a:buClr>
                <a:schemeClr val="bg2"/>
              </a:buClr>
              <a:buFont typeface="Arial" panose="020B0604020202020204" pitchFamily="34" charset="0"/>
              <a:buChar char="•"/>
              <a:defRPr sz="1600" b="0" i="0">
                <a:solidFill>
                  <a:schemeClr val="tx1">
                    <a:lumMod val="75000"/>
                    <a:lumOff val="25000"/>
                  </a:schemeClr>
                </a:solidFill>
              </a:defRPr>
            </a:lvl1pPr>
          </a:lstStyle>
          <a:p>
            <a:pPr lvl="0" rtl="0"/>
            <a:r>
              <a:rPr lang="es-ES" noProof="0"/>
              <a:t>Editar estilos de texto del patrón</a:t>
            </a:r>
          </a:p>
        </p:txBody>
      </p:sp>
      <p:sp>
        <p:nvSpPr>
          <p:cNvPr id="9" name="Gráfico 13">
            <a:extLst>
              <a:ext uri="{FF2B5EF4-FFF2-40B4-BE49-F238E27FC236}">
                <a16:creationId xmlns:a16="http://schemas.microsoft.com/office/drawing/2014/main" id="{BE348D43-6DEE-4E32-B9F5-235CB8EC9257}"/>
              </a:ext>
            </a:extLst>
          </p:cNvPr>
          <p:cNvSpPr/>
          <p:nvPr userDrawn="1"/>
        </p:nvSpPr>
        <p:spPr>
          <a:xfrm>
            <a:off x="7059964" y="2076985"/>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2" name="Marcador de posición de imagen 11">
            <a:extLst>
              <a:ext uri="{FF2B5EF4-FFF2-40B4-BE49-F238E27FC236}">
                <a16:creationId xmlns:a16="http://schemas.microsoft.com/office/drawing/2014/main" id="{32A28410-C401-4876-8DE7-D0EFCDE41D2C}"/>
              </a:ext>
            </a:extLst>
          </p:cNvPr>
          <p:cNvSpPr>
            <a:spLocks noGrp="1"/>
          </p:cNvSpPr>
          <p:nvPr>
            <p:ph type="pic" sz="quarter" idx="15"/>
          </p:nvPr>
        </p:nvSpPr>
        <p:spPr>
          <a:xfrm>
            <a:off x="911224" y="0"/>
            <a:ext cx="4626864" cy="6858000"/>
          </a:xfrm>
        </p:spPr>
        <p:txBody>
          <a:bodyPr rtlCol="0" anchor="ctr" anchorCtr="0">
            <a:normAutofit/>
          </a:bodyPr>
          <a:lstStyle>
            <a:lvl1pPr marL="0" indent="0" algn="ctr">
              <a:buNone/>
              <a:defRPr sz="1400"/>
            </a:lvl1pPr>
          </a:lstStyle>
          <a:p>
            <a:pPr rtl="0"/>
            <a:r>
              <a:rPr lang="es-ES" noProof="0"/>
              <a:t>Haga clic en el icono para agregar una imagen</a:t>
            </a:r>
          </a:p>
        </p:txBody>
      </p:sp>
    </p:spTree>
    <p:extLst>
      <p:ext uri="{BB962C8B-B14F-4D97-AF65-F5344CB8AC3E}">
        <p14:creationId xmlns:p14="http://schemas.microsoft.com/office/powerpoint/2010/main" val="1755848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de contenido">
    <p:spTree>
      <p:nvGrpSpPr>
        <p:cNvPr id="1" name=""/>
        <p:cNvGrpSpPr/>
        <p:nvPr/>
      </p:nvGrpSpPr>
      <p:grpSpPr>
        <a:xfrm>
          <a:off x="0" y="0"/>
          <a:ext cx="0" cy="0"/>
          <a:chOff x="0" y="0"/>
          <a:chExt cx="0" cy="0"/>
        </a:xfrm>
      </p:grpSpPr>
      <p:sp>
        <p:nvSpPr>
          <p:cNvPr id="11" name="Elipse 10">
            <a:extLst>
              <a:ext uri="{FF2B5EF4-FFF2-40B4-BE49-F238E27FC236}">
                <a16:creationId xmlns:a16="http://schemas.microsoft.com/office/drawing/2014/main" id="{275CB319-C744-E641-8907-1470D3DF159D}"/>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AFC21D-31CF-420D-A654-B62708C71952}"/>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F5D078D9-85B9-4D7C-BCDC-31053365B378}"/>
              </a:ext>
            </a:extLst>
          </p:cNvPr>
          <p:cNvSpPr>
            <a:spLocks noGrp="1"/>
          </p:cNvSpPr>
          <p:nvPr>
            <p:ph type="title" hasCustomPrompt="1"/>
          </p:nvPr>
        </p:nvSpPr>
        <p:spPr>
          <a:xfrm>
            <a:off x="1172027" y="3938140"/>
            <a:ext cx="4430485" cy="893080"/>
          </a:xfrm>
        </p:spPr>
        <p:txBody>
          <a:bodyPr rtlCol="0"/>
          <a:lstStyle>
            <a:lvl1pPr algn="ctr">
              <a:defRPr b="0"/>
            </a:lvl1pPr>
          </a:lstStyle>
          <a:p>
            <a:pPr rtl="0"/>
            <a:r>
              <a:rPr lang="es-ES" noProof="0"/>
              <a:t>Diseño de texto 2</a:t>
            </a:r>
          </a:p>
        </p:txBody>
      </p:sp>
      <p:sp>
        <p:nvSpPr>
          <p:cNvPr id="3" name="Marcador de fecha 2">
            <a:extLst>
              <a:ext uri="{FF2B5EF4-FFF2-40B4-BE49-F238E27FC236}">
                <a16:creationId xmlns:a16="http://schemas.microsoft.com/office/drawing/2014/main" id="{5F5253D9-2D52-4F01-9ED9-4E2A3C0E6A1B}"/>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D3BDB2FC-0867-44DF-98D6-C443802B8C26}"/>
              </a:ext>
            </a:extLst>
          </p:cNvPr>
          <p:cNvSpPr>
            <a:spLocks noGrp="1"/>
          </p:cNvSpPr>
          <p:nvPr>
            <p:ph type="ftr" sz="quarter" idx="11"/>
          </p:nvPr>
        </p:nvSpPr>
        <p:spPr/>
        <p:txBody>
          <a:bodyPr rtlCol="0"/>
          <a:lstStyle/>
          <a:p>
            <a:pPr rtl="0"/>
            <a:r>
              <a:rPr lang="es-ES" noProof="0"/>
              <a:t>AGREGAR UN PIE DE PÁGINA</a:t>
            </a:r>
          </a:p>
        </p:txBody>
      </p:sp>
      <p:sp>
        <p:nvSpPr>
          <p:cNvPr id="7" name="Marcador de posición de imagen 6">
            <a:extLst>
              <a:ext uri="{FF2B5EF4-FFF2-40B4-BE49-F238E27FC236}">
                <a16:creationId xmlns:a16="http://schemas.microsoft.com/office/drawing/2014/main" id="{2E25E660-4559-4CC8-852F-94402A454C17}"/>
              </a:ext>
            </a:extLst>
          </p:cNvPr>
          <p:cNvSpPr>
            <a:spLocks noGrp="1"/>
          </p:cNvSpPr>
          <p:nvPr>
            <p:ph type="pic" sz="quarter" idx="13"/>
          </p:nvPr>
        </p:nvSpPr>
        <p:spPr>
          <a:xfrm>
            <a:off x="0" y="797608"/>
            <a:ext cx="12192000" cy="2843784"/>
          </a:xfrm>
        </p:spPr>
        <p:txBody>
          <a:bodyPr rtlCol="0" anchor="ctr" anchorCtr="0">
            <a:normAutofit/>
          </a:bodyPr>
          <a:lstStyle>
            <a:lvl1pPr marL="0" indent="0" algn="ctr">
              <a:buNone/>
              <a:defRPr sz="1400"/>
            </a:lvl1pPr>
          </a:lstStyle>
          <a:p>
            <a:pPr rtl="0"/>
            <a:r>
              <a:rPr lang="es-ES" noProof="0"/>
              <a:t>Haga clic en el icono para agregar una imagen</a:t>
            </a:r>
          </a:p>
        </p:txBody>
      </p:sp>
      <p:sp>
        <p:nvSpPr>
          <p:cNvPr id="9" name="Gráfico 13">
            <a:extLst>
              <a:ext uri="{FF2B5EF4-FFF2-40B4-BE49-F238E27FC236}">
                <a16:creationId xmlns:a16="http://schemas.microsoft.com/office/drawing/2014/main" id="{A4B61220-F8A1-4859-BA99-F5EC0CC36B0F}"/>
              </a:ext>
            </a:extLst>
          </p:cNvPr>
          <p:cNvSpPr/>
          <p:nvPr userDrawn="1"/>
        </p:nvSpPr>
        <p:spPr>
          <a:xfrm>
            <a:off x="1825747" y="4882453"/>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0" name="Marcador de texto 14">
            <a:extLst>
              <a:ext uri="{FF2B5EF4-FFF2-40B4-BE49-F238E27FC236}">
                <a16:creationId xmlns:a16="http://schemas.microsoft.com/office/drawing/2014/main" id="{1A39E620-8448-42D8-85B7-A6BF45A2FBDD}"/>
              </a:ext>
            </a:extLst>
          </p:cNvPr>
          <p:cNvSpPr>
            <a:spLocks noGrp="1"/>
          </p:cNvSpPr>
          <p:nvPr>
            <p:ph type="body" sz="quarter" idx="14" hasCustomPrompt="1"/>
          </p:nvPr>
        </p:nvSpPr>
        <p:spPr>
          <a:xfrm>
            <a:off x="1172027" y="5192860"/>
            <a:ext cx="4430485" cy="639683"/>
          </a:xfrm>
        </p:spPr>
        <p:txBody>
          <a:bodyPr rtlCol="0">
            <a:normAutofit/>
          </a:bodyPr>
          <a:lstStyle>
            <a:lvl1pPr marL="0" indent="0" algn="ctr">
              <a:buNone/>
              <a:defRPr sz="1800" b="0" i="0"/>
            </a:lvl1pPr>
          </a:lstStyle>
          <a:p>
            <a:pPr lvl="0" rtl="0"/>
            <a:r>
              <a:rPr lang="es-ES" noProof="0"/>
              <a:t>EDITAR ESTILOS DE TEXTO DEL PATRÓN</a:t>
            </a:r>
          </a:p>
        </p:txBody>
      </p:sp>
      <p:sp>
        <p:nvSpPr>
          <p:cNvPr id="12" name="Marcador de texto 14">
            <a:extLst>
              <a:ext uri="{FF2B5EF4-FFF2-40B4-BE49-F238E27FC236}">
                <a16:creationId xmlns:a16="http://schemas.microsoft.com/office/drawing/2014/main" id="{F2FF44AF-6A6B-4742-B58D-DF26808AFD83}"/>
              </a:ext>
            </a:extLst>
          </p:cNvPr>
          <p:cNvSpPr>
            <a:spLocks noGrp="1"/>
          </p:cNvSpPr>
          <p:nvPr>
            <p:ph type="body" sz="quarter" idx="15" hasCustomPrompt="1"/>
          </p:nvPr>
        </p:nvSpPr>
        <p:spPr>
          <a:xfrm>
            <a:off x="6474599" y="4064000"/>
            <a:ext cx="4545374" cy="1698171"/>
          </a:xfrm>
        </p:spPr>
        <p:txBody>
          <a:bodyPr rtlCol="0">
            <a:normAutofit/>
          </a:bodyPr>
          <a:lstStyle>
            <a:lvl1pPr marL="180000" indent="-180000">
              <a:spcBef>
                <a:spcPts val="600"/>
              </a:spcBef>
              <a:buClr>
                <a:schemeClr val="bg2"/>
              </a:buClr>
              <a:buFont typeface="Arial" panose="020B0604020202020204" pitchFamily="34" charset="0"/>
              <a:buChar char="•"/>
              <a:defRPr sz="1600" b="0" i="0">
                <a:solidFill>
                  <a:schemeClr val="tx1">
                    <a:lumMod val="75000"/>
                    <a:lumOff val="25000"/>
                  </a:schemeClr>
                </a:solidFill>
              </a:defRPr>
            </a:lvl1pPr>
          </a:lstStyle>
          <a:p>
            <a:pPr lvl="0" rtl="0"/>
            <a:r>
              <a:rPr lang="es-ES" noProof="0"/>
              <a:t>Editar estilos de texto del patrón</a:t>
            </a:r>
          </a:p>
        </p:txBody>
      </p:sp>
    </p:spTree>
    <p:extLst>
      <p:ext uri="{BB962C8B-B14F-4D97-AF65-F5344CB8AC3E}">
        <p14:creationId xmlns:p14="http://schemas.microsoft.com/office/powerpoint/2010/main" val="4249325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eño de la sección dos">
    <p:spTree>
      <p:nvGrpSpPr>
        <p:cNvPr id="1" name=""/>
        <p:cNvGrpSpPr/>
        <p:nvPr/>
      </p:nvGrpSpPr>
      <p:grpSpPr>
        <a:xfrm>
          <a:off x="0" y="0"/>
          <a:ext cx="0" cy="0"/>
          <a:chOff x="0" y="0"/>
          <a:chExt cx="0" cy="0"/>
        </a:xfrm>
      </p:grpSpPr>
      <p:sp>
        <p:nvSpPr>
          <p:cNvPr id="14" name="Elipse 13">
            <a:extLst>
              <a:ext uri="{FF2B5EF4-FFF2-40B4-BE49-F238E27FC236}">
                <a16:creationId xmlns:a16="http://schemas.microsoft.com/office/drawing/2014/main" id="{213AAFFC-6E5A-D44A-ADBF-E9D307CE6349}"/>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72DABAFE-C077-44F7-8606-FCEAD364C173}"/>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3" name="Marcador de fecha 2">
            <a:extLst>
              <a:ext uri="{FF2B5EF4-FFF2-40B4-BE49-F238E27FC236}">
                <a16:creationId xmlns:a16="http://schemas.microsoft.com/office/drawing/2014/main" id="{F8D0EF65-ABFF-4900-A2AD-12A8C47ECC15}"/>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D1E8D827-86E9-4228-B43C-616FE3F73BC2}"/>
              </a:ext>
            </a:extLst>
          </p:cNvPr>
          <p:cNvSpPr>
            <a:spLocks noGrp="1"/>
          </p:cNvSpPr>
          <p:nvPr>
            <p:ph type="ftr" sz="quarter" idx="11"/>
          </p:nvPr>
        </p:nvSpPr>
        <p:spPr/>
        <p:txBody>
          <a:bodyPr rtlCol="0"/>
          <a:lstStyle/>
          <a:p>
            <a:pPr rtl="0"/>
            <a:r>
              <a:rPr lang="es-ES" noProof="0"/>
              <a:t>AGREGAR UN PIE DE PÁGINA</a:t>
            </a:r>
          </a:p>
        </p:txBody>
      </p:sp>
      <p:sp>
        <p:nvSpPr>
          <p:cNvPr id="7" name="Marcador de texto 2">
            <a:extLst>
              <a:ext uri="{FF2B5EF4-FFF2-40B4-BE49-F238E27FC236}">
                <a16:creationId xmlns:a16="http://schemas.microsoft.com/office/drawing/2014/main" id="{D2BEBEF9-0DCC-4DA2-9828-D5A83238CD9F}"/>
              </a:ext>
            </a:extLst>
          </p:cNvPr>
          <p:cNvSpPr>
            <a:spLocks noGrp="1"/>
          </p:cNvSpPr>
          <p:nvPr>
            <p:ph type="body" idx="1" hasCustomPrompt="1"/>
          </p:nvPr>
        </p:nvSpPr>
        <p:spPr>
          <a:xfrm>
            <a:off x="2067340" y="2738211"/>
            <a:ext cx="4183650" cy="454353"/>
          </a:xfrm>
        </p:spPr>
        <p:txBody>
          <a:bodyPr rtlCol="0">
            <a:noAutofit/>
          </a:bodyPr>
          <a:lstStyle>
            <a:lvl1pPr marL="0" indent="0">
              <a:buNone/>
              <a:defRPr sz="40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Título de la sección 1</a:t>
            </a:r>
          </a:p>
        </p:txBody>
      </p:sp>
      <p:sp>
        <p:nvSpPr>
          <p:cNvPr id="8" name="Marcador de texto 26">
            <a:extLst>
              <a:ext uri="{FF2B5EF4-FFF2-40B4-BE49-F238E27FC236}">
                <a16:creationId xmlns:a16="http://schemas.microsoft.com/office/drawing/2014/main" id="{CE9C552F-C732-4E4C-8B62-DE62A58BADF0}"/>
              </a:ext>
            </a:extLst>
          </p:cNvPr>
          <p:cNvSpPr>
            <a:spLocks noGrp="1"/>
          </p:cNvSpPr>
          <p:nvPr>
            <p:ph type="body" sz="quarter" idx="16" hasCustomPrompt="1"/>
          </p:nvPr>
        </p:nvSpPr>
        <p:spPr>
          <a:xfrm>
            <a:off x="838201" y="2043790"/>
            <a:ext cx="10515599" cy="629105"/>
          </a:xfrm>
        </p:spPr>
        <p:txBody>
          <a:bodyPr rtlCol="0">
            <a:noAutofit/>
          </a:bodyPr>
          <a:lstStyle>
            <a:lvl1pPr marL="0" indent="0" algn="ctr">
              <a:buNone/>
              <a:defRPr sz="1800" b="0" i="0"/>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EDITAR ESTILOS DE TEXTO DEL PATRÓN</a:t>
            </a:r>
          </a:p>
        </p:txBody>
      </p:sp>
      <p:sp>
        <p:nvSpPr>
          <p:cNvPr id="9" name="Marcador de texto 2">
            <a:extLst>
              <a:ext uri="{FF2B5EF4-FFF2-40B4-BE49-F238E27FC236}">
                <a16:creationId xmlns:a16="http://schemas.microsoft.com/office/drawing/2014/main" id="{100DDA39-3A33-4AF8-BB2F-B80A8696D428}"/>
              </a:ext>
            </a:extLst>
          </p:cNvPr>
          <p:cNvSpPr>
            <a:spLocks noGrp="1"/>
          </p:cNvSpPr>
          <p:nvPr>
            <p:ph type="body" idx="18" hasCustomPrompt="1"/>
          </p:nvPr>
        </p:nvSpPr>
        <p:spPr>
          <a:xfrm>
            <a:off x="7534813" y="2738211"/>
            <a:ext cx="4183650" cy="454353"/>
          </a:xfrm>
        </p:spPr>
        <p:txBody>
          <a:bodyPr rtlCol="0">
            <a:noAutofit/>
          </a:bodyPr>
          <a:lstStyle>
            <a:lvl1pPr marL="0" indent="0">
              <a:buNone/>
              <a:defRPr sz="40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Título de la sección 2</a:t>
            </a:r>
          </a:p>
        </p:txBody>
      </p:sp>
      <p:sp>
        <p:nvSpPr>
          <p:cNvPr id="10" name="Marcador de texto 26">
            <a:extLst>
              <a:ext uri="{FF2B5EF4-FFF2-40B4-BE49-F238E27FC236}">
                <a16:creationId xmlns:a16="http://schemas.microsoft.com/office/drawing/2014/main" id="{D01D7372-B596-424A-8437-BCA847E03CF1}"/>
              </a:ext>
            </a:extLst>
          </p:cNvPr>
          <p:cNvSpPr>
            <a:spLocks noGrp="1"/>
          </p:cNvSpPr>
          <p:nvPr>
            <p:ph type="body" sz="quarter" idx="20" hasCustomPrompt="1"/>
          </p:nvPr>
        </p:nvSpPr>
        <p:spPr>
          <a:xfrm>
            <a:off x="1159649" y="3428501"/>
            <a:ext cx="4365625" cy="2333625"/>
          </a:xfrm>
        </p:spPr>
        <p:txBody>
          <a:bodyPr rtlCol="0">
            <a:normAutofit/>
          </a:bodyPr>
          <a:lstStyle>
            <a:lvl1pPr marL="180000" indent="-180000">
              <a:spcBef>
                <a:spcPts val="600"/>
              </a:spcBef>
              <a:buClr>
                <a:schemeClr val="bg2"/>
              </a:buClr>
              <a:defRPr sz="160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Editar estilos de texto del patrón</a:t>
            </a:r>
          </a:p>
        </p:txBody>
      </p:sp>
      <p:sp>
        <p:nvSpPr>
          <p:cNvPr id="11" name="Marcador de texto 26">
            <a:extLst>
              <a:ext uri="{FF2B5EF4-FFF2-40B4-BE49-F238E27FC236}">
                <a16:creationId xmlns:a16="http://schemas.microsoft.com/office/drawing/2014/main" id="{F78DB58E-1DC8-42B6-8950-A39F9249D51D}"/>
              </a:ext>
            </a:extLst>
          </p:cNvPr>
          <p:cNvSpPr>
            <a:spLocks noGrp="1"/>
          </p:cNvSpPr>
          <p:nvPr>
            <p:ph type="body" sz="quarter" idx="21" hasCustomPrompt="1"/>
          </p:nvPr>
        </p:nvSpPr>
        <p:spPr>
          <a:xfrm>
            <a:off x="6627121" y="3428501"/>
            <a:ext cx="4365625" cy="2333625"/>
          </a:xfrm>
        </p:spPr>
        <p:txBody>
          <a:bodyPr rtlCol="0">
            <a:normAutofit/>
          </a:bodyPr>
          <a:lstStyle>
            <a:lvl1pPr marL="180000" indent="-180000">
              <a:spcBef>
                <a:spcPts val="600"/>
              </a:spcBef>
              <a:buClr>
                <a:schemeClr val="bg2"/>
              </a:buClr>
              <a:defRPr sz="160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Editar estilos de texto del patrón</a:t>
            </a:r>
          </a:p>
        </p:txBody>
      </p:sp>
      <p:sp>
        <p:nvSpPr>
          <p:cNvPr id="12" name="Gráfico 13">
            <a:extLst>
              <a:ext uri="{FF2B5EF4-FFF2-40B4-BE49-F238E27FC236}">
                <a16:creationId xmlns:a16="http://schemas.microsoft.com/office/drawing/2014/main" id="{6E7BE306-50F4-4966-B172-8808A97D9FF4}"/>
              </a:ext>
            </a:extLst>
          </p:cNvPr>
          <p:cNvSpPr/>
          <p:nvPr userDrawn="1"/>
        </p:nvSpPr>
        <p:spPr>
          <a:xfrm>
            <a:off x="4534478" y="1718435"/>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3" name="Título 1">
            <a:extLst>
              <a:ext uri="{FF2B5EF4-FFF2-40B4-BE49-F238E27FC236}">
                <a16:creationId xmlns:a16="http://schemas.microsoft.com/office/drawing/2014/main" id="{17DEC651-98F0-44EE-BAB8-8B3FE702A36A}"/>
              </a:ext>
            </a:extLst>
          </p:cNvPr>
          <p:cNvSpPr>
            <a:spLocks noGrp="1"/>
          </p:cNvSpPr>
          <p:nvPr>
            <p:ph type="title" hasCustomPrompt="1"/>
          </p:nvPr>
        </p:nvSpPr>
        <p:spPr>
          <a:xfrm>
            <a:off x="838200" y="562882"/>
            <a:ext cx="10515600" cy="1325563"/>
          </a:xfrm>
        </p:spPr>
        <p:txBody>
          <a:bodyPr rtlCol="0"/>
          <a:lstStyle>
            <a:lvl1pPr algn="ctr">
              <a:defRPr b="0"/>
            </a:lvl1pPr>
          </a:lstStyle>
          <a:p>
            <a:pPr rtl="0"/>
            <a:r>
              <a:rPr lang="es-ES" noProof="0"/>
              <a:t>Comparación</a:t>
            </a:r>
          </a:p>
        </p:txBody>
      </p:sp>
    </p:spTree>
    <p:extLst>
      <p:ext uri="{BB962C8B-B14F-4D97-AF65-F5344CB8AC3E}">
        <p14:creationId xmlns:p14="http://schemas.microsoft.com/office/powerpoint/2010/main" val="114585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eño de gráfico">
    <p:spTree>
      <p:nvGrpSpPr>
        <p:cNvPr id="1" name=""/>
        <p:cNvGrpSpPr/>
        <p:nvPr/>
      </p:nvGrpSpPr>
      <p:grpSpPr>
        <a:xfrm>
          <a:off x="0" y="0"/>
          <a:ext cx="0" cy="0"/>
          <a:chOff x="0" y="0"/>
          <a:chExt cx="0" cy="0"/>
        </a:xfrm>
      </p:grpSpPr>
      <p:sp>
        <p:nvSpPr>
          <p:cNvPr id="23" name="Elipse 22">
            <a:extLst>
              <a:ext uri="{FF2B5EF4-FFF2-40B4-BE49-F238E27FC236}">
                <a16:creationId xmlns:a16="http://schemas.microsoft.com/office/drawing/2014/main" id="{99E16AA7-5075-3449-AB21-5E8037339A90}"/>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523D6FB-BDF5-462B-9DFB-6A2531254435}"/>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3" name="Marcador de fecha 2">
            <a:extLst>
              <a:ext uri="{FF2B5EF4-FFF2-40B4-BE49-F238E27FC236}">
                <a16:creationId xmlns:a16="http://schemas.microsoft.com/office/drawing/2014/main" id="{3CAFBD2F-FD90-4C8F-BEA1-91BB2D242EED}"/>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5F47FDA8-53F5-4098-B6D5-32456ABFAE67}"/>
              </a:ext>
            </a:extLst>
          </p:cNvPr>
          <p:cNvSpPr>
            <a:spLocks noGrp="1"/>
          </p:cNvSpPr>
          <p:nvPr>
            <p:ph type="ftr" sz="quarter" idx="11"/>
          </p:nvPr>
        </p:nvSpPr>
        <p:spPr/>
        <p:txBody>
          <a:bodyPr rtlCol="0"/>
          <a:lstStyle/>
          <a:p>
            <a:pPr rtl="0"/>
            <a:r>
              <a:rPr lang="es-ES" noProof="0"/>
              <a:t>AGREGAR UN PIE DE PÁGINA</a:t>
            </a:r>
          </a:p>
        </p:txBody>
      </p:sp>
      <p:sp>
        <p:nvSpPr>
          <p:cNvPr id="6" name="Marcador de posición de gráfico 18">
            <a:extLst>
              <a:ext uri="{FF2B5EF4-FFF2-40B4-BE49-F238E27FC236}">
                <a16:creationId xmlns:a16="http://schemas.microsoft.com/office/drawing/2014/main" id="{270B440B-C39E-47E6-9CBA-0BA4EB1EF522}"/>
              </a:ext>
            </a:extLst>
          </p:cNvPr>
          <p:cNvSpPr>
            <a:spLocks noGrp="1"/>
          </p:cNvSpPr>
          <p:nvPr>
            <p:ph type="chart" sz="quarter" idx="32" hasCustomPrompt="1"/>
          </p:nvPr>
        </p:nvSpPr>
        <p:spPr>
          <a:xfrm>
            <a:off x="6981371" y="1246188"/>
            <a:ext cx="4284663" cy="4365625"/>
          </a:xfrm>
        </p:spPr>
        <p:txBody>
          <a:bodyPr rtlCol="0" anchor="ctr" anchorCtr="0">
            <a:normAutofit/>
          </a:bodyPr>
          <a:lstStyle>
            <a:lvl1pPr marL="0" indent="0" algn="ctr">
              <a:buNone/>
              <a:defRPr sz="1600">
                <a:solidFill>
                  <a:schemeClr val="tx1">
                    <a:lumMod val="50000"/>
                    <a:lumOff val="50000"/>
                  </a:schemeClr>
                </a:solidFill>
              </a:defRPr>
            </a:lvl1pPr>
          </a:lstStyle>
          <a:p>
            <a:pPr rtl="0"/>
            <a:r>
              <a:rPr lang="es-ES" noProof="0"/>
              <a:t>Hacer clic en el icono para agregar un gráfico</a:t>
            </a:r>
          </a:p>
        </p:txBody>
      </p:sp>
      <p:sp>
        <p:nvSpPr>
          <p:cNvPr id="8" name="Gráfico 13">
            <a:extLst>
              <a:ext uri="{FF2B5EF4-FFF2-40B4-BE49-F238E27FC236}">
                <a16:creationId xmlns:a16="http://schemas.microsoft.com/office/drawing/2014/main" id="{1ED66CD9-A275-41A6-92EA-B32A8F51F472}"/>
              </a:ext>
            </a:extLst>
          </p:cNvPr>
          <p:cNvSpPr/>
          <p:nvPr userDrawn="1"/>
        </p:nvSpPr>
        <p:spPr>
          <a:xfrm>
            <a:off x="1949460" y="2168288"/>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9" name="Marcador de texto 14">
            <a:extLst>
              <a:ext uri="{FF2B5EF4-FFF2-40B4-BE49-F238E27FC236}">
                <a16:creationId xmlns:a16="http://schemas.microsoft.com/office/drawing/2014/main" id="{B1A41807-9D03-4167-89E4-C5D1E8143661}"/>
              </a:ext>
            </a:extLst>
          </p:cNvPr>
          <p:cNvSpPr>
            <a:spLocks noGrp="1"/>
          </p:cNvSpPr>
          <p:nvPr>
            <p:ph type="body" sz="quarter" idx="14" hasCustomPrompt="1"/>
          </p:nvPr>
        </p:nvSpPr>
        <p:spPr>
          <a:xfrm>
            <a:off x="925966" y="2478695"/>
            <a:ext cx="5170033" cy="758536"/>
          </a:xfrm>
        </p:spPr>
        <p:txBody>
          <a:bodyPr rtlCol="0">
            <a:normAutofit/>
          </a:bodyPr>
          <a:lstStyle>
            <a:lvl1pPr marL="0" indent="0" algn="ctr">
              <a:buNone/>
              <a:defRPr sz="1800" b="0" i="0"/>
            </a:lvl1pPr>
          </a:lstStyle>
          <a:p>
            <a:pPr lvl="0" rtl="0"/>
            <a:r>
              <a:rPr lang="es-ES" noProof="0"/>
              <a:t>EDITAR ESTILOS DE TEXTO DEL PATRÓN</a:t>
            </a:r>
          </a:p>
        </p:txBody>
      </p:sp>
      <p:sp>
        <p:nvSpPr>
          <p:cNvPr id="10" name="Título 1">
            <a:extLst>
              <a:ext uri="{FF2B5EF4-FFF2-40B4-BE49-F238E27FC236}">
                <a16:creationId xmlns:a16="http://schemas.microsoft.com/office/drawing/2014/main" id="{CBDF72AB-A1AE-464E-A9E1-C5CDA8D5CCFE}"/>
              </a:ext>
            </a:extLst>
          </p:cNvPr>
          <p:cNvSpPr>
            <a:spLocks noGrp="1"/>
          </p:cNvSpPr>
          <p:nvPr>
            <p:ph type="title" hasCustomPrompt="1"/>
          </p:nvPr>
        </p:nvSpPr>
        <p:spPr>
          <a:xfrm>
            <a:off x="1957858" y="1289573"/>
            <a:ext cx="3106248" cy="758536"/>
          </a:xfrm>
        </p:spPr>
        <p:txBody>
          <a:bodyPr lIns="0" tIns="0" rIns="0" bIns="0" rtlCol="0">
            <a:noAutofit/>
          </a:bodyPr>
          <a:lstStyle>
            <a:lvl1pPr algn="ctr">
              <a:defRPr/>
            </a:lvl1pPr>
          </a:lstStyle>
          <a:p>
            <a:pPr rtl="0"/>
            <a:r>
              <a:rPr lang="es-ES" noProof="0"/>
              <a:t>Diapositiva con gráfico</a:t>
            </a:r>
          </a:p>
        </p:txBody>
      </p:sp>
      <p:sp>
        <p:nvSpPr>
          <p:cNvPr id="12" name="Marcador de texto 2">
            <a:extLst>
              <a:ext uri="{FF2B5EF4-FFF2-40B4-BE49-F238E27FC236}">
                <a16:creationId xmlns:a16="http://schemas.microsoft.com/office/drawing/2014/main" id="{B83C9A6F-A614-4B31-91D5-3B5CB932149C}"/>
              </a:ext>
            </a:extLst>
          </p:cNvPr>
          <p:cNvSpPr>
            <a:spLocks noGrp="1"/>
          </p:cNvSpPr>
          <p:nvPr>
            <p:ph type="body" idx="18" hasCustomPrompt="1"/>
          </p:nvPr>
        </p:nvSpPr>
        <p:spPr>
          <a:xfrm>
            <a:off x="2030497" y="3408555"/>
            <a:ext cx="1597889" cy="482453"/>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30 %</a:t>
            </a:r>
          </a:p>
        </p:txBody>
      </p:sp>
      <p:sp>
        <p:nvSpPr>
          <p:cNvPr id="13" name="Marcador de texto 26">
            <a:extLst>
              <a:ext uri="{FF2B5EF4-FFF2-40B4-BE49-F238E27FC236}">
                <a16:creationId xmlns:a16="http://schemas.microsoft.com/office/drawing/2014/main" id="{A985BA82-9C97-475F-8775-0F16D2FB4047}"/>
              </a:ext>
            </a:extLst>
          </p:cNvPr>
          <p:cNvSpPr>
            <a:spLocks noGrp="1"/>
          </p:cNvSpPr>
          <p:nvPr>
            <p:ph type="body" sz="quarter" idx="21" hasCustomPrompt="1"/>
          </p:nvPr>
        </p:nvSpPr>
        <p:spPr>
          <a:xfrm>
            <a:off x="2030498" y="3739108"/>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15" name="Marcador de texto 2">
            <a:extLst>
              <a:ext uri="{FF2B5EF4-FFF2-40B4-BE49-F238E27FC236}">
                <a16:creationId xmlns:a16="http://schemas.microsoft.com/office/drawing/2014/main" id="{E5376509-D29C-46DE-948E-15D430CE432A}"/>
              </a:ext>
            </a:extLst>
          </p:cNvPr>
          <p:cNvSpPr>
            <a:spLocks noGrp="1"/>
          </p:cNvSpPr>
          <p:nvPr>
            <p:ph type="body" idx="22" hasCustomPrompt="1"/>
          </p:nvPr>
        </p:nvSpPr>
        <p:spPr>
          <a:xfrm>
            <a:off x="2030522" y="4142228"/>
            <a:ext cx="1597889" cy="482452"/>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10 %</a:t>
            </a:r>
          </a:p>
        </p:txBody>
      </p:sp>
      <p:sp>
        <p:nvSpPr>
          <p:cNvPr id="16" name="Marcador de texto 26">
            <a:extLst>
              <a:ext uri="{FF2B5EF4-FFF2-40B4-BE49-F238E27FC236}">
                <a16:creationId xmlns:a16="http://schemas.microsoft.com/office/drawing/2014/main" id="{A581FA6A-566D-4068-A898-F86FB96D4A93}"/>
              </a:ext>
            </a:extLst>
          </p:cNvPr>
          <p:cNvSpPr>
            <a:spLocks noGrp="1"/>
          </p:cNvSpPr>
          <p:nvPr>
            <p:ph type="body" sz="quarter" idx="23" hasCustomPrompt="1"/>
          </p:nvPr>
        </p:nvSpPr>
        <p:spPr>
          <a:xfrm>
            <a:off x="2030523" y="4472778"/>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18" name="Marcador de texto 2">
            <a:extLst>
              <a:ext uri="{FF2B5EF4-FFF2-40B4-BE49-F238E27FC236}">
                <a16:creationId xmlns:a16="http://schemas.microsoft.com/office/drawing/2014/main" id="{503636CF-AD49-411E-BE27-63C28BDE068C}"/>
              </a:ext>
            </a:extLst>
          </p:cNvPr>
          <p:cNvSpPr>
            <a:spLocks noGrp="1"/>
          </p:cNvSpPr>
          <p:nvPr>
            <p:ph type="body" idx="24" hasCustomPrompt="1"/>
          </p:nvPr>
        </p:nvSpPr>
        <p:spPr>
          <a:xfrm>
            <a:off x="3970011" y="3408555"/>
            <a:ext cx="1597889" cy="482453"/>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25 %</a:t>
            </a:r>
          </a:p>
        </p:txBody>
      </p:sp>
      <p:sp>
        <p:nvSpPr>
          <p:cNvPr id="19" name="Marcador de texto 26">
            <a:extLst>
              <a:ext uri="{FF2B5EF4-FFF2-40B4-BE49-F238E27FC236}">
                <a16:creationId xmlns:a16="http://schemas.microsoft.com/office/drawing/2014/main" id="{F2C67681-C89E-4F74-A7C1-BD0812A9422A}"/>
              </a:ext>
            </a:extLst>
          </p:cNvPr>
          <p:cNvSpPr>
            <a:spLocks noGrp="1"/>
          </p:cNvSpPr>
          <p:nvPr>
            <p:ph type="body" sz="quarter" idx="25" hasCustomPrompt="1"/>
          </p:nvPr>
        </p:nvSpPr>
        <p:spPr>
          <a:xfrm>
            <a:off x="3970012" y="3739108"/>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21" name="Marcador de texto 2">
            <a:extLst>
              <a:ext uri="{FF2B5EF4-FFF2-40B4-BE49-F238E27FC236}">
                <a16:creationId xmlns:a16="http://schemas.microsoft.com/office/drawing/2014/main" id="{5742559E-6662-49A7-A091-9472A31ED26B}"/>
              </a:ext>
            </a:extLst>
          </p:cNvPr>
          <p:cNvSpPr>
            <a:spLocks noGrp="1"/>
          </p:cNvSpPr>
          <p:nvPr>
            <p:ph type="body" idx="26" hasCustomPrompt="1"/>
          </p:nvPr>
        </p:nvSpPr>
        <p:spPr>
          <a:xfrm>
            <a:off x="3970036" y="4142228"/>
            <a:ext cx="1597889" cy="482452"/>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10 %</a:t>
            </a:r>
          </a:p>
        </p:txBody>
      </p:sp>
      <p:sp>
        <p:nvSpPr>
          <p:cNvPr id="22" name="Marcador de texto 26">
            <a:extLst>
              <a:ext uri="{FF2B5EF4-FFF2-40B4-BE49-F238E27FC236}">
                <a16:creationId xmlns:a16="http://schemas.microsoft.com/office/drawing/2014/main" id="{E514B383-1886-4E45-9DB3-6DF4FFCA6FCD}"/>
              </a:ext>
            </a:extLst>
          </p:cNvPr>
          <p:cNvSpPr>
            <a:spLocks noGrp="1"/>
          </p:cNvSpPr>
          <p:nvPr>
            <p:ph type="body" sz="quarter" idx="27" hasCustomPrompt="1"/>
          </p:nvPr>
        </p:nvSpPr>
        <p:spPr>
          <a:xfrm>
            <a:off x="3970037" y="4472779"/>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24" name="Marcador de texto 2">
            <a:extLst>
              <a:ext uri="{FF2B5EF4-FFF2-40B4-BE49-F238E27FC236}">
                <a16:creationId xmlns:a16="http://schemas.microsoft.com/office/drawing/2014/main" id="{2734F2A5-6B16-40E3-8EBB-0E1A0984BAB7}"/>
              </a:ext>
            </a:extLst>
          </p:cNvPr>
          <p:cNvSpPr>
            <a:spLocks noGrp="1"/>
          </p:cNvSpPr>
          <p:nvPr>
            <p:ph type="body" idx="28" hasCustomPrompt="1"/>
          </p:nvPr>
        </p:nvSpPr>
        <p:spPr>
          <a:xfrm>
            <a:off x="2030497" y="4875898"/>
            <a:ext cx="1597889" cy="482452"/>
          </a:xfrm>
        </p:spPr>
        <p:txBody>
          <a:bodyPr rtlCol="0" anchor="b" anchorCtr="0">
            <a:norm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20 %</a:t>
            </a:r>
          </a:p>
        </p:txBody>
      </p:sp>
      <p:sp>
        <p:nvSpPr>
          <p:cNvPr id="25" name="Marcador de texto 26">
            <a:extLst>
              <a:ext uri="{FF2B5EF4-FFF2-40B4-BE49-F238E27FC236}">
                <a16:creationId xmlns:a16="http://schemas.microsoft.com/office/drawing/2014/main" id="{01D6AF2B-2CA0-4F6A-9C29-4AE73FCAB4E2}"/>
              </a:ext>
            </a:extLst>
          </p:cNvPr>
          <p:cNvSpPr>
            <a:spLocks noGrp="1"/>
          </p:cNvSpPr>
          <p:nvPr>
            <p:ph type="body" sz="quarter" idx="29" hasCustomPrompt="1"/>
          </p:nvPr>
        </p:nvSpPr>
        <p:spPr>
          <a:xfrm>
            <a:off x="2030498" y="5206449"/>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
        <p:nvSpPr>
          <p:cNvPr id="27" name="Marcador de texto 2">
            <a:extLst>
              <a:ext uri="{FF2B5EF4-FFF2-40B4-BE49-F238E27FC236}">
                <a16:creationId xmlns:a16="http://schemas.microsoft.com/office/drawing/2014/main" id="{C3E000C2-49D4-4D64-860A-0DB29B389387}"/>
              </a:ext>
            </a:extLst>
          </p:cNvPr>
          <p:cNvSpPr>
            <a:spLocks noGrp="1"/>
          </p:cNvSpPr>
          <p:nvPr>
            <p:ph type="body" idx="30" hasCustomPrompt="1"/>
          </p:nvPr>
        </p:nvSpPr>
        <p:spPr>
          <a:xfrm>
            <a:off x="3970037" y="4875898"/>
            <a:ext cx="1597889" cy="482452"/>
          </a:xfrm>
        </p:spPr>
        <p:txBody>
          <a:bodyPr rtlCol="0" anchor="b" anchorCtr="0">
            <a:noAutofit/>
          </a:bodyPr>
          <a:lstStyle>
            <a:lvl1pPr marL="0" indent="0">
              <a:buNone/>
              <a:defRPr sz="3500" b="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s-ES" noProof="0"/>
              <a:t>5 %</a:t>
            </a:r>
          </a:p>
        </p:txBody>
      </p:sp>
      <p:sp>
        <p:nvSpPr>
          <p:cNvPr id="28" name="Marcador de texto 26">
            <a:extLst>
              <a:ext uri="{FF2B5EF4-FFF2-40B4-BE49-F238E27FC236}">
                <a16:creationId xmlns:a16="http://schemas.microsoft.com/office/drawing/2014/main" id="{4A6CF106-F60C-46A1-BD17-8EC35A637A7C}"/>
              </a:ext>
            </a:extLst>
          </p:cNvPr>
          <p:cNvSpPr>
            <a:spLocks noGrp="1"/>
          </p:cNvSpPr>
          <p:nvPr>
            <p:ph type="body" sz="quarter" idx="31" hasCustomPrompt="1"/>
          </p:nvPr>
        </p:nvSpPr>
        <p:spPr>
          <a:xfrm>
            <a:off x="3970037" y="5206449"/>
            <a:ext cx="1597889" cy="365125"/>
          </a:xfrm>
        </p:spPr>
        <p:txBody>
          <a:bodyPr rtlCol="0">
            <a:normAutofit/>
          </a:bodyPr>
          <a:lstStyle>
            <a:lvl1pPr marL="0" indent="0">
              <a:spcBef>
                <a:spcPts val="600"/>
              </a:spcBef>
              <a:buClr>
                <a:schemeClr val="accent3"/>
              </a:buClr>
              <a:buNone/>
              <a:defRPr sz="1600" b="0" i="0">
                <a:solidFill>
                  <a:schemeClr val="tx1">
                    <a:lumMod val="75000"/>
                    <a:lumOff val="2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rtl="0"/>
            <a:r>
              <a:rPr lang="es-ES" noProof="0"/>
              <a:t>Título de la categoría</a:t>
            </a:r>
          </a:p>
        </p:txBody>
      </p:sp>
    </p:spTree>
    <p:extLst>
      <p:ext uri="{BB962C8B-B14F-4D97-AF65-F5344CB8AC3E}">
        <p14:creationId xmlns:p14="http://schemas.microsoft.com/office/powerpoint/2010/main" val="28472518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seño de tabla">
    <p:spTree>
      <p:nvGrpSpPr>
        <p:cNvPr id="1" name=""/>
        <p:cNvGrpSpPr/>
        <p:nvPr/>
      </p:nvGrpSpPr>
      <p:grpSpPr>
        <a:xfrm>
          <a:off x="0" y="0"/>
          <a:ext cx="0" cy="0"/>
          <a:chOff x="0" y="0"/>
          <a:chExt cx="0" cy="0"/>
        </a:xfrm>
      </p:grpSpPr>
      <p:sp>
        <p:nvSpPr>
          <p:cNvPr id="10" name="Elipse 9">
            <a:extLst>
              <a:ext uri="{FF2B5EF4-FFF2-40B4-BE49-F238E27FC236}">
                <a16:creationId xmlns:a16="http://schemas.microsoft.com/office/drawing/2014/main" id="{FB049D0D-CE60-8E46-896A-1F4E3E51AABC}"/>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DE288F71-122C-49D4-9750-104A0F9BA30E}"/>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3" name="Marcador de fecha 2">
            <a:extLst>
              <a:ext uri="{FF2B5EF4-FFF2-40B4-BE49-F238E27FC236}">
                <a16:creationId xmlns:a16="http://schemas.microsoft.com/office/drawing/2014/main" id="{67A81471-D048-496A-9DA4-EDB335843A90}"/>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ABADBAE1-8416-4A24-B332-BA35F9D581F0}"/>
              </a:ext>
            </a:extLst>
          </p:cNvPr>
          <p:cNvSpPr>
            <a:spLocks noGrp="1"/>
          </p:cNvSpPr>
          <p:nvPr>
            <p:ph type="ftr" sz="quarter" idx="11"/>
          </p:nvPr>
        </p:nvSpPr>
        <p:spPr/>
        <p:txBody>
          <a:bodyPr rtlCol="0"/>
          <a:lstStyle/>
          <a:p>
            <a:pPr rtl="0"/>
            <a:r>
              <a:rPr lang="es-ES" noProof="0"/>
              <a:t>AGREGAR UN PIE DE PÁGINA</a:t>
            </a:r>
          </a:p>
        </p:txBody>
      </p:sp>
      <p:sp>
        <p:nvSpPr>
          <p:cNvPr id="7" name="Marcador de texto 14">
            <a:extLst>
              <a:ext uri="{FF2B5EF4-FFF2-40B4-BE49-F238E27FC236}">
                <a16:creationId xmlns:a16="http://schemas.microsoft.com/office/drawing/2014/main" id="{B9AF1F95-7091-4B50-892C-55F8B5B9AC86}"/>
              </a:ext>
            </a:extLst>
          </p:cNvPr>
          <p:cNvSpPr>
            <a:spLocks noGrp="1"/>
          </p:cNvSpPr>
          <p:nvPr>
            <p:ph type="body" sz="quarter" idx="13" hasCustomPrompt="1"/>
          </p:nvPr>
        </p:nvSpPr>
        <p:spPr>
          <a:xfrm>
            <a:off x="8291145" y="3029751"/>
            <a:ext cx="2825496" cy="2144162"/>
          </a:xfrm>
        </p:spPr>
        <p:txBody>
          <a:bodyPr rtlCol="0">
            <a:normAutofit/>
          </a:bodyPr>
          <a:lstStyle>
            <a:lvl1pPr marL="0" indent="0" algn="ctr">
              <a:buNone/>
              <a:defRPr sz="1800" b="0" i="0"/>
            </a:lvl1pPr>
          </a:lstStyle>
          <a:p>
            <a:pPr lvl="0" rtl="0"/>
            <a:r>
              <a:rPr lang="es-ES" noProof="0"/>
              <a:t>EDITAR ESTILOS DE TEXTO DEL PATRÓN</a:t>
            </a:r>
          </a:p>
        </p:txBody>
      </p:sp>
      <p:sp>
        <p:nvSpPr>
          <p:cNvPr id="9" name="Título 1">
            <a:extLst>
              <a:ext uri="{FF2B5EF4-FFF2-40B4-BE49-F238E27FC236}">
                <a16:creationId xmlns:a16="http://schemas.microsoft.com/office/drawing/2014/main" id="{77DE3589-2C45-437A-BDA9-55A9B8859FF7}"/>
              </a:ext>
            </a:extLst>
          </p:cNvPr>
          <p:cNvSpPr>
            <a:spLocks noGrp="1"/>
          </p:cNvSpPr>
          <p:nvPr>
            <p:ph type="title" hasCustomPrompt="1"/>
          </p:nvPr>
        </p:nvSpPr>
        <p:spPr>
          <a:xfrm>
            <a:off x="8291145" y="1868285"/>
            <a:ext cx="2825496" cy="718222"/>
          </a:xfrm>
        </p:spPr>
        <p:txBody>
          <a:bodyPr rtlCol="0"/>
          <a:lstStyle>
            <a:lvl1pPr algn="ctr">
              <a:defRPr/>
            </a:lvl1pPr>
          </a:lstStyle>
          <a:p>
            <a:pPr rtl="0"/>
            <a:r>
              <a:rPr lang="es-ES" noProof="0"/>
              <a:t>Diapositiva de tabla</a:t>
            </a:r>
          </a:p>
        </p:txBody>
      </p:sp>
      <p:sp>
        <p:nvSpPr>
          <p:cNvPr id="15" name="Gráfico 12">
            <a:extLst>
              <a:ext uri="{FF2B5EF4-FFF2-40B4-BE49-F238E27FC236}">
                <a16:creationId xmlns:a16="http://schemas.microsoft.com/office/drawing/2014/main" id="{6161C347-CD23-4D4F-981D-1C8457111EA8}"/>
              </a:ext>
            </a:extLst>
          </p:cNvPr>
          <p:cNvSpPr/>
          <p:nvPr userDrawn="1"/>
        </p:nvSpPr>
        <p:spPr>
          <a:xfrm>
            <a:off x="8340351" y="2726976"/>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pPr rtl="0"/>
            <a:endParaRPr lang="es-ES" noProof="0"/>
          </a:p>
        </p:txBody>
      </p:sp>
      <p:sp>
        <p:nvSpPr>
          <p:cNvPr id="16" name="Marcador de título 17">
            <a:extLst>
              <a:ext uri="{FF2B5EF4-FFF2-40B4-BE49-F238E27FC236}">
                <a16:creationId xmlns:a16="http://schemas.microsoft.com/office/drawing/2014/main" id="{263A1EA1-1C4F-4F47-9C24-928669CE38DE}"/>
              </a:ext>
            </a:extLst>
          </p:cNvPr>
          <p:cNvSpPr>
            <a:spLocks noGrp="1"/>
          </p:cNvSpPr>
          <p:nvPr>
            <p:ph type="tbl" sz="quarter" idx="17" hasCustomPrompt="1"/>
          </p:nvPr>
        </p:nvSpPr>
        <p:spPr>
          <a:xfrm>
            <a:off x="911225" y="1505433"/>
            <a:ext cx="6561138" cy="3847135"/>
          </a:xfrm>
        </p:spPr>
        <p:txBody>
          <a:bodyPr rtlCol="0" anchor="ctr" anchorCtr="0">
            <a:normAutofit/>
          </a:bodyPr>
          <a:lstStyle>
            <a:lvl1pPr marL="0" indent="0" algn="ctr">
              <a:buNone/>
              <a:defRPr sz="1600">
                <a:solidFill>
                  <a:schemeClr val="tx1">
                    <a:lumMod val="50000"/>
                    <a:lumOff val="50000"/>
                  </a:schemeClr>
                </a:solidFill>
              </a:defRPr>
            </a:lvl1pPr>
          </a:lstStyle>
          <a:p>
            <a:pPr rtl="0"/>
            <a:r>
              <a:rPr lang="es-ES" noProof="0"/>
              <a:t>Hacer clic en el icono para agregar una tabla</a:t>
            </a:r>
          </a:p>
        </p:txBody>
      </p:sp>
    </p:spTree>
    <p:extLst>
      <p:ext uri="{BB962C8B-B14F-4D97-AF65-F5344CB8AC3E}">
        <p14:creationId xmlns:p14="http://schemas.microsoft.com/office/powerpoint/2010/main" val="4034108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a de título e imagen">
    <p:spTree>
      <p:nvGrpSpPr>
        <p:cNvPr id="1" name=""/>
        <p:cNvGrpSpPr/>
        <p:nvPr/>
      </p:nvGrpSpPr>
      <p:grpSpPr>
        <a:xfrm>
          <a:off x="0" y="0"/>
          <a:ext cx="0" cy="0"/>
          <a:chOff x="0" y="0"/>
          <a:chExt cx="0" cy="0"/>
        </a:xfrm>
      </p:grpSpPr>
      <p:sp>
        <p:nvSpPr>
          <p:cNvPr id="11" name="Marcador de posición de imagen 6">
            <a:extLst>
              <a:ext uri="{FF2B5EF4-FFF2-40B4-BE49-F238E27FC236}">
                <a16:creationId xmlns:a16="http://schemas.microsoft.com/office/drawing/2014/main" id="{5D65245D-DE69-4098-94DD-C36B76E4C3A9}"/>
              </a:ext>
            </a:extLst>
          </p:cNvPr>
          <p:cNvSpPr>
            <a:spLocks noGrp="1"/>
          </p:cNvSpPr>
          <p:nvPr>
            <p:ph type="pic" sz="quarter" idx="18"/>
          </p:nvPr>
        </p:nvSpPr>
        <p:spPr>
          <a:xfrm>
            <a:off x="0" y="793750"/>
            <a:ext cx="12192000" cy="4900613"/>
          </a:xfrm>
        </p:spPr>
        <p:txBody>
          <a:bodyPr rtlCol="0" anchor="ctr" anchorCtr="0">
            <a:normAutofit/>
          </a:bodyPr>
          <a:lstStyle>
            <a:lvl1pPr marL="0" indent="0" algn="ctr">
              <a:buFont typeface="Arial" panose="020B0604020202020204" pitchFamily="34" charset="0"/>
              <a:buNone/>
              <a:defRPr sz="1400"/>
            </a:lvl1pPr>
          </a:lstStyle>
          <a:p>
            <a:pPr rtl="0"/>
            <a:r>
              <a:rPr lang="es-ES" noProof="0"/>
              <a:t>Haga clic en el icono para agregar una imagen</a:t>
            </a:r>
          </a:p>
        </p:txBody>
      </p:sp>
      <p:sp>
        <p:nvSpPr>
          <p:cNvPr id="2" name="Título 1">
            <a:extLst>
              <a:ext uri="{FF2B5EF4-FFF2-40B4-BE49-F238E27FC236}">
                <a16:creationId xmlns:a16="http://schemas.microsoft.com/office/drawing/2014/main" id="{316FD1D3-F7DC-4F8A-8E05-6DC25FB66CD5}"/>
              </a:ext>
            </a:extLst>
          </p:cNvPr>
          <p:cNvSpPr>
            <a:spLocks noGrp="1"/>
          </p:cNvSpPr>
          <p:nvPr>
            <p:ph type="title" hasCustomPrompt="1"/>
          </p:nvPr>
        </p:nvSpPr>
        <p:spPr>
          <a:xfrm>
            <a:off x="838200" y="4514150"/>
            <a:ext cx="10515600" cy="1325563"/>
          </a:xfrm>
        </p:spPr>
        <p:txBody>
          <a:bodyPr rtlCol="0"/>
          <a:lstStyle>
            <a:lvl1pPr algn="ctr">
              <a:defRPr>
                <a:solidFill>
                  <a:schemeClr val="bg1"/>
                </a:solidFill>
              </a:defRPr>
            </a:lvl1pPr>
          </a:lstStyle>
          <a:p>
            <a:pPr rtl="0"/>
            <a:r>
              <a:rPr lang="es-ES" noProof="0"/>
              <a:t>Diapositiva con imagen grande</a:t>
            </a:r>
          </a:p>
        </p:txBody>
      </p:sp>
      <p:sp>
        <p:nvSpPr>
          <p:cNvPr id="3" name="Marcador de fecha 2">
            <a:extLst>
              <a:ext uri="{FF2B5EF4-FFF2-40B4-BE49-F238E27FC236}">
                <a16:creationId xmlns:a16="http://schemas.microsoft.com/office/drawing/2014/main" id="{0A250713-11E6-4FEF-877D-92967D24588A}"/>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445D3C9A-DEE5-4BD4-8961-80E018A4C27D}"/>
              </a:ext>
            </a:extLst>
          </p:cNvPr>
          <p:cNvSpPr>
            <a:spLocks noGrp="1"/>
          </p:cNvSpPr>
          <p:nvPr>
            <p:ph type="ftr" sz="quarter" idx="11"/>
          </p:nvPr>
        </p:nvSpPr>
        <p:spPr/>
        <p:txBody>
          <a:bodyPr rtlCol="0"/>
          <a:lstStyle/>
          <a:p>
            <a:pPr rtl="0"/>
            <a:r>
              <a:rPr lang="es-ES" noProof="0"/>
              <a:t>AGREGAR UN PIE DE PÁGINA</a:t>
            </a:r>
          </a:p>
        </p:txBody>
      </p:sp>
      <p:sp>
        <p:nvSpPr>
          <p:cNvPr id="9" name="Elipse 8">
            <a:extLst>
              <a:ext uri="{FF2B5EF4-FFF2-40B4-BE49-F238E27FC236}">
                <a16:creationId xmlns:a16="http://schemas.microsoft.com/office/drawing/2014/main" id="{7B63585A-DF5C-1B43-BDC1-9CB545382A8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1623800E-00CA-43ED-953B-1A09DD428433}"/>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12" name="Marcador de texto 26">
            <a:extLst>
              <a:ext uri="{FF2B5EF4-FFF2-40B4-BE49-F238E27FC236}">
                <a16:creationId xmlns:a16="http://schemas.microsoft.com/office/drawing/2014/main" id="{A7C55A90-4969-4308-AD56-633E3831D572}"/>
              </a:ext>
            </a:extLst>
          </p:cNvPr>
          <p:cNvSpPr>
            <a:spLocks noGrp="1"/>
          </p:cNvSpPr>
          <p:nvPr>
            <p:ph type="body" sz="quarter" idx="16" hasCustomPrompt="1"/>
          </p:nvPr>
        </p:nvSpPr>
        <p:spPr>
          <a:xfrm>
            <a:off x="2013284" y="5878369"/>
            <a:ext cx="8165432" cy="365125"/>
          </a:xfrm>
        </p:spPr>
        <p:txBody>
          <a:bodyPr rtlCol="0">
            <a:noAutofit/>
          </a:bodyPr>
          <a:lstStyle>
            <a:lvl1pPr marL="0" indent="0" algn="ctr">
              <a:buNone/>
              <a:defRPr sz="1800" b="0" i="0"/>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EDITAR ESTILOS DE TEXTO DEL PATRÓN</a:t>
            </a:r>
          </a:p>
        </p:txBody>
      </p:sp>
      <p:sp>
        <p:nvSpPr>
          <p:cNvPr id="16" name="Gráfico 13">
            <a:extLst>
              <a:ext uri="{FF2B5EF4-FFF2-40B4-BE49-F238E27FC236}">
                <a16:creationId xmlns:a16="http://schemas.microsoft.com/office/drawing/2014/main" id="{15031A21-FED3-4C51-BE76-5A2918F223AD}"/>
              </a:ext>
            </a:extLst>
          </p:cNvPr>
          <p:cNvSpPr/>
          <p:nvPr userDrawn="1"/>
        </p:nvSpPr>
        <p:spPr>
          <a:xfrm>
            <a:off x="4534478" y="5342223"/>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Tree>
    <p:extLst>
      <p:ext uri="{BB962C8B-B14F-4D97-AF65-F5344CB8AC3E}">
        <p14:creationId xmlns:p14="http://schemas.microsoft.com/office/powerpoint/2010/main" val="2342628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seño de elemento multimedia">
    <p:spTree>
      <p:nvGrpSpPr>
        <p:cNvPr id="1" name=""/>
        <p:cNvGrpSpPr/>
        <p:nvPr/>
      </p:nvGrpSpPr>
      <p:grpSpPr>
        <a:xfrm>
          <a:off x="0" y="0"/>
          <a:ext cx="0" cy="0"/>
          <a:chOff x="0" y="0"/>
          <a:chExt cx="0" cy="0"/>
        </a:xfrm>
      </p:grpSpPr>
      <p:sp>
        <p:nvSpPr>
          <p:cNvPr id="7" name="Elipse 6">
            <a:extLst>
              <a:ext uri="{FF2B5EF4-FFF2-40B4-BE49-F238E27FC236}">
                <a16:creationId xmlns:a16="http://schemas.microsoft.com/office/drawing/2014/main" id="{477C40CB-E014-6746-B13E-D12CBBAA5F76}"/>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3" name="Marcador de fecha 2">
            <a:extLst>
              <a:ext uri="{FF2B5EF4-FFF2-40B4-BE49-F238E27FC236}">
                <a16:creationId xmlns:a16="http://schemas.microsoft.com/office/drawing/2014/main" id="{0A250713-11E6-4FEF-877D-92967D24588A}"/>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445D3C9A-DEE5-4BD4-8961-80E018A4C27D}"/>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1623800E-00CA-43ED-953B-1A09DD428433}"/>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10" name="Título 1">
            <a:extLst>
              <a:ext uri="{FF2B5EF4-FFF2-40B4-BE49-F238E27FC236}">
                <a16:creationId xmlns:a16="http://schemas.microsoft.com/office/drawing/2014/main" id="{36869C46-B57A-4B80-BC7B-965AF70D6343}"/>
              </a:ext>
            </a:extLst>
          </p:cNvPr>
          <p:cNvSpPr>
            <a:spLocks noGrp="1"/>
          </p:cNvSpPr>
          <p:nvPr>
            <p:ph type="title" hasCustomPrompt="1"/>
          </p:nvPr>
        </p:nvSpPr>
        <p:spPr>
          <a:xfrm>
            <a:off x="2013284" y="5868367"/>
            <a:ext cx="8165432" cy="363600"/>
          </a:xfrm>
        </p:spPr>
        <p:txBody>
          <a:bodyPr rtlCol="0">
            <a:normAutofit/>
          </a:bodyPr>
          <a:lstStyle>
            <a:lvl1pPr algn="ctr">
              <a:defRPr lang="ru-RU" sz="1800" b="0" i="0" kern="1200" dirty="0">
                <a:solidFill>
                  <a:schemeClr val="tx2"/>
                </a:solidFill>
                <a:latin typeface="+mn-lt"/>
                <a:ea typeface="+mn-ea"/>
                <a:cs typeface="+mn-cs"/>
              </a:defRPr>
            </a:lvl1pPr>
          </a:lstStyle>
          <a:p>
            <a:pPr rtl="0"/>
            <a:r>
              <a:rPr lang="es-ES" noProof="0"/>
              <a:t>HAGA CLIC PARA EDITAR EL ESTILO DEL TÍTULO DEL PATRÓN</a:t>
            </a:r>
          </a:p>
        </p:txBody>
      </p:sp>
      <p:sp>
        <p:nvSpPr>
          <p:cNvPr id="8" name="Marcador de posición de elemento multimedia 7">
            <a:extLst>
              <a:ext uri="{FF2B5EF4-FFF2-40B4-BE49-F238E27FC236}">
                <a16:creationId xmlns:a16="http://schemas.microsoft.com/office/drawing/2014/main" id="{42411445-9429-45B8-9A2F-EB86451B6B14}"/>
              </a:ext>
            </a:extLst>
          </p:cNvPr>
          <p:cNvSpPr>
            <a:spLocks noGrp="1"/>
          </p:cNvSpPr>
          <p:nvPr>
            <p:ph type="media" sz="quarter" idx="17" hasCustomPrompt="1"/>
          </p:nvPr>
        </p:nvSpPr>
        <p:spPr>
          <a:xfrm>
            <a:off x="829056" y="827052"/>
            <a:ext cx="10533888" cy="4818888"/>
          </a:xfrm>
        </p:spPr>
        <p:txBody>
          <a:bodyPr rtlCol="0" anchor="ctr" anchorCtr="0">
            <a:normAutofit/>
          </a:bodyPr>
          <a:lstStyle>
            <a:lvl1pPr marL="0" indent="0" algn="ctr">
              <a:buNone/>
              <a:defRPr sz="1400"/>
            </a:lvl1pPr>
          </a:lstStyle>
          <a:p>
            <a:pPr rtl="0"/>
            <a:r>
              <a:rPr lang="es-ES" noProof="0"/>
              <a:t>Haga clic en el icono para agregar un elemento multimedia</a:t>
            </a:r>
          </a:p>
        </p:txBody>
      </p:sp>
    </p:spTree>
    <p:extLst>
      <p:ext uri="{BB962C8B-B14F-4D97-AF65-F5344CB8AC3E}">
        <p14:creationId xmlns:p14="http://schemas.microsoft.com/office/powerpoint/2010/main" val="3211357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apositiva de trabajos citados">
    <p:spTree>
      <p:nvGrpSpPr>
        <p:cNvPr id="1" name=""/>
        <p:cNvGrpSpPr/>
        <p:nvPr/>
      </p:nvGrpSpPr>
      <p:grpSpPr>
        <a:xfrm>
          <a:off x="0" y="0"/>
          <a:ext cx="0" cy="0"/>
          <a:chOff x="0" y="0"/>
          <a:chExt cx="0" cy="0"/>
        </a:xfrm>
      </p:grpSpPr>
      <p:sp>
        <p:nvSpPr>
          <p:cNvPr id="8" name="Elipse 7">
            <a:extLst>
              <a:ext uri="{FF2B5EF4-FFF2-40B4-BE49-F238E27FC236}">
                <a16:creationId xmlns:a16="http://schemas.microsoft.com/office/drawing/2014/main" id="{AB26BB24-F7CA-D343-93C8-2EAC64AB35D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Trabajos citados</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8" name="Marcador de texto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8"/>
            <a:ext cx="10515600" cy="3742191"/>
          </a:xfrm>
        </p:spPr>
        <p:txBody>
          <a:bodyPr rtlCol="0">
            <a:normAutofit/>
          </a:bodyPr>
          <a:lstStyle>
            <a:lvl1pPr marL="285750" indent="-285750" algn="l">
              <a:buClr>
                <a:schemeClr val="bg2"/>
              </a:buClr>
              <a:buFont typeface="Arial" panose="020B0604020202020204" pitchFamily="34" charset="0"/>
              <a:buChar char="•"/>
              <a:defRPr lang="en-US" sz="1600" kern="1200" dirty="0">
                <a:solidFill>
                  <a:schemeClr val="tx1">
                    <a:lumMod val="75000"/>
                    <a:lumOff val="25000"/>
                  </a:schemeClr>
                </a:solidFill>
                <a:latin typeface="+mn-lt"/>
                <a:ea typeface="+mn-ea"/>
                <a:cs typeface="+mn-cs"/>
              </a:defRPr>
            </a:lvl1pPr>
            <a:lvl2pPr>
              <a:defRPr sz="1800"/>
            </a:lvl2pPr>
            <a:lvl3pPr>
              <a:defRPr sz="1800"/>
            </a:lvl3pPr>
            <a:lvl4pPr>
              <a:defRPr sz="1800"/>
            </a:lvl4pPr>
            <a:lvl5pPr>
              <a:defRPr sz="1800"/>
            </a:lvl5pPr>
          </a:lstStyle>
          <a:p>
            <a:pPr marL="180000" lvl="0" indent="-180000" algn="l" defTabSz="914400" rtl="0" eaLnBrk="1" latinLnBrk="0" hangingPunct="1">
              <a:lnSpc>
                <a:spcPct val="90000"/>
              </a:lnSpc>
              <a:spcBef>
                <a:spcPts val="600"/>
              </a:spcBef>
              <a:buClr>
                <a:schemeClr val="bg2"/>
              </a:buClr>
              <a:buFont typeface="Arial" panose="020B0604020202020204" pitchFamily="34" charset="0"/>
              <a:buChar char="•"/>
            </a:pPr>
            <a:r>
              <a:rPr lang="es-ES" noProof="0"/>
              <a:t>Editar estilos de texto del patrón</a:t>
            </a:r>
          </a:p>
        </p:txBody>
      </p:sp>
      <p:pic>
        <p:nvPicPr>
          <p:cNvPr id="9" name="Gráfico 8">
            <a:extLst>
              <a:ext uri="{FF2B5EF4-FFF2-40B4-BE49-F238E27FC236}">
                <a16:creationId xmlns:a16="http://schemas.microsoft.com/office/drawing/2014/main" id="{D3F5050C-5FCE-4873-9B10-9668F66C2788}"/>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4728000" y="1583062"/>
            <a:ext cx="2736000" cy="133200"/>
          </a:xfrm>
          <a:prstGeom prst="rect">
            <a:avLst/>
          </a:prstGeom>
        </p:spPr>
      </p:pic>
    </p:spTree>
    <p:extLst>
      <p:ext uri="{BB962C8B-B14F-4D97-AF65-F5344CB8AC3E}">
        <p14:creationId xmlns:p14="http://schemas.microsoft.com/office/powerpoint/2010/main" val="21080276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de escala de tiempo">
    <p:spTree>
      <p:nvGrpSpPr>
        <p:cNvPr id="1" name=""/>
        <p:cNvGrpSpPr/>
        <p:nvPr/>
      </p:nvGrpSpPr>
      <p:grpSpPr>
        <a:xfrm>
          <a:off x="0" y="0"/>
          <a:ext cx="0" cy="0"/>
          <a:chOff x="0" y="0"/>
          <a:chExt cx="0" cy="0"/>
        </a:xfrm>
      </p:grpSpPr>
      <p:sp>
        <p:nvSpPr>
          <p:cNvPr id="33" name="Elipse 32">
            <a:extLst>
              <a:ext uri="{FF2B5EF4-FFF2-40B4-BE49-F238E27FC236}">
                <a16:creationId xmlns:a16="http://schemas.microsoft.com/office/drawing/2014/main" id="{93CAE97F-7AA1-7243-A2C2-945FB7C81FFE}"/>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Escala de tiempo</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8" name="Marcador de texto 17">
            <a:extLst>
              <a:ext uri="{FF2B5EF4-FFF2-40B4-BE49-F238E27FC236}">
                <a16:creationId xmlns:a16="http://schemas.microsoft.com/office/drawing/2014/main" id="{4F134C5C-60EE-4E07-8A4F-120C1B5AA0AF}"/>
              </a:ext>
            </a:extLst>
          </p:cNvPr>
          <p:cNvSpPr>
            <a:spLocks noGrp="1"/>
          </p:cNvSpPr>
          <p:nvPr>
            <p:ph type="body" sz="quarter" idx="13" hasCustomPrompt="1"/>
          </p:nvPr>
        </p:nvSpPr>
        <p:spPr>
          <a:xfrm>
            <a:off x="838200" y="1874838"/>
            <a:ext cx="10515600" cy="904875"/>
          </a:xfrm>
        </p:spPr>
        <p:txBody>
          <a:bodyPr rtlCol="0">
            <a:normAutofit/>
          </a:bodyPr>
          <a:lstStyle>
            <a:lvl1pPr marL="0" indent="0" algn="ctr">
              <a:buNone/>
              <a:defRPr sz="1800"/>
            </a:lvl1pPr>
            <a:lvl2pPr>
              <a:defRPr sz="1800"/>
            </a:lvl2pPr>
            <a:lvl3pPr>
              <a:defRPr sz="1800"/>
            </a:lvl3pPr>
            <a:lvl4pPr>
              <a:defRPr sz="1800"/>
            </a:lvl4pPr>
            <a:lvl5pPr>
              <a:defRPr sz="1800"/>
            </a:lvl5pPr>
          </a:lstStyle>
          <a:p>
            <a:pPr lvl="0" rtl="0"/>
            <a:r>
              <a:rPr lang="es-ES" noProof="0"/>
              <a:t>EDITAR ESTILOS DE TEXTO DEL PATRÓN</a:t>
            </a:r>
          </a:p>
        </p:txBody>
      </p:sp>
      <p:pic>
        <p:nvPicPr>
          <p:cNvPr id="8" name="Gráfico 7">
            <a:extLst>
              <a:ext uri="{FF2B5EF4-FFF2-40B4-BE49-F238E27FC236}">
                <a16:creationId xmlns:a16="http://schemas.microsoft.com/office/drawing/2014/main" id="{4E7124FD-A9E6-49DA-B2D3-4C868E3C90AD}"/>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4728000" y="1583062"/>
            <a:ext cx="2736000" cy="133200"/>
          </a:xfrm>
          <a:prstGeom prst="rect">
            <a:avLst/>
          </a:prstGeom>
        </p:spPr>
      </p:pic>
      <p:cxnSp>
        <p:nvCxnSpPr>
          <p:cNvPr id="9" name="Conector recto 8">
            <a:extLst>
              <a:ext uri="{FF2B5EF4-FFF2-40B4-BE49-F238E27FC236}">
                <a16:creationId xmlns:a16="http://schemas.microsoft.com/office/drawing/2014/main" id="{0128AD04-D032-4ED8-B747-79E215221BC3}"/>
              </a:ext>
            </a:extLst>
          </p:cNvPr>
          <p:cNvCxnSpPr/>
          <p:nvPr userDrawn="1"/>
        </p:nvCxnSpPr>
        <p:spPr>
          <a:xfrm>
            <a:off x="1003193" y="3429000"/>
            <a:ext cx="10735056"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Elipse 9">
            <a:extLst>
              <a:ext uri="{FF2B5EF4-FFF2-40B4-BE49-F238E27FC236}">
                <a16:creationId xmlns:a16="http://schemas.microsoft.com/office/drawing/2014/main" id="{7CADBD86-8962-4775-A03E-4D2D3F35D72C}"/>
              </a:ext>
            </a:extLst>
          </p:cNvPr>
          <p:cNvSpPr/>
          <p:nvPr userDrawn="1"/>
        </p:nvSpPr>
        <p:spPr>
          <a:xfrm>
            <a:off x="1003193"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3" name="Elipse 12">
            <a:extLst>
              <a:ext uri="{FF2B5EF4-FFF2-40B4-BE49-F238E27FC236}">
                <a16:creationId xmlns:a16="http://schemas.microsoft.com/office/drawing/2014/main" id="{325884FD-7D59-4699-84D1-14B6900E99F4}"/>
              </a:ext>
            </a:extLst>
          </p:cNvPr>
          <p:cNvSpPr/>
          <p:nvPr userDrawn="1"/>
        </p:nvSpPr>
        <p:spPr>
          <a:xfrm>
            <a:off x="6048611"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6" name="Elipse 15">
            <a:extLst>
              <a:ext uri="{FF2B5EF4-FFF2-40B4-BE49-F238E27FC236}">
                <a16:creationId xmlns:a16="http://schemas.microsoft.com/office/drawing/2014/main" id="{F6A6A55C-2C42-4004-8120-A8A22C86DD6F}"/>
              </a:ext>
            </a:extLst>
          </p:cNvPr>
          <p:cNvSpPr/>
          <p:nvPr userDrawn="1"/>
        </p:nvSpPr>
        <p:spPr>
          <a:xfrm>
            <a:off x="9412224"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7" name="Elipse 16">
            <a:extLst>
              <a:ext uri="{FF2B5EF4-FFF2-40B4-BE49-F238E27FC236}">
                <a16:creationId xmlns:a16="http://schemas.microsoft.com/office/drawing/2014/main" id="{213A8FD8-4E6D-4DB1-8DA5-82151D87BDFF}"/>
              </a:ext>
            </a:extLst>
          </p:cNvPr>
          <p:cNvSpPr/>
          <p:nvPr userDrawn="1"/>
        </p:nvSpPr>
        <p:spPr>
          <a:xfrm>
            <a:off x="2684999"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9" name="Elipse 18">
            <a:extLst>
              <a:ext uri="{FF2B5EF4-FFF2-40B4-BE49-F238E27FC236}">
                <a16:creationId xmlns:a16="http://schemas.microsoft.com/office/drawing/2014/main" id="{71E5BFBE-FB31-40FB-971E-8340FDBDE99A}"/>
              </a:ext>
            </a:extLst>
          </p:cNvPr>
          <p:cNvSpPr/>
          <p:nvPr userDrawn="1"/>
        </p:nvSpPr>
        <p:spPr>
          <a:xfrm>
            <a:off x="4366805"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20" name="Elipse 19">
            <a:extLst>
              <a:ext uri="{FF2B5EF4-FFF2-40B4-BE49-F238E27FC236}">
                <a16:creationId xmlns:a16="http://schemas.microsoft.com/office/drawing/2014/main" id="{99956DA3-E64C-494F-8908-AC1D9418DC10}"/>
              </a:ext>
            </a:extLst>
          </p:cNvPr>
          <p:cNvSpPr/>
          <p:nvPr userDrawn="1"/>
        </p:nvSpPr>
        <p:spPr>
          <a:xfrm>
            <a:off x="7730417" y="3346704"/>
            <a:ext cx="164592" cy="164592"/>
          </a:xfrm>
          <a:prstGeom prst="ellipse">
            <a:avLst/>
          </a:prstGeom>
          <a:solidFill>
            <a:schemeClr val="bg2"/>
          </a:solidFill>
          <a:ln w="12700" cap="flat">
            <a:noFill/>
            <a:prstDash val="solid"/>
            <a:miter/>
          </a:ln>
        </p:spPr>
        <p:txBody>
          <a:bodyPr rtlCol="0" anchor="ctr"/>
          <a:lstStyle/>
          <a:p>
            <a:pPr algn="l" rtl="0"/>
            <a:endParaRPr lang="es-ES" noProof="0"/>
          </a:p>
        </p:txBody>
      </p:sp>
      <p:sp>
        <p:nvSpPr>
          <p:cNvPr id="14" name="Marcador de texto 13">
            <a:extLst>
              <a:ext uri="{FF2B5EF4-FFF2-40B4-BE49-F238E27FC236}">
                <a16:creationId xmlns:a16="http://schemas.microsoft.com/office/drawing/2014/main" id="{F925B8D3-7699-4838-BB92-099F0752EF4D}"/>
              </a:ext>
            </a:extLst>
          </p:cNvPr>
          <p:cNvSpPr>
            <a:spLocks noGrp="1"/>
          </p:cNvSpPr>
          <p:nvPr>
            <p:ph type="body" sz="quarter" idx="14" hasCustomPrompt="1"/>
          </p:nvPr>
        </p:nvSpPr>
        <p:spPr>
          <a:xfrm>
            <a:off x="1006251"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1" name="Marcador de texto 13">
            <a:extLst>
              <a:ext uri="{FF2B5EF4-FFF2-40B4-BE49-F238E27FC236}">
                <a16:creationId xmlns:a16="http://schemas.microsoft.com/office/drawing/2014/main" id="{F0ED1E4A-D0B2-44B6-AE21-6DC45B20C67E}"/>
              </a:ext>
            </a:extLst>
          </p:cNvPr>
          <p:cNvSpPr>
            <a:spLocks noGrp="1"/>
          </p:cNvSpPr>
          <p:nvPr>
            <p:ph type="body" sz="quarter" idx="15" hasCustomPrompt="1"/>
          </p:nvPr>
        </p:nvSpPr>
        <p:spPr>
          <a:xfrm>
            <a:off x="956944"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3" name="Marcador de texto 13">
            <a:extLst>
              <a:ext uri="{FF2B5EF4-FFF2-40B4-BE49-F238E27FC236}">
                <a16:creationId xmlns:a16="http://schemas.microsoft.com/office/drawing/2014/main" id="{4648B297-D9C8-4F98-BBDB-5A2891F9499E}"/>
              </a:ext>
            </a:extLst>
          </p:cNvPr>
          <p:cNvSpPr>
            <a:spLocks noGrp="1"/>
          </p:cNvSpPr>
          <p:nvPr>
            <p:ph type="body" sz="quarter" idx="16" hasCustomPrompt="1"/>
          </p:nvPr>
        </p:nvSpPr>
        <p:spPr>
          <a:xfrm>
            <a:off x="2688286"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4" name="Marcador de texto 13">
            <a:extLst>
              <a:ext uri="{FF2B5EF4-FFF2-40B4-BE49-F238E27FC236}">
                <a16:creationId xmlns:a16="http://schemas.microsoft.com/office/drawing/2014/main" id="{C5B52EBA-EDDF-4C7B-A681-393B771D3437}"/>
              </a:ext>
            </a:extLst>
          </p:cNvPr>
          <p:cNvSpPr>
            <a:spLocks noGrp="1"/>
          </p:cNvSpPr>
          <p:nvPr>
            <p:ph type="body" sz="quarter" idx="17" hasCustomPrompt="1"/>
          </p:nvPr>
        </p:nvSpPr>
        <p:spPr>
          <a:xfrm>
            <a:off x="2638979"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5" name="Marcador de texto 13">
            <a:extLst>
              <a:ext uri="{FF2B5EF4-FFF2-40B4-BE49-F238E27FC236}">
                <a16:creationId xmlns:a16="http://schemas.microsoft.com/office/drawing/2014/main" id="{97BC10B9-E990-4199-8B1A-8B69D6F40D81}"/>
              </a:ext>
            </a:extLst>
          </p:cNvPr>
          <p:cNvSpPr>
            <a:spLocks noGrp="1"/>
          </p:cNvSpPr>
          <p:nvPr>
            <p:ph type="body" sz="quarter" idx="18" hasCustomPrompt="1"/>
          </p:nvPr>
        </p:nvSpPr>
        <p:spPr>
          <a:xfrm>
            <a:off x="4370321"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6" name="Marcador de texto 13">
            <a:extLst>
              <a:ext uri="{FF2B5EF4-FFF2-40B4-BE49-F238E27FC236}">
                <a16:creationId xmlns:a16="http://schemas.microsoft.com/office/drawing/2014/main" id="{5876A64D-FA56-4565-8EBF-B9D51A8B20DC}"/>
              </a:ext>
            </a:extLst>
          </p:cNvPr>
          <p:cNvSpPr>
            <a:spLocks noGrp="1"/>
          </p:cNvSpPr>
          <p:nvPr>
            <p:ph type="body" sz="quarter" idx="19" hasCustomPrompt="1"/>
          </p:nvPr>
        </p:nvSpPr>
        <p:spPr>
          <a:xfrm>
            <a:off x="4321014"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7" name="Marcador de texto 13">
            <a:extLst>
              <a:ext uri="{FF2B5EF4-FFF2-40B4-BE49-F238E27FC236}">
                <a16:creationId xmlns:a16="http://schemas.microsoft.com/office/drawing/2014/main" id="{CA843817-8244-446A-9618-257B5329B463}"/>
              </a:ext>
            </a:extLst>
          </p:cNvPr>
          <p:cNvSpPr>
            <a:spLocks noGrp="1"/>
          </p:cNvSpPr>
          <p:nvPr>
            <p:ph type="body" sz="quarter" idx="20" hasCustomPrompt="1"/>
          </p:nvPr>
        </p:nvSpPr>
        <p:spPr>
          <a:xfrm>
            <a:off x="6052356"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28" name="Marcador de texto 13">
            <a:extLst>
              <a:ext uri="{FF2B5EF4-FFF2-40B4-BE49-F238E27FC236}">
                <a16:creationId xmlns:a16="http://schemas.microsoft.com/office/drawing/2014/main" id="{86A6FE38-5036-4D35-93E4-07C5DEC4010D}"/>
              </a:ext>
            </a:extLst>
          </p:cNvPr>
          <p:cNvSpPr>
            <a:spLocks noGrp="1"/>
          </p:cNvSpPr>
          <p:nvPr>
            <p:ph type="body" sz="quarter" idx="21" hasCustomPrompt="1"/>
          </p:nvPr>
        </p:nvSpPr>
        <p:spPr>
          <a:xfrm>
            <a:off x="6003049"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29" name="Marcador de texto 13">
            <a:extLst>
              <a:ext uri="{FF2B5EF4-FFF2-40B4-BE49-F238E27FC236}">
                <a16:creationId xmlns:a16="http://schemas.microsoft.com/office/drawing/2014/main" id="{1966E981-C557-4255-9DCC-162A429B5EE2}"/>
              </a:ext>
            </a:extLst>
          </p:cNvPr>
          <p:cNvSpPr>
            <a:spLocks noGrp="1"/>
          </p:cNvSpPr>
          <p:nvPr>
            <p:ph type="body" sz="quarter" idx="22" hasCustomPrompt="1"/>
          </p:nvPr>
        </p:nvSpPr>
        <p:spPr>
          <a:xfrm>
            <a:off x="7734391"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30" name="Marcador de texto 13">
            <a:extLst>
              <a:ext uri="{FF2B5EF4-FFF2-40B4-BE49-F238E27FC236}">
                <a16:creationId xmlns:a16="http://schemas.microsoft.com/office/drawing/2014/main" id="{C386D796-CB69-4D7D-9C52-C41187CC88DB}"/>
              </a:ext>
            </a:extLst>
          </p:cNvPr>
          <p:cNvSpPr>
            <a:spLocks noGrp="1"/>
          </p:cNvSpPr>
          <p:nvPr>
            <p:ph type="body" sz="quarter" idx="23" hasCustomPrompt="1"/>
          </p:nvPr>
        </p:nvSpPr>
        <p:spPr>
          <a:xfrm>
            <a:off x="7685084"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
        <p:nvSpPr>
          <p:cNvPr id="31" name="Marcador de texto 13">
            <a:extLst>
              <a:ext uri="{FF2B5EF4-FFF2-40B4-BE49-F238E27FC236}">
                <a16:creationId xmlns:a16="http://schemas.microsoft.com/office/drawing/2014/main" id="{24441BBA-89B7-4AE6-91F6-04DB373B54F3}"/>
              </a:ext>
            </a:extLst>
          </p:cNvPr>
          <p:cNvSpPr>
            <a:spLocks noGrp="1"/>
          </p:cNvSpPr>
          <p:nvPr>
            <p:ph type="body" sz="quarter" idx="24" hasCustomPrompt="1"/>
          </p:nvPr>
        </p:nvSpPr>
        <p:spPr>
          <a:xfrm>
            <a:off x="9416424" y="2809757"/>
            <a:ext cx="1171388" cy="484441"/>
          </a:xfrm>
        </p:spPr>
        <p:txBody>
          <a:bodyPr rtlCol="0">
            <a:noAutofit/>
          </a:bodyPr>
          <a:lstStyle>
            <a:lvl1pPr marL="0" indent="0">
              <a:buNone/>
              <a:defRPr sz="3500">
                <a:latin typeface="+mj-lt"/>
              </a:defRPr>
            </a:lvl1pPr>
          </a:lstStyle>
          <a:p>
            <a:pPr lvl="0" rtl="0"/>
            <a:r>
              <a:rPr lang="es-ES" noProof="0"/>
              <a:t>Año</a:t>
            </a:r>
          </a:p>
        </p:txBody>
      </p:sp>
      <p:sp>
        <p:nvSpPr>
          <p:cNvPr id="32" name="Marcador de texto 13">
            <a:extLst>
              <a:ext uri="{FF2B5EF4-FFF2-40B4-BE49-F238E27FC236}">
                <a16:creationId xmlns:a16="http://schemas.microsoft.com/office/drawing/2014/main" id="{B117E4C6-D10A-4738-8283-D63AB1B314D2}"/>
              </a:ext>
            </a:extLst>
          </p:cNvPr>
          <p:cNvSpPr>
            <a:spLocks noGrp="1"/>
          </p:cNvSpPr>
          <p:nvPr>
            <p:ph type="body" sz="quarter" idx="25" hasCustomPrompt="1"/>
          </p:nvPr>
        </p:nvSpPr>
        <p:spPr>
          <a:xfrm>
            <a:off x="9367117" y="3579013"/>
            <a:ext cx="1646588" cy="1907381"/>
          </a:xfrm>
        </p:spPr>
        <p:txBody>
          <a:bodyPr rtlCol="0">
            <a:noAutofit/>
          </a:bodyPr>
          <a:lstStyle>
            <a:lvl1pPr marL="0" indent="0">
              <a:buNone/>
              <a:defRPr lang="ru-RU" sz="1600" kern="1200" dirty="0">
                <a:solidFill>
                  <a:schemeClr val="tx1">
                    <a:lumMod val="75000"/>
                    <a:lumOff val="25000"/>
                  </a:schemeClr>
                </a:solidFill>
                <a:latin typeface="+mn-lt"/>
                <a:ea typeface="+mn-ea"/>
                <a:cs typeface="+mn-cs"/>
              </a:defRPr>
            </a:lvl1pPr>
          </a:lstStyle>
          <a:p>
            <a:pPr lvl="0" rtl="0"/>
            <a:r>
              <a:rPr lang="es-ES" noProof="0"/>
              <a:t>Editar estilos de texto del patrón</a:t>
            </a:r>
          </a:p>
        </p:txBody>
      </p:sp>
    </p:spTree>
    <p:extLst>
      <p:ext uri="{BB962C8B-B14F-4D97-AF65-F5344CB8AC3E}">
        <p14:creationId xmlns:p14="http://schemas.microsoft.com/office/powerpoint/2010/main" val="1679942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eño de gracias">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t="-6775" b="-5725"/>
            </a:stretch>
          </a:blipFill>
          <a:ln w="12700" cap="flat">
            <a:noFill/>
            <a:prstDash val="solid"/>
            <a:miter/>
          </a:ln>
        </p:spPr>
        <p:txBody>
          <a:bodyPr rtlCol="0" anchor="ctr"/>
          <a:lstStyle/>
          <a:p>
            <a:pPr algn="l" rtl="0"/>
            <a:endParaRPr lang="es-ES" noProof="0"/>
          </a:p>
        </p:txBody>
      </p:sp>
      <p:sp>
        <p:nvSpPr>
          <p:cNvPr id="17" name="Rectángulo 16">
            <a:extLst>
              <a:ext uri="{FF2B5EF4-FFF2-40B4-BE49-F238E27FC236}">
                <a16:creationId xmlns:a16="http://schemas.microsoft.com/office/drawing/2014/main" id="{08C75CBB-4E7D-408E-AF76-442117F41B42}"/>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4447556"/>
            <a:ext cx="4367531"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0128-555-678</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1663690"/>
            <a:ext cx="10117959" cy="1517356"/>
          </a:xfrm>
        </p:spPr>
        <p:txBody>
          <a:bodyPr rtlCol="0">
            <a:noAutofit/>
          </a:bodyPr>
          <a:lstStyle>
            <a:lvl1pPr algn="ctr">
              <a:defRPr sz="10000" b="0">
                <a:solidFill>
                  <a:schemeClr val="bg1"/>
                </a:solidFill>
              </a:defRPr>
            </a:lvl1pPr>
          </a:lstStyle>
          <a:p>
            <a:pPr rtl="0"/>
            <a:r>
              <a:rPr lang="es-ES" noProof="0"/>
              <a:t>Gracias</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4152286"/>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Teléfono</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264670"/>
            <a:ext cx="10090287" cy="606659"/>
          </a:xfrm>
        </p:spPr>
        <p:txBody>
          <a:bodyPr rtlCol="0">
            <a:noAutofit/>
          </a:bodyPr>
          <a:lstStyle>
            <a:lvl1pPr marL="0" indent="0" algn="ctr">
              <a:buNone/>
              <a:defRPr sz="3000" b="0" i="0">
                <a:solidFill>
                  <a:schemeClr val="bg2"/>
                </a:solidFill>
              </a:defRPr>
            </a:lvl1pPr>
          </a:lstStyle>
          <a:p>
            <a:pPr lvl="0" rtl="0"/>
            <a:r>
              <a:rPr lang="es-ES" noProof="0"/>
              <a:t>ÍKER ARTEAGA</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cxnSp>
        <p:nvCxnSpPr>
          <p:cNvPr id="6" name="Conector recto 5">
            <a:extLst>
              <a:ext uri="{FF2B5EF4-FFF2-40B4-BE49-F238E27FC236}">
                <a16:creationId xmlns:a16="http://schemas.microsoft.com/office/drawing/2014/main" id="{2B62C84D-B809-41CE-8FCD-935E2343985F}"/>
              </a:ext>
            </a:extLst>
          </p:cNvPr>
          <p:cNvCxnSpPr/>
          <p:nvPr userDrawn="1"/>
        </p:nvCxnSpPr>
        <p:spPr>
          <a:xfrm>
            <a:off x="5711952" y="5004104"/>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pic>
        <p:nvPicPr>
          <p:cNvPr id="13" name="Gráfico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2987075"/>
            <a:ext cx="4975200" cy="114227"/>
          </a:xfrm>
          <a:prstGeom prst="rect">
            <a:avLst/>
          </a:prstGeom>
        </p:spPr>
      </p:pic>
      <p:sp>
        <p:nvSpPr>
          <p:cNvPr id="12" name="Marcador de texto 26">
            <a:extLst>
              <a:ext uri="{FF2B5EF4-FFF2-40B4-BE49-F238E27FC236}">
                <a16:creationId xmlns:a16="http://schemas.microsoft.com/office/drawing/2014/main" id="{21AF3F24-9D59-456A-9130-8C4049C34FAB}"/>
              </a:ext>
            </a:extLst>
          </p:cNvPr>
          <p:cNvSpPr>
            <a:spLocks noGrp="1"/>
          </p:cNvSpPr>
          <p:nvPr>
            <p:ph type="body" sz="quarter" idx="22" hasCustomPrompt="1"/>
          </p:nvPr>
        </p:nvSpPr>
        <p:spPr>
          <a:xfrm>
            <a:off x="2895600" y="5423227"/>
            <a:ext cx="6400800"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ARTEAGA@EXAMPLE.COM</a:t>
            </a:r>
          </a:p>
        </p:txBody>
      </p:sp>
      <p:sp>
        <p:nvSpPr>
          <p:cNvPr id="14" name="Marcador de texto 26">
            <a:extLst>
              <a:ext uri="{FF2B5EF4-FFF2-40B4-BE49-F238E27FC236}">
                <a16:creationId xmlns:a16="http://schemas.microsoft.com/office/drawing/2014/main" id="{716B9C4F-E33C-4EA7-A4F7-A2137CFCF2FD}"/>
              </a:ext>
            </a:extLst>
          </p:cNvPr>
          <p:cNvSpPr>
            <a:spLocks noGrp="1"/>
          </p:cNvSpPr>
          <p:nvPr>
            <p:ph type="body" sz="quarter" idx="23" hasCustomPrompt="1"/>
          </p:nvPr>
        </p:nvSpPr>
        <p:spPr>
          <a:xfrm>
            <a:off x="3912235" y="5121518"/>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Correo electrónico</a:t>
            </a:r>
          </a:p>
        </p:txBody>
      </p:sp>
    </p:spTree>
    <p:extLst>
      <p:ext uri="{BB962C8B-B14F-4D97-AF65-F5344CB8AC3E}">
        <p14:creationId xmlns:p14="http://schemas.microsoft.com/office/powerpoint/2010/main" val="20918796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seño 1_Gracias">
    <p:spTree>
      <p:nvGrpSpPr>
        <p:cNvPr id="1" name=""/>
        <p:cNvGrpSpPr/>
        <p:nvPr/>
      </p:nvGrpSpPr>
      <p:grpSpPr>
        <a:xfrm>
          <a:off x="0" y="0"/>
          <a:ext cx="0" cy="0"/>
          <a:chOff x="0" y="0"/>
          <a:chExt cx="0" cy="0"/>
        </a:xfrm>
      </p:grpSpPr>
      <p:sp>
        <p:nvSpPr>
          <p:cNvPr id="18" name="Marcador de posición de imagen 6">
            <a:extLst>
              <a:ext uri="{FF2B5EF4-FFF2-40B4-BE49-F238E27FC236}">
                <a16:creationId xmlns:a16="http://schemas.microsoft.com/office/drawing/2014/main" id="{EDD611DF-9DFE-B043-8BAE-EE27852FDACD}"/>
              </a:ext>
            </a:extLst>
          </p:cNvPr>
          <p:cNvSpPr>
            <a:spLocks noGrp="1"/>
          </p:cNvSpPr>
          <p:nvPr>
            <p:ph type="pic" sz="quarter" idx="18"/>
          </p:nvPr>
        </p:nvSpPr>
        <p:spPr>
          <a:xfrm>
            <a:off x="0" y="0"/>
            <a:ext cx="12192000" cy="6858000"/>
          </a:xfrm>
        </p:spPr>
        <p:txBody>
          <a:bodyPr rtlCol="0" anchor="ctr" anchorCtr="0">
            <a:normAutofit/>
          </a:bodyPr>
          <a:lstStyle>
            <a:lvl1pPr marL="0" indent="0" algn="ctr">
              <a:buFont typeface="Arial" panose="020B0604020202020204" pitchFamily="34" charset="0"/>
              <a:buNone/>
              <a:defRPr sz="1400"/>
            </a:lvl1pPr>
          </a:lstStyle>
          <a:p>
            <a:pPr rtl="0"/>
            <a:r>
              <a:rPr lang="es-ES" noProof="0"/>
              <a:t>Haga clic en el icono para agregar una imagen</a:t>
            </a:r>
          </a:p>
        </p:txBody>
      </p:sp>
      <p:sp>
        <p:nvSpPr>
          <p:cNvPr id="21" name="Marcador de texto 26">
            <a:extLst>
              <a:ext uri="{FF2B5EF4-FFF2-40B4-BE49-F238E27FC236}">
                <a16:creationId xmlns:a16="http://schemas.microsoft.com/office/drawing/2014/main" id="{E013E669-E15F-4096-81CC-6637C4A9F9E7}"/>
              </a:ext>
            </a:extLst>
          </p:cNvPr>
          <p:cNvSpPr>
            <a:spLocks noGrp="1"/>
          </p:cNvSpPr>
          <p:nvPr>
            <p:ph type="body" sz="quarter" idx="21" hasCustomPrompt="1"/>
          </p:nvPr>
        </p:nvSpPr>
        <p:spPr>
          <a:xfrm>
            <a:off x="3912235" y="4447556"/>
            <a:ext cx="4367531"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0128-555-678</a:t>
            </a:r>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1663690"/>
            <a:ext cx="10117959" cy="1517356"/>
          </a:xfrm>
        </p:spPr>
        <p:txBody>
          <a:bodyPr rtlCol="0">
            <a:noAutofit/>
          </a:bodyPr>
          <a:lstStyle>
            <a:lvl1pPr algn="ctr">
              <a:defRPr sz="10000" b="0">
                <a:solidFill>
                  <a:schemeClr val="bg1"/>
                </a:solidFill>
              </a:defRPr>
            </a:lvl1pPr>
          </a:lstStyle>
          <a:p>
            <a:pPr rtl="0"/>
            <a:r>
              <a:rPr lang="es-ES" noProof="0"/>
              <a:t>Gracias</a:t>
            </a:r>
          </a:p>
        </p:txBody>
      </p:sp>
      <p:sp>
        <p:nvSpPr>
          <p:cNvPr id="23" name="Marcador de texto 26">
            <a:extLst>
              <a:ext uri="{FF2B5EF4-FFF2-40B4-BE49-F238E27FC236}">
                <a16:creationId xmlns:a16="http://schemas.microsoft.com/office/drawing/2014/main" id="{5BB088E3-63C1-423F-A939-150B8E1F87A7}"/>
              </a:ext>
            </a:extLst>
          </p:cNvPr>
          <p:cNvSpPr>
            <a:spLocks noGrp="1"/>
          </p:cNvSpPr>
          <p:nvPr>
            <p:ph type="body" sz="quarter" idx="20" hasCustomPrompt="1"/>
          </p:nvPr>
        </p:nvSpPr>
        <p:spPr>
          <a:xfrm>
            <a:off x="3912235" y="4152286"/>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Teléfono</a:t>
            </a:r>
          </a:p>
        </p:txBody>
      </p:sp>
      <p:sp>
        <p:nvSpPr>
          <p:cNvPr id="36" name="Marcador de texto 14">
            <a:extLst>
              <a:ext uri="{FF2B5EF4-FFF2-40B4-BE49-F238E27FC236}">
                <a16:creationId xmlns:a16="http://schemas.microsoft.com/office/drawing/2014/main" id="{2A3D73F7-77EC-4576-B541-20C032F462DC}"/>
              </a:ext>
            </a:extLst>
          </p:cNvPr>
          <p:cNvSpPr>
            <a:spLocks noGrp="1"/>
          </p:cNvSpPr>
          <p:nvPr userDrawn="1">
            <p:ph type="body" sz="quarter" idx="13" hasCustomPrompt="1"/>
          </p:nvPr>
        </p:nvSpPr>
        <p:spPr>
          <a:xfrm>
            <a:off x="1050857" y="3264670"/>
            <a:ext cx="10090287" cy="606659"/>
          </a:xfrm>
        </p:spPr>
        <p:txBody>
          <a:bodyPr rtlCol="0">
            <a:noAutofit/>
          </a:bodyPr>
          <a:lstStyle>
            <a:lvl1pPr marL="0" indent="0" algn="ctr">
              <a:buNone/>
              <a:defRPr sz="3000" b="0" i="0">
                <a:solidFill>
                  <a:schemeClr val="bg2"/>
                </a:solidFill>
              </a:defRPr>
            </a:lvl1pPr>
          </a:lstStyle>
          <a:p>
            <a:pPr lvl="0" rtl="0"/>
            <a:r>
              <a:rPr lang="es-ES" noProof="0"/>
              <a:t>ÍKER ARTEAGA</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cxnSp>
        <p:nvCxnSpPr>
          <p:cNvPr id="6" name="Conector recto 5">
            <a:extLst>
              <a:ext uri="{FF2B5EF4-FFF2-40B4-BE49-F238E27FC236}">
                <a16:creationId xmlns:a16="http://schemas.microsoft.com/office/drawing/2014/main" id="{2B62C84D-B809-41CE-8FCD-935E2343985F}"/>
              </a:ext>
            </a:extLst>
          </p:cNvPr>
          <p:cNvCxnSpPr/>
          <p:nvPr userDrawn="1"/>
        </p:nvCxnSpPr>
        <p:spPr>
          <a:xfrm>
            <a:off x="5711952" y="5004104"/>
            <a:ext cx="768096"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Marcador de texto 26">
            <a:extLst>
              <a:ext uri="{FF2B5EF4-FFF2-40B4-BE49-F238E27FC236}">
                <a16:creationId xmlns:a16="http://schemas.microsoft.com/office/drawing/2014/main" id="{21AF3F24-9D59-456A-9130-8C4049C34FAB}"/>
              </a:ext>
            </a:extLst>
          </p:cNvPr>
          <p:cNvSpPr>
            <a:spLocks noGrp="1"/>
          </p:cNvSpPr>
          <p:nvPr>
            <p:ph type="body" sz="quarter" idx="22" hasCustomPrompt="1"/>
          </p:nvPr>
        </p:nvSpPr>
        <p:spPr>
          <a:xfrm>
            <a:off x="3135722" y="5423227"/>
            <a:ext cx="5920556" cy="474519"/>
          </a:xfrm>
        </p:spPr>
        <p:txBody>
          <a:bodyPr rtlCol="0">
            <a:noAutofit/>
          </a:bodyPr>
          <a:lstStyle>
            <a:lvl1pPr marL="0" indent="0" algn="ctr">
              <a:buNone/>
              <a:defRPr sz="3000" b="0" i="0">
                <a:solidFill>
                  <a:schemeClr val="bg1"/>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ARTEAGA@GMAIL.COM</a:t>
            </a:r>
          </a:p>
        </p:txBody>
      </p:sp>
      <p:sp>
        <p:nvSpPr>
          <p:cNvPr id="14" name="Marcador de texto 26">
            <a:extLst>
              <a:ext uri="{FF2B5EF4-FFF2-40B4-BE49-F238E27FC236}">
                <a16:creationId xmlns:a16="http://schemas.microsoft.com/office/drawing/2014/main" id="{716B9C4F-E33C-4EA7-A4F7-A2137CFCF2FD}"/>
              </a:ext>
            </a:extLst>
          </p:cNvPr>
          <p:cNvSpPr>
            <a:spLocks noGrp="1"/>
          </p:cNvSpPr>
          <p:nvPr>
            <p:ph type="body" sz="quarter" idx="23" hasCustomPrompt="1"/>
          </p:nvPr>
        </p:nvSpPr>
        <p:spPr>
          <a:xfrm>
            <a:off x="3912235" y="5121518"/>
            <a:ext cx="4367531" cy="288000"/>
          </a:xfrm>
        </p:spPr>
        <p:txBody>
          <a:bodyPr rtlCol="0">
            <a:noAutofit/>
          </a:bodyPr>
          <a:lstStyle>
            <a:lvl1pPr marL="0" indent="0" algn="ctr">
              <a:buNone/>
              <a:defRPr sz="2000" b="0" i="0">
                <a:solidFill>
                  <a:schemeClr val="bg2"/>
                </a:solidFill>
                <a:latin typeface="+mn-lt"/>
              </a:defRPr>
            </a:lvl1pPr>
            <a:lvl2pPr marL="457200" indent="0">
              <a:buNone/>
              <a:defRPr sz="1800" b="1" i="1"/>
            </a:lvl2pPr>
            <a:lvl3pPr marL="914400" indent="0">
              <a:buNone/>
              <a:defRPr sz="1800" b="1" i="1"/>
            </a:lvl3pPr>
            <a:lvl4pPr marL="1371600" indent="0">
              <a:buNone/>
              <a:defRPr sz="1800" b="1" i="1"/>
            </a:lvl4pPr>
            <a:lvl5pPr marL="1828800" indent="0">
              <a:buNone/>
              <a:defRPr sz="1800" b="1" i="1"/>
            </a:lvl5pPr>
          </a:lstStyle>
          <a:p>
            <a:pPr lvl="0" rtl="0"/>
            <a:r>
              <a:rPr lang="es-ES" noProof="0"/>
              <a:t>Correo electrónico</a:t>
            </a:r>
          </a:p>
        </p:txBody>
      </p:sp>
    </p:spTree>
    <p:extLst>
      <p:ext uri="{BB962C8B-B14F-4D97-AF65-F5344CB8AC3E}">
        <p14:creationId xmlns:p14="http://schemas.microsoft.com/office/powerpoint/2010/main" val="405328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1DAC5403-E1D0-4032-A9FE-410B2982643C}"/>
              </a:ext>
            </a:extLst>
          </p:cNvPr>
          <p:cNvSpPr/>
          <p:nvPr userDrawn="1"/>
        </p:nvSpPr>
        <p:spPr>
          <a:xfrm>
            <a:off x="0" y="0"/>
            <a:ext cx="12192000" cy="6858000"/>
          </a:xfrm>
          <a:prstGeom prst="rect">
            <a:avLst/>
          </a:prstGeom>
          <a:blipFill>
            <a:blip r:embed="rId2"/>
            <a:srcRect/>
            <a:stretch>
              <a:fillRect/>
            </a:stretch>
          </a:blipFill>
          <a:ln w="12700" cap="flat">
            <a:noFill/>
            <a:prstDash val="solid"/>
            <a:miter/>
          </a:ln>
        </p:spPr>
        <p:txBody>
          <a:bodyPr rtlCol="0" anchor="ctr"/>
          <a:lstStyle/>
          <a:p>
            <a:pPr algn="l" rtl="0"/>
            <a:endParaRPr lang="es-ES" noProof="0"/>
          </a:p>
        </p:txBody>
      </p:sp>
      <p:sp>
        <p:nvSpPr>
          <p:cNvPr id="11" name="Rectángulo 10">
            <a:extLst>
              <a:ext uri="{FF2B5EF4-FFF2-40B4-BE49-F238E27FC236}">
                <a16:creationId xmlns:a16="http://schemas.microsoft.com/office/drawing/2014/main" id="{F3C0C995-565B-4516-BC98-CCDEE529B154}"/>
              </a:ext>
            </a:extLst>
          </p:cNvPr>
          <p:cNvSpPr/>
          <p:nvPr userDrawn="1"/>
        </p:nvSpPr>
        <p:spPr>
          <a:xfrm>
            <a:off x="0" y="0"/>
            <a:ext cx="12192000" cy="6858000"/>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2" name="Título 1">
            <a:extLst>
              <a:ext uri="{FF2B5EF4-FFF2-40B4-BE49-F238E27FC236}">
                <a16:creationId xmlns:a16="http://schemas.microsoft.com/office/drawing/2014/main" id="{199AD403-A15F-4A2F-B050-AB874136E732}"/>
              </a:ext>
            </a:extLst>
          </p:cNvPr>
          <p:cNvSpPr>
            <a:spLocks noGrp="1"/>
          </p:cNvSpPr>
          <p:nvPr>
            <p:ph type="title" hasCustomPrompt="1"/>
          </p:nvPr>
        </p:nvSpPr>
        <p:spPr>
          <a:xfrm>
            <a:off x="1037021" y="2289328"/>
            <a:ext cx="10117959" cy="1517356"/>
          </a:xfrm>
        </p:spPr>
        <p:txBody>
          <a:bodyPr rtlCol="0">
            <a:noAutofit/>
          </a:bodyPr>
          <a:lstStyle>
            <a:lvl1pPr algn="ctr">
              <a:defRPr sz="10000" b="0">
                <a:solidFill>
                  <a:schemeClr val="bg1"/>
                </a:solidFill>
              </a:defRPr>
            </a:lvl1pPr>
          </a:lstStyle>
          <a:p>
            <a:pPr rtl="0"/>
            <a:r>
              <a:rPr lang="es-ES" noProof="0"/>
              <a:t>Título de la presentación    </a:t>
            </a:r>
          </a:p>
        </p:txBody>
      </p:sp>
      <p:sp>
        <p:nvSpPr>
          <p:cNvPr id="15" name="Rectángulo 14">
            <a:extLst>
              <a:ext uri="{FF2B5EF4-FFF2-40B4-BE49-F238E27FC236}">
                <a16:creationId xmlns:a16="http://schemas.microsoft.com/office/drawing/2014/main" id="{B1AB1BF5-25AE-4D07-8C5B-8ED82109AAFD}"/>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16" name="Rectángulo 15">
            <a:extLst>
              <a:ext uri="{FF2B5EF4-FFF2-40B4-BE49-F238E27FC236}">
                <a16:creationId xmlns:a16="http://schemas.microsoft.com/office/drawing/2014/main" id="{40356ECE-618B-4CAE-B0AA-1F1C86CF382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pic>
        <p:nvPicPr>
          <p:cNvPr id="13" name="Gráfico 12">
            <a:extLst>
              <a:ext uri="{FF2B5EF4-FFF2-40B4-BE49-F238E27FC236}">
                <a16:creationId xmlns:a16="http://schemas.microsoft.com/office/drawing/2014/main" id="{B0670BD7-5166-40F4-A6FC-B5B1D91577BE}"/>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608400" y="3612713"/>
            <a:ext cx="4975200" cy="114227"/>
          </a:xfrm>
          <a:prstGeom prst="rect">
            <a:avLst/>
          </a:prstGeom>
        </p:spPr>
      </p:pic>
      <p:sp>
        <p:nvSpPr>
          <p:cNvPr id="9" name="Subtítulo 2">
            <a:extLst>
              <a:ext uri="{FF2B5EF4-FFF2-40B4-BE49-F238E27FC236}">
                <a16:creationId xmlns:a16="http://schemas.microsoft.com/office/drawing/2014/main" id="{16A87704-FE99-4EBD-97FB-FBB15A227FC8}"/>
              </a:ext>
            </a:extLst>
          </p:cNvPr>
          <p:cNvSpPr>
            <a:spLocks noGrp="1"/>
          </p:cNvSpPr>
          <p:nvPr>
            <p:ph type="subTitle" idx="1" hasCustomPrompt="1"/>
          </p:nvPr>
        </p:nvSpPr>
        <p:spPr>
          <a:xfrm>
            <a:off x="1037021" y="3890308"/>
            <a:ext cx="10117959" cy="606659"/>
          </a:xfrm>
        </p:spPr>
        <p:txBody>
          <a:bodyPr vert="horz" lIns="91440" tIns="45720" rIns="91440" bIns="45720" rtlCol="0">
            <a:noAutofit/>
          </a:bodyPr>
          <a:lstStyle>
            <a:lvl1pPr marL="0" indent="0" algn="ctr">
              <a:buNone/>
              <a:defRPr lang="en-US" sz="3000" b="0" i="0">
                <a:solidFill>
                  <a:schemeClr val="bg2"/>
                </a:solidFill>
              </a:defRPr>
            </a:lvl1pPr>
          </a:lstStyle>
          <a:p>
            <a:pPr marL="228600" lvl="0" indent="-228600" algn="ctr" rtl="0"/>
            <a:r>
              <a:rPr lang="es-ES" noProof="0"/>
              <a:t>HAGA CLIC PARA EDITAR EL ESTILO DE SUBTÍTULO DEL PATRÓN</a:t>
            </a:r>
          </a:p>
        </p:txBody>
      </p:sp>
    </p:spTree>
    <p:extLst>
      <p:ext uri="{BB962C8B-B14F-4D97-AF65-F5344CB8AC3E}">
        <p14:creationId xmlns:p14="http://schemas.microsoft.com/office/powerpoint/2010/main" val="163338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9" name="Elipse 8">
            <a:extLst>
              <a:ext uri="{FF2B5EF4-FFF2-40B4-BE49-F238E27FC236}">
                <a16:creationId xmlns:a16="http://schemas.microsoft.com/office/drawing/2014/main" id="{4D6B2F7A-6215-4548-B8BA-BFBFA46660CF}"/>
              </a:ext>
            </a:extLst>
          </p:cNvPr>
          <p:cNvSpPr/>
          <p:nvPr userDrawn="1"/>
        </p:nvSpPr>
        <p:spPr>
          <a:xfrm>
            <a:off x="5908548" y="6261006"/>
            <a:ext cx="374904" cy="374904"/>
          </a:xfrm>
          <a:prstGeom prst="ellipse">
            <a:avLst/>
          </a:prstGeom>
          <a:solidFill>
            <a:schemeClr val="bg2">
              <a:lumMod val="20000"/>
              <a:lumOff val="80000"/>
            </a:schemeClr>
          </a:solidFill>
          <a:ln w="25400" cap="flat">
            <a:solidFill>
              <a:schemeClr val="bg2"/>
            </a:solidFill>
            <a:prstDash val="solid"/>
            <a:miter/>
          </a:ln>
        </p:spPr>
        <p:txBody>
          <a:bodyPr rtlCol="0" anchor="ctr"/>
          <a:lstStyle/>
          <a:p>
            <a:pPr algn="l" rtl="0"/>
            <a:endParaRPr lang="es-ES" noProof="0"/>
          </a:p>
        </p:txBody>
      </p:sp>
      <p:sp>
        <p:nvSpPr>
          <p:cNvPr id="5" name="Marcador de número de diapositiva 4">
            <a:extLst>
              <a:ext uri="{FF2B5EF4-FFF2-40B4-BE49-F238E27FC236}">
                <a16:creationId xmlns:a16="http://schemas.microsoft.com/office/drawing/2014/main" id="{EAC4B419-8728-4000-B6EF-1ECF88F80B8B}"/>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2" name="Título 1">
            <a:extLst>
              <a:ext uri="{FF2B5EF4-FFF2-40B4-BE49-F238E27FC236}">
                <a16:creationId xmlns:a16="http://schemas.microsoft.com/office/drawing/2014/main" id="{A62FC5F7-2AC0-4A53-8E2A-D6A7F4B4D77C}"/>
              </a:ext>
            </a:extLst>
          </p:cNvPr>
          <p:cNvSpPr>
            <a:spLocks noGrp="1"/>
          </p:cNvSpPr>
          <p:nvPr>
            <p:ph type="title" hasCustomPrompt="1"/>
          </p:nvPr>
        </p:nvSpPr>
        <p:spPr>
          <a:xfrm>
            <a:off x="838200" y="652986"/>
            <a:ext cx="10515600" cy="904875"/>
          </a:xfrm>
        </p:spPr>
        <p:txBody>
          <a:bodyPr rtlCol="0"/>
          <a:lstStyle>
            <a:lvl1pPr algn="ctr">
              <a:defRPr b="0"/>
            </a:lvl1pPr>
          </a:lstStyle>
          <a:p>
            <a:pPr rtl="0"/>
            <a:r>
              <a:rPr lang="es-ES" noProof="0"/>
              <a:t>Diapositiva divisoria</a:t>
            </a:r>
          </a:p>
        </p:txBody>
      </p:sp>
      <p:sp>
        <p:nvSpPr>
          <p:cNvPr id="3" name="Marcador de fecha 2">
            <a:extLst>
              <a:ext uri="{FF2B5EF4-FFF2-40B4-BE49-F238E27FC236}">
                <a16:creationId xmlns:a16="http://schemas.microsoft.com/office/drawing/2014/main" id="{B516B06F-92DB-40BB-B026-E443732F67C8}"/>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11FF27C1-06BD-4F55-BB58-DC1D0892188F}"/>
              </a:ext>
            </a:extLst>
          </p:cNvPr>
          <p:cNvSpPr>
            <a:spLocks noGrp="1"/>
          </p:cNvSpPr>
          <p:nvPr>
            <p:ph type="ftr" sz="quarter" idx="11"/>
          </p:nvPr>
        </p:nvSpPr>
        <p:spPr/>
        <p:txBody>
          <a:bodyPr rtlCol="0"/>
          <a:lstStyle/>
          <a:p>
            <a:pPr rtl="0"/>
            <a:r>
              <a:rPr lang="es-ES" noProof="0"/>
              <a:t>AGREGAR UN PIE DE PÁGINA</a:t>
            </a:r>
          </a:p>
        </p:txBody>
      </p:sp>
      <p:sp>
        <p:nvSpPr>
          <p:cNvPr id="15" name="Gráfico 13">
            <a:extLst>
              <a:ext uri="{FF2B5EF4-FFF2-40B4-BE49-F238E27FC236}">
                <a16:creationId xmlns:a16="http://schemas.microsoft.com/office/drawing/2014/main" id="{6B7C1ECA-416B-4ED3-9B96-F05BED98E498}"/>
              </a:ext>
            </a:extLst>
          </p:cNvPr>
          <p:cNvSpPr/>
          <p:nvPr/>
        </p:nvSpPr>
        <p:spPr>
          <a:xfrm>
            <a:off x="4534478" y="1568994"/>
            <a:ext cx="3123044" cy="139083"/>
          </a:xfrm>
          <a:custGeom>
            <a:avLst/>
            <a:gdLst>
              <a:gd name="connsiteX0" fmla="*/ 281882 w 3123043"/>
              <a:gd name="connsiteY0" fmla="*/ 78315 h 139082"/>
              <a:gd name="connsiteX1" fmla="*/ 12567 w 3123043"/>
              <a:gd name="connsiteY1" fmla="*/ 78315 h 139082"/>
              <a:gd name="connsiteX2" fmla="*/ 12567 w 3123043"/>
              <a:gd name="connsiteY2" fmla="*/ 65671 h 139082"/>
              <a:gd name="connsiteX3" fmla="*/ 1155576 w 3123043"/>
              <a:gd name="connsiteY3" fmla="*/ 65671 h 139082"/>
              <a:gd name="connsiteX4" fmla="*/ 1350292 w 3123043"/>
              <a:gd name="connsiteY4" fmla="*/ 12567 h 139082"/>
              <a:gd name="connsiteX5" fmla="*/ 1466616 w 3123043"/>
              <a:gd name="connsiteY5" fmla="*/ 65671 h 139082"/>
              <a:gd name="connsiteX6" fmla="*/ 1495697 w 3123043"/>
              <a:gd name="connsiteY6" fmla="*/ 65671 h 139082"/>
              <a:gd name="connsiteX7" fmla="*/ 1551330 w 3123043"/>
              <a:gd name="connsiteY7" fmla="*/ 15096 h 139082"/>
              <a:gd name="connsiteX8" fmla="*/ 1606963 w 3123043"/>
              <a:gd name="connsiteY8" fmla="*/ 65671 h 139082"/>
              <a:gd name="connsiteX9" fmla="*/ 1636044 w 3123043"/>
              <a:gd name="connsiteY9" fmla="*/ 65671 h 139082"/>
              <a:gd name="connsiteX10" fmla="*/ 1752368 w 3123043"/>
              <a:gd name="connsiteY10" fmla="*/ 12567 h 139082"/>
              <a:gd name="connsiteX11" fmla="*/ 1947084 w 3123043"/>
              <a:gd name="connsiteY11" fmla="*/ 65671 h 139082"/>
              <a:gd name="connsiteX12" fmla="*/ 3119174 w 3123043"/>
              <a:gd name="connsiteY12" fmla="*/ 65671 h 139082"/>
              <a:gd name="connsiteX13" fmla="*/ 3119174 w 3123043"/>
              <a:gd name="connsiteY13" fmla="*/ 78315 h 139082"/>
              <a:gd name="connsiteX14" fmla="*/ 2824571 w 3123043"/>
              <a:gd name="connsiteY14" fmla="*/ 78315 h 139082"/>
              <a:gd name="connsiteX15" fmla="*/ 2824571 w 3123043"/>
              <a:gd name="connsiteY15" fmla="*/ 79579 h 139082"/>
              <a:gd name="connsiteX16" fmla="*/ 2097546 w 3123043"/>
              <a:gd name="connsiteY16" fmla="*/ 78315 h 139082"/>
              <a:gd name="connsiteX17" fmla="*/ 1987544 w 3123043"/>
              <a:gd name="connsiteY17" fmla="*/ 78315 h 139082"/>
              <a:gd name="connsiteX18" fmla="*/ 1751103 w 3123043"/>
              <a:gd name="connsiteY18" fmla="*/ 131419 h 139082"/>
              <a:gd name="connsiteX19" fmla="*/ 1634780 w 3123043"/>
              <a:gd name="connsiteY19" fmla="*/ 78315 h 139082"/>
              <a:gd name="connsiteX20" fmla="*/ 1605699 w 3123043"/>
              <a:gd name="connsiteY20" fmla="*/ 78315 h 139082"/>
              <a:gd name="connsiteX21" fmla="*/ 1551330 w 3123043"/>
              <a:gd name="connsiteY21" fmla="*/ 128891 h 139082"/>
              <a:gd name="connsiteX22" fmla="*/ 1495697 w 3123043"/>
              <a:gd name="connsiteY22" fmla="*/ 78315 h 139082"/>
              <a:gd name="connsiteX23" fmla="*/ 1466616 w 3123043"/>
              <a:gd name="connsiteY23" fmla="*/ 78315 h 139082"/>
              <a:gd name="connsiteX24" fmla="*/ 1350292 w 3123043"/>
              <a:gd name="connsiteY24" fmla="*/ 131419 h 139082"/>
              <a:gd name="connsiteX25" fmla="*/ 1113851 w 3123043"/>
              <a:gd name="connsiteY25" fmla="*/ 78315 h 139082"/>
              <a:gd name="connsiteX26" fmla="*/ 1005113 w 3123043"/>
              <a:gd name="connsiteY26" fmla="*/ 78315 h 139082"/>
              <a:gd name="connsiteX27" fmla="*/ 281882 w 3123043"/>
              <a:gd name="connsiteY27" fmla="*/ 78315 h 139082"/>
              <a:gd name="connsiteX28" fmla="*/ 281882 w 3123043"/>
              <a:gd name="connsiteY28" fmla="*/ 78315 h 1390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123043" h="139082">
                <a:moveTo>
                  <a:pt x="281882" y="78315"/>
                </a:moveTo>
                <a:lnTo>
                  <a:pt x="12567" y="78315"/>
                </a:lnTo>
                <a:lnTo>
                  <a:pt x="12567" y="65671"/>
                </a:lnTo>
                <a:lnTo>
                  <a:pt x="1155576" y="65671"/>
                </a:lnTo>
                <a:cubicBezTo>
                  <a:pt x="1260520" y="55556"/>
                  <a:pt x="1350292" y="12567"/>
                  <a:pt x="1350292" y="12567"/>
                </a:cubicBezTo>
                <a:cubicBezTo>
                  <a:pt x="1397074" y="47970"/>
                  <a:pt x="1440063" y="60614"/>
                  <a:pt x="1466616" y="65671"/>
                </a:cubicBezTo>
                <a:lnTo>
                  <a:pt x="1495697" y="65671"/>
                </a:lnTo>
                <a:cubicBezTo>
                  <a:pt x="1502019" y="23946"/>
                  <a:pt x="1534893" y="15096"/>
                  <a:pt x="1551330" y="15096"/>
                </a:cubicBezTo>
                <a:cubicBezTo>
                  <a:pt x="1567767" y="15096"/>
                  <a:pt x="1600641" y="23946"/>
                  <a:pt x="1606963" y="65671"/>
                </a:cubicBezTo>
                <a:lnTo>
                  <a:pt x="1636044" y="65671"/>
                </a:lnTo>
                <a:cubicBezTo>
                  <a:pt x="1662596" y="60614"/>
                  <a:pt x="1705585" y="46705"/>
                  <a:pt x="1752368" y="12567"/>
                </a:cubicBezTo>
                <a:cubicBezTo>
                  <a:pt x="1752368" y="12567"/>
                  <a:pt x="1842140" y="55556"/>
                  <a:pt x="1947084" y="65671"/>
                </a:cubicBezTo>
                <a:lnTo>
                  <a:pt x="3119174" y="65671"/>
                </a:lnTo>
                <a:lnTo>
                  <a:pt x="3119174" y="78315"/>
                </a:lnTo>
                <a:lnTo>
                  <a:pt x="2824571" y="78315"/>
                </a:lnTo>
                <a:lnTo>
                  <a:pt x="2824571" y="79579"/>
                </a:lnTo>
                <a:lnTo>
                  <a:pt x="2097546" y="78315"/>
                </a:lnTo>
                <a:lnTo>
                  <a:pt x="1987544" y="78315"/>
                </a:lnTo>
                <a:cubicBezTo>
                  <a:pt x="1867427" y="79579"/>
                  <a:pt x="1751103" y="131419"/>
                  <a:pt x="1751103" y="131419"/>
                </a:cubicBezTo>
                <a:cubicBezTo>
                  <a:pt x="1704321" y="96016"/>
                  <a:pt x="1661332" y="83373"/>
                  <a:pt x="1634780" y="78315"/>
                </a:cubicBezTo>
                <a:lnTo>
                  <a:pt x="1605699" y="78315"/>
                </a:lnTo>
                <a:cubicBezTo>
                  <a:pt x="1599377" y="118775"/>
                  <a:pt x="1567767" y="128891"/>
                  <a:pt x="1551330" y="128891"/>
                </a:cubicBezTo>
                <a:cubicBezTo>
                  <a:pt x="1534893" y="128891"/>
                  <a:pt x="1502019" y="121304"/>
                  <a:pt x="1495697" y="78315"/>
                </a:cubicBezTo>
                <a:lnTo>
                  <a:pt x="1466616" y="78315"/>
                </a:lnTo>
                <a:cubicBezTo>
                  <a:pt x="1440063" y="83373"/>
                  <a:pt x="1397074" y="97281"/>
                  <a:pt x="1350292" y="131419"/>
                </a:cubicBezTo>
                <a:cubicBezTo>
                  <a:pt x="1350292" y="131419"/>
                  <a:pt x="1235232" y="79579"/>
                  <a:pt x="1113851" y="78315"/>
                </a:cubicBezTo>
                <a:lnTo>
                  <a:pt x="1005113" y="78315"/>
                </a:lnTo>
                <a:lnTo>
                  <a:pt x="281882" y="78315"/>
                </a:lnTo>
                <a:lnTo>
                  <a:pt x="281882" y="78315"/>
                </a:lnTo>
                <a:close/>
              </a:path>
            </a:pathLst>
          </a:custGeom>
          <a:solidFill>
            <a:schemeClr val="bg2"/>
          </a:solidFill>
          <a:ln w="12623" cap="flat">
            <a:noFill/>
            <a:prstDash val="solid"/>
            <a:miter/>
          </a:ln>
        </p:spPr>
        <p:txBody>
          <a:bodyPr rtlCol="0" anchor="ctr"/>
          <a:lstStyle/>
          <a:p>
            <a:pPr rtl="0"/>
            <a:endParaRPr lang="es-ES" noProof="0"/>
          </a:p>
        </p:txBody>
      </p:sp>
      <p:sp>
        <p:nvSpPr>
          <p:cNvPr id="12" name="Rectángulo 11">
            <a:extLst>
              <a:ext uri="{FF2B5EF4-FFF2-40B4-BE49-F238E27FC236}">
                <a16:creationId xmlns:a16="http://schemas.microsoft.com/office/drawing/2014/main" id="{9685C8FD-6063-414E-B2AC-D07168DE1813}"/>
              </a:ext>
            </a:extLst>
          </p:cNvPr>
          <p:cNvSpPr/>
          <p:nvPr userDrawn="1"/>
        </p:nvSpPr>
        <p:spPr>
          <a:xfrm>
            <a:off x="0" y="2483224"/>
            <a:ext cx="12192000" cy="3465576"/>
          </a:xfrm>
          <a:prstGeom prst="rect">
            <a:avLst/>
          </a:prstGeom>
          <a:blipFill>
            <a:blip r:embed="rId2"/>
            <a:srcRect/>
            <a:stretch>
              <a:fillRect t="-48945" b="-48945"/>
            </a:stretch>
          </a:blipFill>
          <a:ln w="12700" cap="flat">
            <a:noFill/>
            <a:prstDash val="solid"/>
            <a:miter/>
          </a:ln>
        </p:spPr>
        <p:txBody>
          <a:bodyPr rtlCol="0" anchor="ctr"/>
          <a:lstStyle/>
          <a:p>
            <a:pPr algn="l" rtl="0"/>
            <a:endParaRPr lang="es-ES" noProof="0"/>
          </a:p>
        </p:txBody>
      </p:sp>
      <p:sp>
        <p:nvSpPr>
          <p:cNvPr id="13" name="Rectángulo 12">
            <a:extLst>
              <a:ext uri="{FF2B5EF4-FFF2-40B4-BE49-F238E27FC236}">
                <a16:creationId xmlns:a16="http://schemas.microsoft.com/office/drawing/2014/main" id="{2BA38A80-B4F3-4560-B2F9-C0652AAB2188}"/>
              </a:ext>
            </a:extLst>
          </p:cNvPr>
          <p:cNvSpPr/>
          <p:nvPr userDrawn="1"/>
        </p:nvSpPr>
        <p:spPr>
          <a:xfrm>
            <a:off x="0" y="2483223"/>
            <a:ext cx="12192000" cy="3465576"/>
          </a:xfrm>
          <a:prstGeom prst="rect">
            <a:avLst/>
          </a:prstGeom>
          <a:solidFill>
            <a:schemeClr val="tx1">
              <a:alpha val="80000"/>
            </a:schemeClr>
          </a:solidFill>
          <a:ln w="12700" cap="flat">
            <a:noFill/>
            <a:prstDash val="solid"/>
            <a:miter/>
          </a:ln>
        </p:spPr>
        <p:txBody>
          <a:bodyPr rtlCol="0" anchor="ctr"/>
          <a:lstStyle/>
          <a:p>
            <a:pPr algn="l" rtl="0"/>
            <a:endParaRPr lang="es-ES" noProof="0"/>
          </a:p>
        </p:txBody>
      </p:sp>
      <p:sp>
        <p:nvSpPr>
          <p:cNvPr id="11" name="Marcador de texto 2">
            <a:extLst>
              <a:ext uri="{FF2B5EF4-FFF2-40B4-BE49-F238E27FC236}">
                <a16:creationId xmlns:a16="http://schemas.microsoft.com/office/drawing/2014/main" id="{214241DF-0B07-491C-8CA2-1BD10F84525C}"/>
              </a:ext>
            </a:extLst>
          </p:cNvPr>
          <p:cNvSpPr>
            <a:spLocks noGrp="1"/>
          </p:cNvSpPr>
          <p:nvPr>
            <p:ph type="body" idx="1" hasCustomPrompt="1"/>
          </p:nvPr>
        </p:nvSpPr>
        <p:spPr>
          <a:xfrm>
            <a:off x="838200" y="1882722"/>
            <a:ext cx="10515600" cy="468594"/>
          </a:xfrm>
        </p:spPr>
        <p:txBody>
          <a:bodyPr vert="horz" lIns="91440" tIns="45720" rIns="91440" bIns="45720" rtlCol="0">
            <a:normAutofit/>
          </a:bodyPr>
          <a:lstStyle>
            <a:lvl1pPr marL="0" indent="0" algn="ctr">
              <a:buNone/>
              <a:defRPr lang="en-US" sz="1800"/>
            </a:lvl1pPr>
          </a:lstStyle>
          <a:p>
            <a:pPr marL="228600" lvl="0" indent="-228600" algn="ctr" rtl="0"/>
            <a:r>
              <a:rPr lang="es-ES" noProof="0"/>
              <a:t>Editar estilos de texto del patrón</a:t>
            </a:r>
          </a:p>
        </p:txBody>
      </p:sp>
    </p:spTree>
    <p:extLst>
      <p:ext uri="{BB962C8B-B14F-4D97-AF65-F5344CB8AC3E}">
        <p14:creationId xmlns:p14="http://schemas.microsoft.com/office/powerpoint/2010/main" val="924574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0AF4CE-F455-4A31-8ED6-5841DF599BE9}"/>
              </a:ext>
            </a:extLst>
          </p:cNvPr>
          <p:cNvSpPr>
            <a:spLocks noGrp="1"/>
          </p:cNvSpPr>
          <p:nvPr>
            <p:ph type="title"/>
          </p:nvPr>
        </p:nvSpPr>
        <p:spPr>
          <a:xfrm>
            <a:off x="838200" y="365125"/>
            <a:ext cx="10515600" cy="1325563"/>
          </a:xfrm>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3A82F029-D8CC-4FE7-9C30-98E576ED41F1}"/>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0F891442-6C1A-4969-A4A2-EFCF20E7917B}"/>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64457F0D-7504-4879-BCFD-DDEA424C0A3A}"/>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Marcador de posición de contenido 2">
            <a:extLst>
              <a:ext uri="{FF2B5EF4-FFF2-40B4-BE49-F238E27FC236}">
                <a16:creationId xmlns:a16="http://schemas.microsoft.com/office/drawing/2014/main" id="{50CCCB36-FE7F-43C1-810B-49BBAB494861}"/>
              </a:ext>
            </a:extLst>
          </p:cNvPr>
          <p:cNvSpPr>
            <a:spLocks noGrp="1"/>
          </p:cNvSpPr>
          <p:nvPr>
            <p:ph idx="1" hasCustomPrompt="1"/>
          </p:nvPr>
        </p:nvSpPr>
        <p:spPr>
          <a:xfrm>
            <a:off x="838200" y="1825625"/>
            <a:ext cx="10515600" cy="412432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13305991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7B6609-6A41-45F4-9B8B-9A6DEABB9A21}"/>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4FFD4558-495E-4FE3-B256-7B6A8637C69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65C0E450-E490-45F1-909F-5831583C56B7}"/>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BBD7E109-C0EE-4D25-9A01-E58D7476D071}"/>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Marcador de posición de contenido 2">
            <a:extLst>
              <a:ext uri="{FF2B5EF4-FFF2-40B4-BE49-F238E27FC236}">
                <a16:creationId xmlns:a16="http://schemas.microsoft.com/office/drawing/2014/main" id="{62C48FC5-1EDF-4F7E-9E82-D342C4D45907}"/>
              </a:ext>
            </a:extLst>
          </p:cNvPr>
          <p:cNvSpPr>
            <a:spLocks noGrp="1"/>
          </p:cNvSpPr>
          <p:nvPr>
            <p:ph sz="half" idx="1" hasCustomPrompt="1"/>
          </p:nvPr>
        </p:nvSpPr>
        <p:spPr>
          <a:xfrm>
            <a:off x="838200" y="1825625"/>
            <a:ext cx="5181600" cy="412432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7" name="Marcador de posición de contenido 3">
            <a:extLst>
              <a:ext uri="{FF2B5EF4-FFF2-40B4-BE49-F238E27FC236}">
                <a16:creationId xmlns:a16="http://schemas.microsoft.com/office/drawing/2014/main" id="{7245FF27-1D81-4487-86EE-A8826AB33310}"/>
              </a:ext>
            </a:extLst>
          </p:cNvPr>
          <p:cNvSpPr>
            <a:spLocks noGrp="1"/>
          </p:cNvSpPr>
          <p:nvPr>
            <p:ph sz="half" idx="2" hasCustomPrompt="1"/>
          </p:nvPr>
        </p:nvSpPr>
        <p:spPr>
          <a:xfrm>
            <a:off x="6172200" y="1825625"/>
            <a:ext cx="5181600" cy="412432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149485325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F85B3E-9C3B-48E3-BA88-7B18BAC8BCD5}"/>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06E55B65-81AB-463F-B78F-208BABF731FC}"/>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37814494-7E7B-41F9-984C-51671FC7B60B}"/>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17932FB9-9355-4718-A3AF-2991AEFD5EA7}"/>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Marcador de posición de texto 2">
            <a:extLst>
              <a:ext uri="{FF2B5EF4-FFF2-40B4-BE49-F238E27FC236}">
                <a16:creationId xmlns:a16="http://schemas.microsoft.com/office/drawing/2014/main" id="{E0E064FB-456B-4012-A632-907E0F6363EF}"/>
              </a:ext>
            </a:extLst>
          </p:cNvPr>
          <p:cNvSpPr>
            <a:spLocks noGrp="1"/>
          </p:cNvSpPr>
          <p:nvPr>
            <p:ph type="body" idx="1" hasCustomPrompt="1"/>
          </p:nvPr>
        </p:nvSpPr>
        <p:spPr>
          <a:xfrm>
            <a:off x="839788" y="1866900"/>
            <a:ext cx="5157787" cy="445824"/>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8" name="Marcador de posición de contenido 3">
            <a:extLst>
              <a:ext uri="{FF2B5EF4-FFF2-40B4-BE49-F238E27FC236}">
                <a16:creationId xmlns:a16="http://schemas.microsoft.com/office/drawing/2014/main" id="{D7224228-301B-4143-AE44-555A65ECB365}"/>
              </a:ext>
            </a:extLst>
          </p:cNvPr>
          <p:cNvSpPr>
            <a:spLocks noGrp="1"/>
          </p:cNvSpPr>
          <p:nvPr>
            <p:ph sz="half" idx="2" hasCustomPrompt="1"/>
          </p:nvPr>
        </p:nvSpPr>
        <p:spPr>
          <a:xfrm>
            <a:off x="839788" y="2488937"/>
            <a:ext cx="5157787" cy="3461014"/>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9" name="Marcador de posición de texto 4">
            <a:extLst>
              <a:ext uri="{FF2B5EF4-FFF2-40B4-BE49-F238E27FC236}">
                <a16:creationId xmlns:a16="http://schemas.microsoft.com/office/drawing/2014/main" id="{421B5496-F2D7-450B-A1AF-12FC29E4548C}"/>
              </a:ext>
            </a:extLst>
          </p:cNvPr>
          <p:cNvSpPr>
            <a:spLocks noGrp="1"/>
          </p:cNvSpPr>
          <p:nvPr>
            <p:ph type="body" sz="quarter" idx="3" hasCustomPrompt="1"/>
          </p:nvPr>
        </p:nvSpPr>
        <p:spPr>
          <a:xfrm>
            <a:off x="6172200" y="1866900"/>
            <a:ext cx="5183188" cy="445824"/>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10" name="Marcador de posición de contenido 5">
            <a:extLst>
              <a:ext uri="{FF2B5EF4-FFF2-40B4-BE49-F238E27FC236}">
                <a16:creationId xmlns:a16="http://schemas.microsoft.com/office/drawing/2014/main" id="{D087222D-3611-4518-AD76-AC2E042CD5A8}"/>
              </a:ext>
            </a:extLst>
          </p:cNvPr>
          <p:cNvSpPr>
            <a:spLocks noGrp="1"/>
          </p:cNvSpPr>
          <p:nvPr>
            <p:ph sz="quarter" idx="4" hasCustomPrompt="1"/>
          </p:nvPr>
        </p:nvSpPr>
        <p:spPr>
          <a:xfrm>
            <a:off x="6172200" y="2488937"/>
            <a:ext cx="5183188" cy="3461014"/>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21064623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90DEAF0-9B16-4335-875E-3D5B654FA9B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0680122F-A667-467F-9ABE-57A77934DD7D}"/>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29B5B8C5-3BA1-4EE6-9D72-5F3863E69D01}"/>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Gráfico 12">
            <a:extLst>
              <a:ext uri="{FF2B5EF4-FFF2-40B4-BE49-F238E27FC236}">
                <a16:creationId xmlns:a16="http://schemas.microsoft.com/office/drawing/2014/main" id="{ACBF854A-65B9-4A5D-97C6-BA041A37CD22}"/>
              </a:ext>
            </a:extLst>
          </p:cNvPr>
          <p:cNvSpPr/>
          <p:nvPr userDrawn="1"/>
        </p:nvSpPr>
        <p:spPr>
          <a:xfrm>
            <a:off x="1442364" y="2135538"/>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pPr rtl="0"/>
            <a:endParaRPr lang="es-ES" noProof="0"/>
          </a:p>
        </p:txBody>
      </p:sp>
      <p:sp>
        <p:nvSpPr>
          <p:cNvPr id="7" name="Título 1">
            <a:extLst>
              <a:ext uri="{FF2B5EF4-FFF2-40B4-BE49-F238E27FC236}">
                <a16:creationId xmlns:a16="http://schemas.microsoft.com/office/drawing/2014/main" id="{C3E8E02D-385B-477A-BAE1-4A97C6E9D720}"/>
              </a:ext>
            </a:extLst>
          </p:cNvPr>
          <p:cNvSpPr>
            <a:spLocks noGrp="1"/>
          </p:cNvSpPr>
          <p:nvPr>
            <p:ph type="title"/>
          </p:nvPr>
        </p:nvSpPr>
        <p:spPr>
          <a:xfrm>
            <a:off x="839788" y="908050"/>
            <a:ext cx="3932237" cy="1149349"/>
          </a:xfrm>
        </p:spPr>
        <p:txBody>
          <a:bodyPr rtlCol="0" anchor="b"/>
          <a:lstStyle>
            <a:lvl1pPr>
              <a:defRPr sz="3200"/>
            </a:lvl1pPr>
          </a:lstStyle>
          <a:p>
            <a:pPr rtl="0"/>
            <a:r>
              <a:rPr lang="es-ES" noProof="0"/>
              <a:t>Haga clic para modificar el estilo de título del patrón</a:t>
            </a:r>
          </a:p>
        </p:txBody>
      </p:sp>
      <p:sp>
        <p:nvSpPr>
          <p:cNvPr id="8" name="Marcador de texto 3">
            <a:extLst>
              <a:ext uri="{FF2B5EF4-FFF2-40B4-BE49-F238E27FC236}">
                <a16:creationId xmlns:a16="http://schemas.microsoft.com/office/drawing/2014/main" id="{E6CA7378-0B2D-435D-B34B-744CA89114AF}"/>
              </a:ext>
            </a:extLst>
          </p:cNvPr>
          <p:cNvSpPr>
            <a:spLocks noGrp="1"/>
          </p:cNvSpPr>
          <p:nvPr>
            <p:ph type="body" sz="half" idx="2" hasCustomPrompt="1"/>
          </p:nvPr>
        </p:nvSpPr>
        <p:spPr>
          <a:xfrm>
            <a:off x="839788" y="2353200"/>
            <a:ext cx="3932237" cy="3515787"/>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9" name="Marcador de posición de contenido 2">
            <a:extLst>
              <a:ext uri="{FF2B5EF4-FFF2-40B4-BE49-F238E27FC236}">
                <a16:creationId xmlns:a16="http://schemas.microsoft.com/office/drawing/2014/main" id="{9BB017D3-0E4A-43F4-BC02-DB826A7FDC3D}"/>
              </a:ext>
            </a:extLst>
          </p:cNvPr>
          <p:cNvSpPr>
            <a:spLocks noGrp="1"/>
          </p:cNvSpPr>
          <p:nvPr>
            <p:ph idx="1" hasCustomPrompt="1"/>
          </p:nvPr>
        </p:nvSpPr>
        <p:spPr>
          <a:xfrm>
            <a:off x="5180012" y="908051"/>
            <a:ext cx="6172200" cy="4957762"/>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Tree>
    <p:extLst>
      <p:ext uri="{BB962C8B-B14F-4D97-AF65-F5344CB8AC3E}">
        <p14:creationId xmlns:p14="http://schemas.microsoft.com/office/powerpoint/2010/main" val="41877741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n con leyenda">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E90DEAF0-9B16-4335-875E-3D5B654FA9B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0680122F-A667-467F-9ABE-57A77934DD7D}"/>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29B5B8C5-3BA1-4EE6-9D72-5F3863E69D01}"/>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
        <p:nvSpPr>
          <p:cNvPr id="6" name="Gráfico 12">
            <a:extLst>
              <a:ext uri="{FF2B5EF4-FFF2-40B4-BE49-F238E27FC236}">
                <a16:creationId xmlns:a16="http://schemas.microsoft.com/office/drawing/2014/main" id="{ACBF854A-65B9-4A5D-97C6-BA041A37CD22}"/>
              </a:ext>
            </a:extLst>
          </p:cNvPr>
          <p:cNvSpPr/>
          <p:nvPr userDrawn="1"/>
        </p:nvSpPr>
        <p:spPr>
          <a:xfrm>
            <a:off x="1442364" y="2135538"/>
            <a:ext cx="2727084" cy="139525"/>
          </a:xfrm>
          <a:custGeom>
            <a:avLst/>
            <a:gdLst>
              <a:gd name="connsiteX0" fmla="*/ 67167 w 2727084"/>
              <a:gd name="connsiteY0" fmla="*/ 78582 h 139525"/>
              <a:gd name="connsiteX1" fmla="*/ 12625 w 2727084"/>
              <a:gd name="connsiteY1" fmla="*/ 78582 h 139525"/>
              <a:gd name="connsiteX2" fmla="*/ 12625 w 2727084"/>
              <a:gd name="connsiteY2" fmla="*/ 65898 h 139525"/>
              <a:gd name="connsiteX3" fmla="*/ 956323 w 2727084"/>
              <a:gd name="connsiteY3" fmla="*/ 65898 h 139525"/>
              <a:gd name="connsiteX4" fmla="*/ 1151658 w 2727084"/>
              <a:gd name="connsiteY4" fmla="*/ 12625 h 139525"/>
              <a:gd name="connsiteX5" fmla="*/ 1268352 w 2727084"/>
              <a:gd name="connsiteY5" fmla="*/ 65898 h 139525"/>
              <a:gd name="connsiteX6" fmla="*/ 1297526 w 2727084"/>
              <a:gd name="connsiteY6" fmla="*/ 65898 h 139525"/>
              <a:gd name="connsiteX7" fmla="*/ 1353336 w 2727084"/>
              <a:gd name="connsiteY7" fmla="*/ 15162 h 139525"/>
              <a:gd name="connsiteX8" fmla="*/ 1409146 w 2727084"/>
              <a:gd name="connsiteY8" fmla="*/ 65898 h 139525"/>
              <a:gd name="connsiteX9" fmla="*/ 1438319 w 2727084"/>
              <a:gd name="connsiteY9" fmla="*/ 65898 h 139525"/>
              <a:gd name="connsiteX10" fmla="*/ 1555013 w 2727084"/>
              <a:gd name="connsiteY10" fmla="*/ 12625 h 139525"/>
              <a:gd name="connsiteX11" fmla="*/ 1750348 w 2727084"/>
              <a:gd name="connsiteY11" fmla="*/ 65898 h 139525"/>
              <a:gd name="connsiteX12" fmla="*/ 2723220 w 2727084"/>
              <a:gd name="connsiteY12" fmla="*/ 65898 h 139525"/>
              <a:gd name="connsiteX13" fmla="*/ 2723220 w 2727084"/>
              <a:gd name="connsiteY13" fmla="*/ 78582 h 139525"/>
              <a:gd name="connsiteX14" fmla="*/ 2630626 w 2727084"/>
              <a:gd name="connsiteY14" fmla="*/ 78582 h 139525"/>
              <a:gd name="connsiteX15" fmla="*/ 2630626 w 2727084"/>
              <a:gd name="connsiteY15" fmla="*/ 79851 h 139525"/>
              <a:gd name="connsiteX16" fmla="*/ 1901289 w 2727084"/>
              <a:gd name="connsiteY16" fmla="*/ 78582 h 139525"/>
              <a:gd name="connsiteX17" fmla="*/ 1790937 w 2727084"/>
              <a:gd name="connsiteY17" fmla="*/ 78582 h 139525"/>
              <a:gd name="connsiteX18" fmla="*/ 1553745 w 2727084"/>
              <a:gd name="connsiteY18" fmla="*/ 131855 h 139525"/>
              <a:gd name="connsiteX19" fmla="*/ 1437051 w 2727084"/>
              <a:gd name="connsiteY19" fmla="*/ 78582 h 139525"/>
              <a:gd name="connsiteX20" fmla="*/ 1407877 w 2727084"/>
              <a:gd name="connsiteY20" fmla="*/ 78582 h 139525"/>
              <a:gd name="connsiteX21" fmla="*/ 1353336 w 2727084"/>
              <a:gd name="connsiteY21" fmla="*/ 129319 h 139525"/>
              <a:gd name="connsiteX22" fmla="*/ 1297526 w 2727084"/>
              <a:gd name="connsiteY22" fmla="*/ 78582 h 139525"/>
              <a:gd name="connsiteX23" fmla="*/ 1268352 w 2727084"/>
              <a:gd name="connsiteY23" fmla="*/ 78582 h 139525"/>
              <a:gd name="connsiteX24" fmla="*/ 1151658 w 2727084"/>
              <a:gd name="connsiteY24" fmla="*/ 131855 h 139525"/>
              <a:gd name="connsiteX25" fmla="*/ 914465 w 2727084"/>
              <a:gd name="connsiteY25" fmla="*/ 78582 h 139525"/>
              <a:gd name="connsiteX26" fmla="*/ 805382 w 2727084"/>
              <a:gd name="connsiteY26" fmla="*/ 78582 h 139525"/>
              <a:gd name="connsiteX27" fmla="*/ 67167 w 2727084"/>
              <a:gd name="connsiteY27" fmla="*/ 78582 h 139525"/>
              <a:gd name="connsiteX28" fmla="*/ 67167 w 2727084"/>
              <a:gd name="connsiteY28" fmla="*/ 78582 h 13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727084" h="139525">
                <a:moveTo>
                  <a:pt x="67167" y="78582"/>
                </a:moveTo>
                <a:lnTo>
                  <a:pt x="12625" y="78582"/>
                </a:lnTo>
                <a:lnTo>
                  <a:pt x="12625" y="65898"/>
                </a:lnTo>
                <a:lnTo>
                  <a:pt x="956323" y="65898"/>
                </a:lnTo>
                <a:cubicBezTo>
                  <a:pt x="1061601" y="55751"/>
                  <a:pt x="1151658" y="12625"/>
                  <a:pt x="1151658" y="12625"/>
                </a:cubicBezTo>
                <a:cubicBezTo>
                  <a:pt x="1198589" y="48140"/>
                  <a:pt x="1241715" y="60824"/>
                  <a:pt x="1268352" y="65898"/>
                </a:cubicBezTo>
                <a:lnTo>
                  <a:pt x="1297526" y="65898"/>
                </a:lnTo>
                <a:cubicBezTo>
                  <a:pt x="1303868" y="24041"/>
                  <a:pt x="1336846" y="15162"/>
                  <a:pt x="1353336" y="15162"/>
                </a:cubicBezTo>
                <a:cubicBezTo>
                  <a:pt x="1369825" y="15162"/>
                  <a:pt x="1402804" y="24041"/>
                  <a:pt x="1409146" y="65898"/>
                </a:cubicBezTo>
                <a:lnTo>
                  <a:pt x="1438319" y="65898"/>
                </a:lnTo>
                <a:cubicBezTo>
                  <a:pt x="1464956" y="60824"/>
                  <a:pt x="1508082" y="46872"/>
                  <a:pt x="1555013" y="12625"/>
                </a:cubicBezTo>
                <a:cubicBezTo>
                  <a:pt x="1555013" y="12625"/>
                  <a:pt x="1645070" y="55751"/>
                  <a:pt x="1750348" y="65898"/>
                </a:cubicBezTo>
                <a:lnTo>
                  <a:pt x="2723220" y="65898"/>
                </a:lnTo>
                <a:lnTo>
                  <a:pt x="2723220" y="78582"/>
                </a:lnTo>
                <a:lnTo>
                  <a:pt x="2630626" y="78582"/>
                </a:lnTo>
                <a:lnTo>
                  <a:pt x="2630626" y="79851"/>
                </a:lnTo>
                <a:lnTo>
                  <a:pt x="1901289" y="78582"/>
                </a:lnTo>
                <a:lnTo>
                  <a:pt x="1790937" y="78582"/>
                </a:lnTo>
                <a:cubicBezTo>
                  <a:pt x="1670438" y="79851"/>
                  <a:pt x="1553745" y="131855"/>
                  <a:pt x="1553745" y="131855"/>
                </a:cubicBezTo>
                <a:cubicBezTo>
                  <a:pt x="1506813" y="96340"/>
                  <a:pt x="1463687" y="83656"/>
                  <a:pt x="1437051" y="78582"/>
                </a:cubicBezTo>
                <a:lnTo>
                  <a:pt x="1407877" y="78582"/>
                </a:lnTo>
                <a:cubicBezTo>
                  <a:pt x="1401535" y="119171"/>
                  <a:pt x="1369825" y="129319"/>
                  <a:pt x="1353336" y="129319"/>
                </a:cubicBezTo>
                <a:cubicBezTo>
                  <a:pt x="1336846" y="129319"/>
                  <a:pt x="1303868" y="121708"/>
                  <a:pt x="1297526" y="78582"/>
                </a:cubicBezTo>
                <a:lnTo>
                  <a:pt x="1268352" y="78582"/>
                </a:lnTo>
                <a:cubicBezTo>
                  <a:pt x="1241715" y="83656"/>
                  <a:pt x="1198589" y="97608"/>
                  <a:pt x="1151658" y="131855"/>
                </a:cubicBezTo>
                <a:cubicBezTo>
                  <a:pt x="1151658" y="131855"/>
                  <a:pt x="1036233" y="79851"/>
                  <a:pt x="914465" y="78582"/>
                </a:cubicBezTo>
                <a:lnTo>
                  <a:pt x="805382" y="78582"/>
                </a:lnTo>
                <a:lnTo>
                  <a:pt x="67167" y="78582"/>
                </a:lnTo>
                <a:lnTo>
                  <a:pt x="67167" y="78582"/>
                </a:lnTo>
                <a:close/>
              </a:path>
            </a:pathLst>
          </a:custGeom>
          <a:solidFill>
            <a:schemeClr val="bg2"/>
          </a:solidFill>
          <a:ln w="12641" cap="flat">
            <a:noFill/>
            <a:prstDash val="solid"/>
            <a:miter/>
          </a:ln>
        </p:spPr>
        <p:txBody>
          <a:bodyPr rtlCol="0" anchor="ctr"/>
          <a:lstStyle/>
          <a:p>
            <a:pPr rtl="0"/>
            <a:endParaRPr lang="es-ES" noProof="0"/>
          </a:p>
        </p:txBody>
      </p:sp>
      <p:sp>
        <p:nvSpPr>
          <p:cNvPr id="7" name="Título 1">
            <a:extLst>
              <a:ext uri="{FF2B5EF4-FFF2-40B4-BE49-F238E27FC236}">
                <a16:creationId xmlns:a16="http://schemas.microsoft.com/office/drawing/2014/main" id="{C3E8E02D-385B-477A-BAE1-4A97C6E9D720}"/>
              </a:ext>
            </a:extLst>
          </p:cNvPr>
          <p:cNvSpPr>
            <a:spLocks noGrp="1"/>
          </p:cNvSpPr>
          <p:nvPr>
            <p:ph type="title"/>
          </p:nvPr>
        </p:nvSpPr>
        <p:spPr>
          <a:xfrm>
            <a:off x="839788" y="908050"/>
            <a:ext cx="3932237" cy="1149350"/>
          </a:xfrm>
        </p:spPr>
        <p:txBody>
          <a:bodyPr rtlCol="0" anchor="b"/>
          <a:lstStyle>
            <a:lvl1pPr>
              <a:defRPr sz="3200"/>
            </a:lvl1pPr>
          </a:lstStyle>
          <a:p>
            <a:pPr rtl="0"/>
            <a:r>
              <a:rPr lang="es-ES" noProof="0"/>
              <a:t>Haga clic para modificar el estilo de título del patrón</a:t>
            </a:r>
          </a:p>
        </p:txBody>
      </p:sp>
      <p:sp>
        <p:nvSpPr>
          <p:cNvPr id="8" name="Marcador de texto 3">
            <a:extLst>
              <a:ext uri="{FF2B5EF4-FFF2-40B4-BE49-F238E27FC236}">
                <a16:creationId xmlns:a16="http://schemas.microsoft.com/office/drawing/2014/main" id="{E6CA7378-0B2D-435D-B34B-744CA89114AF}"/>
              </a:ext>
            </a:extLst>
          </p:cNvPr>
          <p:cNvSpPr>
            <a:spLocks noGrp="1"/>
          </p:cNvSpPr>
          <p:nvPr>
            <p:ph type="body" sz="half" idx="2" hasCustomPrompt="1"/>
          </p:nvPr>
        </p:nvSpPr>
        <p:spPr>
          <a:xfrm>
            <a:off x="839788" y="2353200"/>
            <a:ext cx="3932237" cy="3515787"/>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9" name="Marcador de posición de imagen 2">
            <a:extLst>
              <a:ext uri="{FF2B5EF4-FFF2-40B4-BE49-F238E27FC236}">
                <a16:creationId xmlns:a16="http://schemas.microsoft.com/office/drawing/2014/main" id="{9A7D37A5-CD8F-499C-BFFD-2D0EB08556C3}"/>
              </a:ext>
            </a:extLst>
          </p:cNvPr>
          <p:cNvSpPr>
            <a:spLocks noGrp="1"/>
          </p:cNvSpPr>
          <p:nvPr>
            <p:ph type="pic" idx="1"/>
          </p:nvPr>
        </p:nvSpPr>
        <p:spPr>
          <a:xfrm>
            <a:off x="5183188" y="908051"/>
            <a:ext cx="6172200" cy="4953000"/>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s-ES" noProof="0"/>
              <a:t>Haga clic en el icono para agregar una imagen</a:t>
            </a:r>
          </a:p>
        </p:txBody>
      </p:sp>
    </p:spTree>
    <p:extLst>
      <p:ext uri="{BB962C8B-B14F-4D97-AF65-F5344CB8AC3E}">
        <p14:creationId xmlns:p14="http://schemas.microsoft.com/office/powerpoint/2010/main" val="8182454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23336D-E3BE-45DB-B625-753732F9F7F0}"/>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54C2EC4E-2A4D-4B8B-8C10-D8F4A649E564}"/>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A7027D07-F714-4E3C-97FC-7AB8C42FA927}"/>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ADE3BA64-4F34-452B-AA1F-BB90A0F05EFD}"/>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Tree>
    <p:extLst>
      <p:ext uri="{BB962C8B-B14F-4D97-AF65-F5344CB8AC3E}">
        <p14:creationId xmlns:p14="http://schemas.microsoft.com/office/powerpoint/2010/main" val="11567737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D57916-404D-41BC-B080-9B6CBA9F95C2}"/>
              </a:ext>
            </a:extLst>
          </p:cNvPr>
          <p:cNvSpPr>
            <a:spLocks noGrp="1"/>
          </p:cNvSpPr>
          <p:nvPr>
            <p:ph type="title"/>
          </p:nvPr>
        </p:nvSpPr>
        <p:spPr/>
        <p:txBody>
          <a:bodyPr rtlCol="0"/>
          <a:lstStyle/>
          <a:p>
            <a:pPr rtl="0"/>
            <a:r>
              <a:rPr lang="es-ES" noProof="0"/>
              <a:t>Haga clic para modificar el estilo de título del patrón</a:t>
            </a:r>
          </a:p>
        </p:txBody>
      </p:sp>
      <p:sp>
        <p:nvSpPr>
          <p:cNvPr id="3" name="Marcador de fecha 2">
            <a:extLst>
              <a:ext uri="{FF2B5EF4-FFF2-40B4-BE49-F238E27FC236}">
                <a16:creationId xmlns:a16="http://schemas.microsoft.com/office/drawing/2014/main" id="{F920C85E-02E3-4F3E-8E6F-4467C6127090}"/>
              </a:ext>
            </a:extLst>
          </p:cNvPr>
          <p:cNvSpPr>
            <a:spLocks noGrp="1"/>
          </p:cNvSpPr>
          <p:nvPr>
            <p:ph type="dt" sz="half" idx="10"/>
          </p:nvPr>
        </p:nvSpPr>
        <p:spPr/>
        <p:txBody>
          <a:bodyPr rtlCol="0"/>
          <a:lstStyle/>
          <a:p>
            <a:pPr rtl="0"/>
            <a:r>
              <a:rPr lang="es-ES" noProof="0"/>
              <a:t>DD.MM.20XX</a:t>
            </a:r>
          </a:p>
        </p:txBody>
      </p:sp>
      <p:sp>
        <p:nvSpPr>
          <p:cNvPr id="4" name="Marcador de pie de página 3">
            <a:extLst>
              <a:ext uri="{FF2B5EF4-FFF2-40B4-BE49-F238E27FC236}">
                <a16:creationId xmlns:a16="http://schemas.microsoft.com/office/drawing/2014/main" id="{952F5317-A8A3-406A-96EA-4BB58C35AFB2}"/>
              </a:ext>
            </a:extLst>
          </p:cNvPr>
          <p:cNvSpPr>
            <a:spLocks noGrp="1"/>
          </p:cNvSpPr>
          <p:nvPr>
            <p:ph type="ftr" sz="quarter" idx="11"/>
          </p:nvPr>
        </p:nvSpPr>
        <p:spPr/>
        <p:txBody>
          <a:bodyPr rtlCol="0"/>
          <a:lstStyle/>
          <a:p>
            <a:pPr rtl="0"/>
            <a:r>
              <a:rPr lang="es-ES" noProof="0"/>
              <a:t>AGREGAR UN PIE DE PÁGINA</a:t>
            </a:r>
          </a:p>
        </p:txBody>
      </p:sp>
      <p:sp>
        <p:nvSpPr>
          <p:cNvPr id="5" name="Marcador de número de diapositiva 4">
            <a:extLst>
              <a:ext uri="{FF2B5EF4-FFF2-40B4-BE49-F238E27FC236}">
                <a16:creationId xmlns:a16="http://schemas.microsoft.com/office/drawing/2014/main" id="{5B2A1141-BD97-42C5-A257-A2C0668A1BA8}"/>
              </a:ext>
            </a:extLst>
          </p:cNvPr>
          <p:cNvSpPr>
            <a:spLocks noGrp="1"/>
          </p:cNvSpPr>
          <p:nvPr>
            <p:ph type="sldNum" sz="quarter" idx="12"/>
          </p:nvPr>
        </p:nvSpPr>
        <p:spPr/>
        <p:txBody>
          <a:bodyPr rtlCol="0"/>
          <a:lstStyle/>
          <a:p>
            <a:pPr rtl="0"/>
            <a:fld id="{D495E168-DA5E-4888-8D8A-92B118324C14}" type="slidenum">
              <a:rPr lang="es-ES" noProof="0" smtClean="0"/>
              <a:pPr rtl="0"/>
              <a:t>‹Nº›</a:t>
            </a:fld>
            <a:endParaRPr lang="es-ES" noProof="0"/>
          </a:p>
        </p:txBody>
      </p:sp>
    </p:spTree>
    <p:extLst>
      <p:ext uri="{BB962C8B-B14F-4D97-AF65-F5344CB8AC3E}">
        <p14:creationId xmlns:p14="http://schemas.microsoft.com/office/powerpoint/2010/main" val="3840421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Manual">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23" name="Marcador de texto 21">
            <a:extLst>
              <a:ext uri="{FF2B5EF4-FFF2-40B4-BE49-F238E27FC236}">
                <a16:creationId xmlns:a16="http://schemas.microsoft.com/office/drawing/2014/main" id="{F27BBFB4-84C4-42C9-9CB3-DFD801CEBF70}"/>
              </a:ext>
            </a:extLst>
          </p:cNvPr>
          <p:cNvSpPr>
            <a:spLocks noGrp="1"/>
          </p:cNvSpPr>
          <p:nvPr>
            <p:ph type="body" sz="quarter" idx="10" hasCustomPrompt="1"/>
          </p:nvPr>
        </p:nvSpPr>
        <p:spPr>
          <a:xfrm>
            <a:off x="679116" y="1815793"/>
            <a:ext cx="882686" cy="1092200"/>
          </a:xfrm>
        </p:spPr>
        <p:txBody>
          <a:bodyPr lIns="0" tIns="0" rIns="0" bIns="0" rtlCol="0">
            <a:noAutofit/>
          </a:bodyPr>
          <a:lstStyle>
            <a:lvl1pPr marL="0" indent="0">
              <a:buNone/>
              <a:defRPr sz="10000" b="1">
                <a:solidFill>
                  <a:schemeClr val="bg2"/>
                </a:solidFill>
                <a:latin typeface="+mj-lt"/>
              </a:defRPr>
            </a:lvl1pPr>
          </a:lstStyle>
          <a:p>
            <a:pPr lvl="0" rtl="0"/>
            <a:r>
              <a:rPr lang="es-ES" noProof="0"/>
              <a:t>1</a:t>
            </a:r>
          </a:p>
        </p:txBody>
      </p:sp>
      <p:sp>
        <p:nvSpPr>
          <p:cNvPr id="26" name="Marcador de texto 24">
            <a:extLst>
              <a:ext uri="{FF2B5EF4-FFF2-40B4-BE49-F238E27FC236}">
                <a16:creationId xmlns:a16="http://schemas.microsoft.com/office/drawing/2014/main" id="{C8BBE7AC-17E7-4828-A40C-39EED5284E6D}"/>
              </a:ext>
            </a:extLst>
          </p:cNvPr>
          <p:cNvSpPr>
            <a:spLocks noGrp="1"/>
          </p:cNvSpPr>
          <p:nvPr>
            <p:ph type="body" sz="quarter" idx="11" hasCustomPrompt="1"/>
          </p:nvPr>
        </p:nvSpPr>
        <p:spPr>
          <a:xfrm>
            <a:off x="1394409" y="1920003"/>
            <a:ext cx="3103110" cy="1032355"/>
          </a:xfrm>
        </p:spPr>
        <p:txBody>
          <a:bodyPr rtlCol="0">
            <a:noAutofit/>
          </a:bodyPr>
          <a:lstStyle>
            <a:lvl1pPr marL="0" indent="0">
              <a:lnSpc>
                <a:spcPct val="75000"/>
              </a:lnSpc>
              <a:spcBef>
                <a:spcPts val="600"/>
              </a:spcBef>
              <a:buNone/>
              <a:defRPr sz="4000" b="0">
                <a:solidFill>
                  <a:schemeClr val="tx2"/>
                </a:solidFill>
                <a:latin typeface="+mj-lt"/>
              </a:defRPr>
            </a:lvl1pPr>
          </a:lstStyle>
          <a:p>
            <a:pPr lvl="0" rtl="0"/>
            <a:r>
              <a:rPr lang="es-ES" noProof="0"/>
              <a:t>Editar estilos de texto del patrón</a:t>
            </a:r>
          </a:p>
        </p:txBody>
      </p:sp>
      <p:sp>
        <p:nvSpPr>
          <p:cNvPr id="33" name="Marcador de texto 21">
            <a:extLst>
              <a:ext uri="{FF2B5EF4-FFF2-40B4-BE49-F238E27FC236}">
                <a16:creationId xmlns:a16="http://schemas.microsoft.com/office/drawing/2014/main" id="{FC1057E8-2611-45B5-913B-82D301FE8A86}"/>
              </a:ext>
            </a:extLst>
          </p:cNvPr>
          <p:cNvSpPr>
            <a:spLocks noGrp="1"/>
          </p:cNvSpPr>
          <p:nvPr>
            <p:ph type="body" sz="quarter" idx="12" hasCustomPrompt="1"/>
          </p:nvPr>
        </p:nvSpPr>
        <p:spPr>
          <a:xfrm>
            <a:off x="4772516" y="1815793"/>
            <a:ext cx="882686" cy="1092200"/>
          </a:xfrm>
        </p:spPr>
        <p:txBody>
          <a:bodyPr lIns="0" tIns="0" rIns="0" bIns="0" rtlCol="0">
            <a:noAutofit/>
          </a:bodyPr>
          <a:lstStyle>
            <a:lvl1pPr marL="0" indent="0">
              <a:buNone/>
              <a:defRPr sz="10000" b="1">
                <a:solidFill>
                  <a:schemeClr val="bg2"/>
                </a:solidFill>
                <a:latin typeface="+mj-lt"/>
              </a:defRPr>
            </a:lvl1pPr>
          </a:lstStyle>
          <a:p>
            <a:pPr lvl="0" rtl="0"/>
            <a:r>
              <a:rPr lang="es-ES" noProof="0"/>
              <a:t>2</a:t>
            </a:r>
          </a:p>
        </p:txBody>
      </p:sp>
      <p:sp>
        <p:nvSpPr>
          <p:cNvPr id="34" name="Marcador de texto 24">
            <a:extLst>
              <a:ext uri="{FF2B5EF4-FFF2-40B4-BE49-F238E27FC236}">
                <a16:creationId xmlns:a16="http://schemas.microsoft.com/office/drawing/2014/main" id="{A65257E6-B10F-49C0-862A-53648E3F2D0B}"/>
              </a:ext>
            </a:extLst>
          </p:cNvPr>
          <p:cNvSpPr>
            <a:spLocks noGrp="1"/>
          </p:cNvSpPr>
          <p:nvPr>
            <p:ph type="body" sz="quarter" idx="13" hasCustomPrompt="1"/>
          </p:nvPr>
        </p:nvSpPr>
        <p:spPr>
          <a:xfrm>
            <a:off x="5558149" y="1920003"/>
            <a:ext cx="2243918" cy="1032355"/>
          </a:xfrm>
        </p:spPr>
        <p:txBody>
          <a:bodyPr rtlCol="0">
            <a:noAutofit/>
          </a:bodyPr>
          <a:lstStyle>
            <a:lvl1pPr marL="0" indent="0">
              <a:lnSpc>
                <a:spcPct val="75000"/>
              </a:lnSpc>
              <a:spcBef>
                <a:spcPts val="600"/>
              </a:spcBef>
              <a:buNone/>
              <a:defRPr sz="4000" b="0">
                <a:solidFill>
                  <a:schemeClr val="tx2"/>
                </a:solidFill>
                <a:latin typeface="+mj-lt"/>
              </a:defRPr>
            </a:lvl1pPr>
          </a:lstStyle>
          <a:p>
            <a:pPr lvl="0" rtl="0"/>
            <a:r>
              <a:rPr lang="es-ES" noProof="0"/>
              <a:t>Editar estilos de texto del patrón</a:t>
            </a:r>
          </a:p>
        </p:txBody>
      </p:sp>
      <p:sp>
        <p:nvSpPr>
          <p:cNvPr id="37" name="Marcador de texto 21">
            <a:extLst>
              <a:ext uri="{FF2B5EF4-FFF2-40B4-BE49-F238E27FC236}">
                <a16:creationId xmlns:a16="http://schemas.microsoft.com/office/drawing/2014/main" id="{83A147CC-1513-463A-8B07-CC14AEC845D9}"/>
              </a:ext>
            </a:extLst>
          </p:cNvPr>
          <p:cNvSpPr>
            <a:spLocks noGrp="1"/>
          </p:cNvSpPr>
          <p:nvPr>
            <p:ph type="body" sz="quarter" idx="14" hasCustomPrompt="1"/>
          </p:nvPr>
        </p:nvSpPr>
        <p:spPr>
          <a:xfrm>
            <a:off x="7858629" y="1833572"/>
            <a:ext cx="882686" cy="1092200"/>
          </a:xfrm>
        </p:spPr>
        <p:txBody>
          <a:bodyPr lIns="0" tIns="0" rIns="0" bIns="0" rtlCol="0">
            <a:noAutofit/>
          </a:bodyPr>
          <a:lstStyle>
            <a:lvl1pPr marL="0" indent="0">
              <a:buNone/>
              <a:defRPr sz="10000" b="1">
                <a:solidFill>
                  <a:schemeClr val="bg2"/>
                </a:solidFill>
                <a:latin typeface="+mj-lt"/>
              </a:defRPr>
            </a:lvl1pPr>
          </a:lstStyle>
          <a:p>
            <a:pPr lvl="0" rtl="0"/>
            <a:r>
              <a:rPr lang="es-ES" noProof="0"/>
              <a:t>3</a:t>
            </a:r>
          </a:p>
        </p:txBody>
      </p:sp>
      <p:sp>
        <p:nvSpPr>
          <p:cNvPr id="38" name="Marcador de texto 24">
            <a:extLst>
              <a:ext uri="{FF2B5EF4-FFF2-40B4-BE49-F238E27FC236}">
                <a16:creationId xmlns:a16="http://schemas.microsoft.com/office/drawing/2014/main" id="{BCE98261-6A42-49F1-B208-2E6C24DFCF83}"/>
              </a:ext>
            </a:extLst>
          </p:cNvPr>
          <p:cNvSpPr>
            <a:spLocks noGrp="1"/>
          </p:cNvSpPr>
          <p:nvPr>
            <p:ph type="body" sz="quarter" idx="15" hasCustomPrompt="1"/>
          </p:nvPr>
        </p:nvSpPr>
        <p:spPr>
          <a:xfrm>
            <a:off x="8644262" y="1937782"/>
            <a:ext cx="2959116" cy="1032355"/>
          </a:xfrm>
        </p:spPr>
        <p:txBody>
          <a:bodyPr rtlCol="0">
            <a:noAutofit/>
          </a:bodyPr>
          <a:lstStyle>
            <a:lvl1pPr marL="0" indent="0">
              <a:lnSpc>
                <a:spcPct val="75000"/>
              </a:lnSpc>
              <a:spcBef>
                <a:spcPts val="600"/>
              </a:spcBef>
              <a:buNone/>
              <a:defRPr sz="4000" b="0">
                <a:solidFill>
                  <a:schemeClr val="tx2"/>
                </a:solidFill>
                <a:latin typeface="+mj-lt"/>
              </a:defRPr>
            </a:lvl1pPr>
          </a:lstStyle>
          <a:p>
            <a:pPr lvl="0" rtl="0"/>
            <a:r>
              <a:rPr lang="es-ES" noProof="0"/>
              <a:t>Editar estilos de texto del patrón</a:t>
            </a:r>
          </a:p>
        </p:txBody>
      </p:sp>
      <p:sp>
        <p:nvSpPr>
          <p:cNvPr id="40" name="Marcador de texto 24">
            <a:extLst>
              <a:ext uri="{FF2B5EF4-FFF2-40B4-BE49-F238E27FC236}">
                <a16:creationId xmlns:a16="http://schemas.microsoft.com/office/drawing/2014/main" id="{937F4311-EBEC-44E3-8542-07503B54D770}"/>
              </a:ext>
            </a:extLst>
          </p:cNvPr>
          <p:cNvSpPr>
            <a:spLocks noGrp="1"/>
          </p:cNvSpPr>
          <p:nvPr>
            <p:ph type="body" sz="quarter" idx="16" hasCustomPrompt="1"/>
          </p:nvPr>
        </p:nvSpPr>
        <p:spPr>
          <a:xfrm>
            <a:off x="891723" y="3007741"/>
            <a:ext cx="1698625"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3" name="Marcador de texto 24">
            <a:extLst>
              <a:ext uri="{FF2B5EF4-FFF2-40B4-BE49-F238E27FC236}">
                <a16:creationId xmlns:a16="http://schemas.microsoft.com/office/drawing/2014/main" id="{FED4B056-A42A-4115-B98D-177B9AFDABFE}"/>
              </a:ext>
            </a:extLst>
          </p:cNvPr>
          <p:cNvSpPr>
            <a:spLocks noGrp="1"/>
          </p:cNvSpPr>
          <p:nvPr>
            <p:ph type="body" sz="quarter" idx="17" hasCustomPrompt="1"/>
          </p:nvPr>
        </p:nvSpPr>
        <p:spPr>
          <a:xfrm>
            <a:off x="2590348" y="3007741"/>
            <a:ext cx="1698625"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5" name="Marcador de texto 24">
            <a:extLst>
              <a:ext uri="{FF2B5EF4-FFF2-40B4-BE49-F238E27FC236}">
                <a16:creationId xmlns:a16="http://schemas.microsoft.com/office/drawing/2014/main" id="{2D359611-5488-43D7-A2A6-E60DB2E1D872}"/>
              </a:ext>
            </a:extLst>
          </p:cNvPr>
          <p:cNvSpPr>
            <a:spLocks noGrp="1"/>
          </p:cNvSpPr>
          <p:nvPr>
            <p:ph type="body" sz="quarter" idx="18" hasCustomPrompt="1"/>
          </p:nvPr>
        </p:nvSpPr>
        <p:spPr>
          <a:xfrm>
            <a:off x="4794793" y="3007741"/>
            <a:ext cx="1698625"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6" name="Marcador de texto 24">
            <a:extLst>
              <a:ext uri="{FF2B5EF4-FFF2-40B4-BE49-F238E27FC236}">
                <a16:creationId xmlns:a16="http://schemas.microsoft.com/office/drawing/2014/main" id="{F2182E7C-B18B-4F73-B0D1-86196D992B18}"/>
              </a:ext>
            </a:extLst>
          </p:cNvPr>
          <p:cNvSpPr>
            <a:spLocks noGrp="1"/>
          </p:cNvSpPr>
          <p:nvPr>
            <p:ph type="body" sz="quarter" idx="19" hasCustomPrompt="1"/>
          </p:nvPr>
        </p:nvSpPr>
        <p:spPr>
          <a:xfrm>
            <a:off x="7876955" y="3006198"/>
            <a:ext cx="3726423" cy="800100"/>
          </a:xfrm>
        </p:spPr>
        <p:txBody>
          <a:bodyPr rtlCol="0">
            <a:normAutofit/>
          </a:bodyPr>
          <a:lstStyle>
            <a:lvl1pPr marL="0" indent="0">
              <a:buNone/>
              <a:defRPr sz="1600" b="0">
                <a:solidFill>
                  <a:schemeClr val="tx1">
                    <a:lumMod val="75000"/>
                    <a:lumOff val="25000"/>
                  </a:schemeClr>
                </a:solidFill>
                <a:latin typeface="+mn-lt"/>
              </a:defRPr>
            </a:lvl1pPr>
          </a:lstStyle>
          <a:p>
            <a:pPr lvl="0" rtl="0"/>
            <a:r>
              <a:rPr lang="es-ES" noProof="0"/>
              <a:t>Editar estilos de texto del patrón</a:t>
            </a:r>
          </a:p>
        </p:txBody>
      </p:sp>
      <p:sp>
        <p:nvSpPr>
          <p:cNvPr id="48" name="Marcador de texto 24">
            <a:extLst>
              <a:ext uri="{FF2B5EF4-FFF2-40B4-BE49-F238E27FC236}">
                <a16:creationId xmlns:a16="http://schemas.microsoft.com/office/drawing/2014/main" id="{3D51A445-889E-44A8-AF12-58BC161D148C}"/>
              </a:ext>
            </a:extLst>
          </p:cNvPr>
          <p:cNvSpPr>
            <a:spLocks noGrp="1"/>
          </p:cNvSpPr>
          <p:nvPr>
            <p:ph type="body" sz="quarter" idx="20" hasCustomPrompt="1"/>
          </p:nvPr>
        </p:nvSpPr>
        <p:spPr>
          <a:xfrm>
            <a:off x="1657040" y="5751926"/>
            <a:ext cx="8877920" cy="470478"/>
          </a:xfrm>
        </p:spPr>
        <p:txBody>
          <a:bodyPr rtlCol="0">
            <a:normAutofit/>
          </a:bodyPr>
          <a:lstStyle>
            <a:lvl1pPr marL="0" indent="0" algn="ctr">
              <a:buNone/>
              <a:defRPr sz="1600" b="0">
                <a:solidFill>
                  <a:schemeClr val="accent3"/>
                </a:solidFill>
                <a:latin typeface="+mn-lt"/>
              </a:defRPr>
            </a:lvl1pPr>
          </a:lstStyle>
          <a:p>
            <a:pPr lvl="0" rtl="0"/>
            <a:r>
              <a:rPr lang="es-ES" noProof="0"/>
              <a:t>Editar estilos de texto del patrón</a:t>
            </a:r>
          </a:p>
        </p:txBody>
      </p:sp>
      <p:sp>
        <p:nvSpPr>
          <p:cNvPr id="49" name="Marcador de texto 24">
            <a:extLst>
              <a:ext uri="{FF2B5EF4-FFF2-40B4-BE49-F238E27FC236}">
                <a16:creationId xmlns:a16="http://schemas.microsoft.com/office/drawing/2014/main" id="{358BC44E-644D-4E21-A055-1178CD0D2698}"/>
              </a:ext>
            </a:extLst>
          </p:cNvPr>
          <p:cNvSpPr>
            <a:spLocks noGrp="1"/>
          </p:cNvSpPr>
          <p:nvPr>
            <p:ph type="body" sz="quarter" idx="21" hasCustomPrompt="1"/>
          </p:nvPr>
        </p:nvSpPr>
        <p:spPr>
          <a:xfrm>
            <a:off x="4794791" y="4974002"/>
            <a:ext cx="2599199" cy="800100"/>
          </a:xfrm>
        </p:spPr>
        <p:txBody>
          <a:bodyPr rtlCol="0">
            <a:normAutofit/>
          </a:bodyPr>
          <a:lstStyle>
            <a:lvl1pPr marL="0" indent="0">
              <a:buNone/>
              <a:defRPr sz="1600" b="0">
                <a:solidFill>
                  <a:schemeClr val="accent1"/>
                </a:solidFill>
                <a:latin typeface="+mn-lt"/>
              </a:defRPr>
            </a:lvl1pPr>
          </a:lstStyle>
          <a:p>
            <a:pPr lvl="0" rtl="0"/>
            <a:r>
              <a:rPr lang="es-ES" noProof="0"/>
              <a:t>Editar estilos de texto del patrón</a:t>
            </a:r>
          </a:p>
        </p:txBody>
      </p:sp>
      <p:sp>
        <p:nvSpPr>
          <p:cNvPr id="50" name="Marcador de texto 24">
            <a:extLst>
              <a:ext uri="{FF2B5EF4-FFF2-40B4-BE49-F238E27FC236}">
                <a16:creationId xmlns:a16="http://schemas.microsoft.com/office/drawing/2014/main" id="{32C60917-FE9C-4C02-976E-9F4DF95F1614}"/>
              </a:ext>
            </a:extLst>
          </p:cNvPr>
          <p:cNvSpPr>
            <a:spLocks noGrp="1"/>
          </p:cNvSpPr>
          <p:nvPr>
            <p:ph type="body" sz="quarter" idx="22" hasCustomPrompt="1"/>
          </p:nvPr>
        </p:nvSpPr>
        <p:spPr>
          <a:xfrm>
            <a:off x="7890713" y="4974002"/>
            <a:ext cx="3712665" cy="800100"/>
          </a:xfrm>
        </p:spPr>
        <p:txBody>
          <a:bodyPr rtlCol="0">
            <a:normAutofit/>
          </a:bodyPr>
          <a:lstStyle>
            <a:lvl1pPr marL="0" indent="0">
              <a:buNone/>
              <a:defRPr sz="1600" b="0">
                <a:solidFill>
                  <a:schemeClr val="accent1"/>
                </a:solidFill>
                <a:latin typeface="+mn-lt"/>
              </a:defRPr>
            </a:lvl1pPr>
          </a:lstStyle>
          <a:p>
            <a:pPr lvl="0" rtl="0"/>
            <a:r>
              <a:rPr lang="es-ES" noProof="0"/>
              <a:t>Editar estilos de texto del patrón</a:t>
            </a:r>
          </a:p>
        </p:txBody>
      </p:sp>
      <p:sp>
        <p:nvSpPr>
          <p:cNvPr id="55" name="Marcador de posición de imagen 12">
            <a:extLst>
              <a:ext uri="{FF2B5EF4-FFF2-40B4-BE49-F238E27FC236}">
                <a16:creationId xmlns:a16="http://schemas.microsoft.com/office/drawing/2014/main" id="{2535BC4C-3D36-473A-B9EF-EC6F3BA67113}"/>
              </a:ext>
            </a:extLst>
          </p:cNvPr>
          <p:cNvSpPr>
            <a:spLocks noGrp="1"/>
          </p:cNvSpPr>
          <p:nvPr>
            <p:ph type="pic" sz="quarter" idx="37"/>
          </p:nvPr>
        </p:nvSpPr>
        <p:spPr>
          <a:xfrm>
            <a:off x="891723" y="3880614"/>
            <a:ext cx="1636776" cy="1618488"/>
          </a:xfrm>
        </p:spPr>
        <p:txBody>
          <a:bodyPr rtlCol="0" anchor="ctr" anchorCtr="0">
            <a:no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56" name="Marcador de posición de imagen 12">
            <a:extLst>
              <a:ext uri="{FF2B5EF4-FFF2-40B4-BE49-F238E27FC236}">
                <a16:creationId xmlns:a16="http://schemas.microsoft.com/office/drawing/2014/main" id="{A1E61843-0C1E-4581-98C1-C9247F7043AC}"/>
              </a:ext>
            </a:extLst>
          </p:cNvPr>
          <p:cNvSpPr>
            <a:spLocks noGrp="1"/>
          </p:cNvSpPr>
          <p:nvPr>
            <p:ph type="pic" sz="quarter" idx="38"/>
          </p:nvPr>
        </p:nvSpPr>
        <p:spPr>
          <a:xfrm>
            <a:off x="2590348" y="3880614"/>
            <a:ext cx="1636776" cy="1618488"/>
          </a:xfrm>
        </p:spPr>
        <p:txBody>
          <a:bodyPr rtlCol="0" anchor="ctr" anchorCtr="0">
            <a:no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57" name="Marcador de posición de imagen 12">
            <a:extLst>
              <a:ext uri="{FF2B5EF4-FFF2-40B4-BE49-F238E27FC236}">
                <a16:creationId xmlns:a16="http://schemas.microsoft.com/office/drawing/2014/main" id="{F3B39F0E-B245-4510-8C07-0EC29B83F1BA}"/>
              </a:ext>
            </a:extLst>
          </p:cNvPr>
          <p:cNvSpPr>
            <a:spLocks noGrp="1"/>
          </p:cNvSpPr>
          <p:nvPr>
            <p:ph type="pic" sz="quarter" idx="43"/>
          </p:nvPr>
        </p:nvSpPr>
        <p:spPr>
          <a:xfrm>
            <a:off x="4794792" y="3944782"/>
            <a:ext cx="2599199" cy="896112"/>
          </a:xfrm>
        </p:spPr>
        <p:txBody>
          <a:bodyPr rtlCol="0" anchor="ctr" anchorCtr="0">
            <a:no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58" name="Marcador de posición de imagen 9">
            <a:extLst>
              <a:ext uri="{FF2B5EF4-FFF2-40B4-BE49-F238E27FC236}">
                <a16:creationId xmlns:a16="http://schemas.microsoft.com/office/drawing/2014/main" id="{A9E755CD-1A38-4F75-A18E-2D31E4934C8A}"/>
              </a:ext>
            </a:extLst>
          </p:cNvPr>
          <p:cNvSpPr>
            <a:spLocks noGrp="1"/>
          </p:cNvSpPr>
          <p:nvPr>
            <p:ph type="pic" sz="quarter" idx="44"/>
          </p:nvPr>
        </p:nvSpPr>
        <p:spPr>
          <a:xfrm>
            <a:off x="7876955" y="3944782"/>
            <a:ext cx="2599200" cy="896400"/>
          </a:xfrm>
        </p:spPr>
        <p:txBody>
          <a:bodyPr rtlCol="0" anchor="ctr" anchorCtr="0">
            <a:normAutofit/>
          </a:bodyPr>
          <a:lstStyle>
            <a:lvl1pPr marL="0" indent="0" algn="ctr">
              <a:buNone/>
              <a:defRPr sz="1400">
                <a:solidFill>
                  <a:schemeClr val="tx1">
                    <a:lumMod val="75000"/>
                    <a:lumOff val="25000"/>
                  </a:schemeClr>
                </a:solidFill>
              </a:defRPr>
            </a:lvl1pPr>
          </a:lstStyle>
          <a:p>
            <a:pPr rtl="0"/>
            <a:r>
              <a:rPr lang="es-ES" noProof="0"/>
              <a:t>Haga clic en el icono para agregar una imagen</a:t>
            </a:r>
          </a:p>
        </p:txBody>
      </p:sp>
      <p:sp>
        <p:nvSpPr>
          <p:cNvPr id="2" name="Título 1">
            <a:extLst>
              <a:ext uri="{FF2B5EF4-FFF2-40B4-BE49-F238E27FC236}">
                <a16:creationId xmlns:a16="http://schemas.microsoft.com/office/drawing/2014/main" id="{1C750AC0-7255-417F-919C-19DF42857E05}"/>
              </a:ext>
            </a:extLst>
          </p:cNvPr>
          <p:cNvSpPr>
            <a:spLocks noGrp="1"/>
          </p:cNvSpPr>
          <p:nvPr>
            <p:ph type="title" hasCustomPrompt="1"/>
          </p:nvPr>
        </p:nvSpPr>
        <p:spPr>
          <a:xfrm>
            <a:off x="2141220" y="558203"/>
            <a:ext cx="7909560" cy="1069848"/>
          </a:xfrm>
          <a:noFill/>
        </p:spPr>
        <p:txBody>
          <a:bodyPr lIns="0" tIns="0" rIns="0" bIns="0" rtlCol="0">
            <a:normAutofit/>
          </a:bodyPr>
          <a:lstStyle>
            <a:lvl1pPr algn="ctr">
              <a:defRPr lang="ru-RU" sz="6000" b="0" kern="1200" dirty="0">
                <a:solidFill>
                  <a:schemeClr val="tx2"/>
                </a:solidFill>
                <a:latin typeface="+mj-lt"/>
                <a:ea typeface="+mj-ea"/>
                <a:cs typeface="+mj-cs"/>
              </a:defRPr>
            </a:lvl1pPr>
          </a:lstStyle>
          <a:p>
            <a:pPr rtl="0"/>
            <a:r>
              <a:rPr lang="es-ES" noProof="0"/>
              <a:t>Cómo usar esta plantilla</a:t>
            </a:r>
          </a:p>
        </p:txBody>
      </p:sp>
      <p:pic>
        <p:nvPicPr>
          <p:cNvPr id="21" name="Gráfico 20">
            <a:extLst>
              <a:ext uri="{FF2B5EF4-FFF2-40B4-BE49-F238E27FC236}">
                <a16:creationId xmlns:a16="http://schemas.microsoft.com/office/drawing/2014/main" id="{08EB3F0B-0F1D-42D2-B6C2-D4D6D82571E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08400" y="1568994"/>
            <a:ext cx="4975200" cy="114227"/>
          </a:xfrm>
          <a:prstGeom prst="rect">
            <a:avLst/>
          </a:prstGeom>
        </p:spPr>
      </p:pic>
    </p:spTree>
    <p:extLst>
      <p:ext uri="{BB962C8B-B14F-4D97-AF65-F5344CB8AC3E}">
        <p14:creationId xmlns:p14="http://schemas.microsoft.com/office/powerpoint/2010/main" val="3514683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04C9FBA-BD24-42E1-BABE-0EE5C20738FC}"/>
              </a:ext>
            </a:extLst>
          </p:cNvPr>
          <p:cNvSpPr/>
          <p:nvPr userDrawn="1"/>
        </p:nvSpPr>
        <p:spPr>
          <a:xfrm>
            <a:off x="376428" y="374904"/>
            <a:ext cx="11439144" cy="6108192"/>
          </a:xfrm>
          <a:prstGeom prst="rect">
            <a:avLst/>
          </a:prstGeom>
          <a:noFill/>
          <a:ln w="12700" cap="flat">
            <a:solidFill>
              <a:schemeClr val="bg2"/>
            </a:solidFill>
            <a:prstDash val="solid"/>
            <a:miter/>
          </a:ln>
        </p:spPr>
        <p:txBody>
          <a:bodyPr rtlCol="0" anchor="ctr"/>
          <a:lstStyle/>
          <a:p>
            <a:pPr algn="l" rtl="0"/>
            <a:endParaRPr lang="es-ES" noProof="0"/>
          </a:p>
        </p:txBody>
      </p:sp>
      <p:sp>
        <p:nvSpPr>
          <p:cNvPr id="8" name="Rectángulo 7">
            <a:extLst>
              <a:ext uri="{FF2B5EF4-FFF2-40B4-BE49-F238E27FC236}">
                <a16:creationId xmlns:a16="http://schemas.microsoft.com/office/drawing/2014/main" id="{2D2715CE-EA2A-4137-8BA3-1FEEF2E40A3A}"/>
              </a:ext>
            </a:extLst>
          </p:cNvPr>
          <p:cNvSpPr/>
          <p:nvPr userDrawn="1"/>
        </p:nvSpPr>
        <p:spPr>
          <a:xfrm>
            <a:off x="445008" y="443484"/>
            <a:ext cx="11301984" cy="5971032"/>
          </a:xfrm>
          <a:prstGeom prst="rect">
            <a:avLst/>
          </a:prstGeom>
          <a:noFill/>
          <a:ln w="25400" cap="flat">
            <a:solidFill>
              <a:schemeClr val="bg2"/>
            </a:solidFill>
            <a:prstDash val="solid"/>
            <a:miter/>
          </a:ln>
        </p:spPr>
        <p:txBody>
          <a:bodyPr rtlCol="0" anchor="ctr"/>
          <a:lstStyle/>
          <a:p>
            <a:pPr algn="l" rtl="0"/>
            <a:endParaRPr lang="es-ES" noProof="0"/>
          </a:p>
        </p:txBody>
      </p:sp>
      <p:sp>
        <p:nvSpPr>
          <p:cNvPr id="2" name="Marcador de posición de título 1">
            <a:extLst>
              <a:ext uri="{FF2B5EF4-FFF2-40B4-BE49-F238E27FC236}">
                <a16:creationId xmlns:a16="http://schemas.microsoft.com/office/drawing/2014/main" id="{A8DB6A3A-74E6-4FE2-8AD2-CEB0704471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s-ES" noProof="0"/>
              <a:t>Haga clic para modificar el estilo de título del patrón</a:t>
            </a:r>
          </a:p>
        </p:txBody>
      </p:sp>
      <p:sp>
        <p:nvSpPr>
          <p:cNvPr id="3" name="Marcador de texto 2">
            <a:extLst>
              <a:ext uri="{FF2B5EF4-FFF2-40B4-BE49-F238E27FC236}">
                <a16:creationId xmlns:a16="http://schemas.microsoft.com/office/drawing/2014/main" id="{2C0128AA-FDF4-4DD5-A009-3C58D24570F2}"/>
              </a:ext>
            </a:extLst>
          </p:cNvPr>
          <p:cNvSpPr>
            <a:spLocks noGrp="1"/>
          </p:cNvSpPr>
          <p:nvPr>
            <p:ph type="body" idx="1"/>
          </p:nvPr>
        </p:nvSpPr>
        <p:spPr>
          <a:xfrm>
            <a:off x="838200" y="1825625"/>
            <a:ext cx="10515600" cy="4048274"/>
          </a:xfrm>
          <a:prstGeom prst="rect">
            <a:avLst/>
          </a:prstGeom>
        </p:spPr>
        <p:txBody>
          <a:bodyPr vert="horz" lIns="91440" tIns="45720" rIns="91440" bIns="45720" rtlCol="0">
            <a:norm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fecha 3">
            <a:extLst>
              <a:ext uri="{FF2B5EF4-FFF2-40B4-BE49-F238E27FC236}">
                <a16:creationId xmlns:a16="http://schemas.microsoft.com/office/drawing/2014/main" id="{BB1C2DC0-7E13-4A66-9F9B-371BA9C6E4F1}"/>
              </a:ext>
            </a:extLst>
          </p:cNvPr>
          <p:cNvSpPr>
            <a:spLocks noGrp="1"/>
          </p:cNvSpPr>
          <p:nvPr>
            <p:ph type="dt" sz="half" idx="2"/>
          </p:nvPr>
        </p:nvSpPr>
        <p:spPr>
          <a:xfrm>
            <a:off x="838200" y="6016889"/>
            <a:ext cx="2743200" cy="365125"/>
          </a:xfrm>
          <a:prstGeom prst="rect">
            <a:avLst/>
          </a:prstGeom>
        </p:spPr>
        <p:txBody>
          <a:bodyPr vert="horz" lIns="91440" tIns="45720" rIns="91440" bIns="45720" rtlCol="0" anchor="ctr"/>
          <a:lstStyle>
            <a:lvl1pPr algn="l">
              <a:defRPr sz="1100">
                <a:solidFill>
                  <a:schemeClr val="bg2"/>
                </a:solidFill>
              </a:defRPr>
            </a:lvl1pPr>
          </a:lstStyle>
          <a:p>
            <a:pPr rtl="0"/>
            <a:r>
              <a:rPr lang="es-ES" noProof="0"/>
              <a:t>MM.DD.20XX</a:t>
            </a:r>
          </a:p>
        </p:txBody>
      </p:sp>
      <p:sp>
        <p:nvSpPr>
          <p:cNvPr id="11" name="Marcador de pie de página 4">
            <a:extLst>
              <a:ext uri="{FF2B5EF4-FFF2-40B4-BE49-F238E27FC236}">
                <a16:creationId xmlns:a16="http://schemas.microsoft.com/office/drawing/2014/main" id="{1F296578-6D40-435B-861E-0904DDC10B7C}"/>
              </a:ext>
            </a:extLst>
          </p:cNvPr>
          <p:cNvSpPr>
            <a:spLocks noGrp="1"/>
          </p:cNvSpPr>
          <p:nvPr>
            <p:ph type="ftr" sz="quarter" idx="3"/>
          </p:nvPr>
        </p:nvSpPr>
        <p:spPr>
          <a:xfrm>
            <a:off x="8203234" y="6016890"/>
            <a:ext cx="3398763" cy="365125"/>
          </a:xfrm>
          <a:prstGeom prst="rect">
            <a:avLst/>
          </a:prstGeom>
        </p:spPr>
        <p:txBody>
          <a:bodyPr vert="horz" lIns="91440" tIns="45720" rIns="91440" bIns="45720" rtlCol="0" anchor="ctr"/>
          <a:lstStyle>
            <a:lvl1pPr algn="r">
              <a:defRPr sz="1200">
                <a:solidFill>
                  <a:schemeClr val="bg2"/>
                </a:solidFill>
              </a:defRPr>
            </a:lvl1pPr>
          </a:lstStyle>
          <a:p>
            <a:pPr rtl="0"/>
            <a:r>
              <a:rPr lang="es-ES" noProof="0"/>
              <a:t>AGREGAR UN PIE DE PÁGINA</a:t>
            </a:r>
          </a:p>
        </p:txBody>
      </p:sp>
      <p:sp>
        <p:nvSpPr>
          <p:cNvPr id="6" name="Marcador de posición de número de diapositiva 5">
            <a:extLst>
              <a:ext uri="{FF2B5EF4-FFF2-40B4-BE49-F238E27FC236}">
                <a16:creationId xmlns:a16="http://schemas.microsoft.com/office/drawing/2014/main" id="{9475097E-EB08-4475-9112-275B8402794C}"/>
              </a:ext>
            </a:extLst>
          </p:cNvPr>
          <p:cNvSpPr>
            <a:spLocks noGrp="1"/>
          </p:cNvSpPr>
          <p:nvPr>
            <p:ph type="sldNum" sz="quarter" idx="4"/>
          </p:nvPr>
        </p:nvSpPr>
        <p:spPr>
          <a:xfrm>
            <a:off x="5821279" y="6273660"/>
            <a:ext cx="549442" cy="365125"/>
          </a:xfrm>
          <a:prstGeom prst="rect">
            <a:avLst/>
          </a:prstGeom>
        </p:spPr>
        <p:txBody>
          <a:bodyPr vert="horz" lIns="91440" tIns="45720" rIns="91440" bIns="45720" rtlCol="0" anchor="ctr"/>
          <a:lstStyle>
            <a:lvl1pPr algn="ctr">
              <a:defRPr sz="1200">
                <a:solidFill>
                  <a:schemeClr val="tx2"/>
                </a:solidFill>
              </a:defRPr>
            </a:lvl1pPr>
          </a:lstStyle>
          <a:p>
            <a:pPr rtl="0"/>
            <a:fld id="{D495E168-DA5E-4888-8D8A-92B118324C14}" type="slidenum">
              <a:rPr lang="es-ES" noProof="0" smtClean="0"/>
              <a:pPr rtl="0"/>
              <a:t>‹Nº›</a:t>
            </a:fld>
            <a:endParaRPr lang="es-ES" noProof="0"/>
          </a:p>
        </p:txBody>
      </p:sp>
    </p:spTree>
    <p:extLst>
      <p:ext uri="{BB962C8B-B14F-4D97-AF65-F5344CB8AC3E}">
        <p14:creationId xmlns:p14="http://schemas.microsoft.com/office/powerpoint/2010/main" val="3223999130"/>
      </p:ext>
    </p:extLst>
  </p:cSld>
  <p:clrMap bg1="lt1" tx1="dk1" bg2="lt2" tx2="dk2" accent1="accent1" accent2="accent2" accent3="accent3" accent4="accent4" accent5="accent5" accent6="accent6" hlink="hlink" folHlink="folHlink"/>
  <p:sldLayoutIdLst>
    <p:sldLayoutId id="2147483653" r:id="rId1"/>
    <p:sldLayoutId id="2147483679"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5" r:id="rId11"/>
    <p:sldLayoutId id="2147483678" r:id="rId12"/>
    <p:sldLayoutId id="2147483674" r:id="rId13"/>
    <p:sldLayoutId id="2147483680" r:id="rId14"/>
    <p:sldLayoutId id="2147483681" r:id="rId15"/>
    <p:sldLayoutId id="2147483682" r:id="rId16"/>
    <p:sldLayoutId id="2147483683" r:id="rId17"/>
    <p:sldLayoutId id="2147483684" r:id="rId18"/>
    <p:sldLayoutId id="2147483685" r:id="rId19"/>
    <p:sldLayoutId id="2147483688" r:id="rId20"/>
    <p:sldLayoutId id="2147483689" r:id="rId21"/>
    <p:sldLayoutId id="2147483686" r:id="rId22"/>
    <p:sldLayoutId id="2147483687" r:id="rId23"/>
    <p:sldLayoutId id="2147483676" r:id="rId24"/>
  </p:sldLayoutIdLst>
  <p:hf hdr="0" dt="0"/>
  <p:txStyles>
    <p:titleStyle>
      <a:lvl1pPr algn="l" defTabSz="914400" rtl="0" eaLnBrk="1" latinLnBrk="0" hangingPunct="1">
        <a:lnSpc>
          <a:spcPct val="90000"/>
        </a:lnSpc>
        <a:spcBef>
          <a:spcPct val="0"/>
        </a:spcBef>
        <a:buNone/>
        <a:defRPr sz="6000" b="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userDrawn="1">
          <p15:clr>
            <a:srgbClr val="F26B43"/>
          </p15:clr>
        </p15:guide>
        <p15:guide id="2" pos="574" userDrawn="1">
          <p15:clr>
            <a:srgbClr val="F26B43"/>
          </p15:clr>
        </p15:guide>
        <p15:guide id="3" pos="7106" userDrawn="1">
          <p15:clr>
            <a:srgbClr val="F26B43"/>
          </p15:clr>
        </p15:guide>
        <p15:guide id="4" orient="horz" pos="3748" userDrawn="1">
          <p15:clr>
            <a:srgbClr val="F26B43"/>
          </p15:clr>
        </p15:guide>
        <p15:guide id="5" pos="4407" userDrawn="1">
          <p15:clr>
            <a:srgbClr val="F26B43"/>
          </p15:clr>
        </p15:guide>
        <p15:guide id="6" pos="3273" userDrawn="1">
          <p15:clr>
            <a:srgbClr val="F26B43"/>
          </p15:clr>
        </p15:guide>
        <p15:guide id="7" pos="3840" userDrawn="1">
          <p15:clr>
            <a:srgbClr val="F26B43"/>
          </p15:clr>
        </p15:guide>
        <p15:guide id="8" orient="horz" pos="2160" userDrawn="1">
          <p15:clr>
            <a:srgbClr val="F26B43"/>
          </p15:clr>
        </p15:guide>
        <p15:guide id="9" pos="302" userDrawn="1">
          <p15:clr>
            <a:srgbClr val="F26B43"/>
          </p15:clr>
        </p15:guide>
        <p15:guide id="10" pos="73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microsoft.com/office/2007/relationships/hdphoto" Target="../media/hdphoto1.wdp"/></Relationships>
</file>

<file path=ppt/slides/_rels/slide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diagramLayout" Target="../diagrams/layout2.xml"/><Relationship Id="rId7" Type="http://schemas.openxmlformats.org/officeDocument/2006/relationships/image" Target="../media/image11.png"/><Relationship Id="rId2" Type="http://schemas.openxmlformats.org/officeDocument/2006/relationships/diagramData" Target="../diagrams/data2.xml"/><Relationship Id="rId1" Type="http://schemas.openxmlformats.org/officeDocument/2006/relationships/slideLayout" Target="../slideLayouts/slideLayout2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Layout" Target="../slideLayouts/slideLayout1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13A672-E2C9-49A3-B8D1-665F05ADB8BC}"/>
              </a:ext>
            </a:extLst>
          </p:cNvPr>
          <p:cNvSpPr>
            <a:spLocks noGrp="1"/>
          </p:cNvSpPr>
          <p:nvPr>
            <p:ph type="title"/>
          </p:nvPr>
        </p:nvSpPr>
        <p:spPr bwMode="grayWhite">
          <a:xfrm>
            <a:off x="995456" y="2056564"/>
            <a:ext cx="10117959" cy="1517356"/>
          </a:xfrm>
          <a:noFill/>
          <a:ln>
            <a:noFill/>
          </a:ln>
        </p:spPr>
        <p:txBody>
          <a:bodyPr rtlCol="0">
            <a:prstTxWarp prst="textInflateTop">
              <a:avLst/>
            </a:prstTxWarp>
          </a:bodyPr>
          <a:lstStyle/>
          <a:p>
            <a:pPr rtl="0"/>
            <a:r>
              <a:rPr lang="es-ES" sz="5400" b="1" dirty="0">
                <a:ln w="12700">
                  <a:solidFill>
                    <a:sysClr val="windowText" lastClr="000000"/>
                  </a:solidFill>
                  <a:prstDash val="solid"/>
                </a:ln>
                <a:solidFill>
                  <a:schemeClr val="accent1">
                    <a:lumMod val="40000"/>
                    <a:lumOff val="60000"/>
                  </a:schemeClr>
                </a:solidFill>
                <a:effectLst>
                  <a:outerShdw dist="38100" dir="2640000" algn="bl" rotWithShape="0">
                    <a:schemeClr val="accent1"/>
                  </a:outerShdw>
                </a:effectLst>
                <a:latin typeface="Algerian" panose="04020705040A02060702" pitchFamily="82" charset="0"/>
              </a:rPr>
              <a:t>Frenos CAS</a:t>
            </a:r>
          </a:p>
        </p:txBody>
      </p:sp>
      <p:sp>
        <p:nvSpPr>
          <p:cNvPr id="7" name="Marcador de texto 6">
            <a:extLst>
              <a:ext uri="{FF2B5EF4-FFF2-40B4-BE49-F238E27FC236}">
                <a16:creationId xmlns:a16="http://schemas.microsoft.com/office/drawing/2014/main" id="{148799AE-6C70-4A22-B90A-3F8F7CFDAD67}"/>
              </a:ext>
            </a:extLst>
          </p:cNvPr>
          <p:cNvSpPr>
            <a:spLocks noGrp="1"/>
          </p:cNvSpPr>
          <p:nvPr>
            <p:ph type="body" sz="quarter" idx="20"/>
          </p:nvPr>
        </p:nvSpPr>
        <p:spPr bwMode="grayWhite"/>
        <p:txBody>
          <a:bodyPr rtlCol="0"/>
          <a:lstStyle/>
          <a:p>
            <a:pPr rtl="0"/>
            <a:r>
              <a:rPr lang="es-ES" dirty="0"/>
              <a:t>Noviembre</a:t>
            </a:r>
          </a:p>
        </p:txBody>
      </p:sp>
      <p:sp>
        <p:nvSpPr>
          <p:cNvPr id="8" name="Marcador de texto 7">
            <a:extLst>
              <a:ext uri="{FF2B5EF4-FFF2-40B4-BE49-F238E27FC236}">
                <a16:creationId xmlns:a16="http://schemas.microsoft.com/office/drawing/2014/main" id="{63743191-2C84-41E1-BD1D-4C35155B99CD}"/>
              </a:ext>
            </a:extLst>
          </p:cNvPr>
          <p:cNvSpPr>
            <a:spLocks noGrp="1"/>
          </p:cNvSpPr>
          <p:nvPr>
            <p:ph type="body" sz="quarter" idx="21"/>
          </p:nvPr>
        </p:nvSpPr>
        <p:spPr bwMode="grayWhite"/>
        <p:txBody>
          <a:bodyPr rtlCol="0"/>
          <a:lstStyle/>
          <a:p>
            <a:pPr rtl="0"/>
            <a:r>
              <a:rPr lang="es-ES" dirty="0"/>
              <a:t>2023</a:t>
            </a:r>
          </a:p>
        </p:txBody>
      </p:sp>
      <p:sp>
        <p:nvSpPr>
          <p:cNvPr id="6" name="CuadroTexto 5">
            <a:extLst>
              <a:ext uri="{FF2B5EF4-FFF2-40B4-BE49-F238E27FC236}">
                <a16:creationId xmlns:a16="http://schemas.microsoft.com/office/drawing/2014/main" id="{2B46903A-ABF5-1606-1ED2-F2BA3B62DB70}"/>
              </a:ext>
            </a:extLst>
          </p:cNvPr>
          <p:cNvSpPr txBox="1"/>
          <p:nvPr/>
        </p:nvSpPr>
        <p:spPr>
          <a:xfrm>
            <a:off x="452115" y="4758222"/>
            <a:ext cx="9329531" cy="1569660"/>
          </a:xfrm>
          <a:prstGeom prst="rect">
            <a:avLst/>
          </a:prstGeom>
          <a:noFill/>
        </p:spPr>
        <p:txBody>
          <a:bodyPr wrap="square" rtlCol="0">
            <a:spAutoFit/>
          </a:bodyPr>
          <a:lstStyle/>
          <a:p>
            <a:r>
              <a:rPr lang="es-ES" sz="1600" dirty="0">
                <a:solidFill>
                  <a:schemeClr val="accent1">
                    <a:lumMod val="20000"/>
                    <a:lumOff val="80000"/>
                  </a:schemeClr>
                </a:solidFill>
                <a:latin typeface="Cooper Black" panose="0208090404030B020404" pitchFamily="18" charset="0"/>
              </a:rPr>
              <a:t>Integrantes: Ariela Fierro Beltrán, </a:t>
            </a:r>
          </a:p>
          <a:p>
            <a:r>
              <a:rPr lang="es-ES" sz="1600" dirty="0">
                <a:solidFill>
                  <a:schemeClr val="accent1">
                    <a:lumMod val="20000"/>
                    <a:lumOff val="80000"/>
                  </a:schemeClr>
                </a:solidFill>
                <a:latin typeface="Cooper Black" panose="0208090404030B020404" pitchFamily="18" charset="0"/>
              </a:rPr>
              <a:t>                         Claudio Molina Sepúlveda, </a:t>
            </a:r>
          </a:p>
          <a:p>
            <a:r>
              <a:rPr lang="es-ES" sz="1600" dirty="0">
                <a:solidFill>
                  <a:schemeClr val="accent1">
                    <a:lumMod val="20000"/>
                    <a:lumOff val="80000"/>
                  </a:schemeClr>
                </a:solidFill>
                <a:latin typeface="Cooper Black" panose="0208090404030B020404" pitchFamily="18" charset="0"/>
              </a:rPr>
              <a:t>                         Sebastián Aliste Cabezas. </a:t>
            </a:r>
          </a:p>
          <a:p>
            <a:r>
              <a:rPr lang="es-ES" sz="1600" dirty="0">
                <a:solidFill>
                  <a:schemeClr val="accent1">
                    <a:lumMod val="20000"/>
                    <a:lumOff val="80000"/>
                  </a:schemeClr>
                </a:solidFill>
                <a:latin typeface="Cooper Black" panose="0208090404030B020404" pitchFamily="18" charset="0"/>
              </a:rPr>
              <a:t>Profesor: Lissette Salamanca Mella.</a:t>
            </a:r>
          </a:p>
          <a:p>
            <a:r>
              <a:rPr lang="es-ES" sz="1600" dirty="0">
                <a:solidFill>
                  <a:schemeClr val="accent1">
                    <a:lumMod val="20000"/>
                    <a:lumOff val="80000"/>
                  </a:schemeClr>
                </a:solidFill>
                <a:latin typeface="Cooper Black" panose="0208090404030B020404" pitchFamily="18" charset="0"/>
              </a:rPr>
              <a:t>Asignatura: Funciones y Geometría.</a:t>
            </a:r>
          </a:p>
          <a:p>
            <a:r>
              <a:rPr lang="es-ES" sz="1600" dirty="0">
                <a:solidFill>
                  <a:schemeClr val="accent1">
                    <a:lumMod val="20000"/>
                    <a:lumOff val="80000"/>
                  </a:schemeClr>
                </a:solidFill>
                <a:latin typeface="Cooper Black" panose="0208090404030B020404" pitchFamily="18" charset="0"/>
              </a:rPr>
              <a:t>Carrera: Ingeniería en Mecánica y Electromovilidad Automotriz</a:t>
            </a:r>
            <a:r>
              <a:rPr lang="es-ES" sz="1400" dirty="0">
                <a:solidFill>
                  <a:schemeClr val="accent1">
                    <a:lumMod val="20000"/>
                    <a:lumOff val="80000"/>
                  </a:schemeClr>
                </a:solidFill>
                <a:latin typeface="Cooper Black" panose="0208090404030B020404" pitchFamily="18" charset="0"/>
              </a:rPr>
              <a:t>.</a:t>
            </a:r>
            <a:endParaRPr lang="es-CL" sz="1400" dirty="0">
              <a:solidFill>
                <a:schemeClr val="accent1">
                  <a:lumMod val="20000"/>
                  <a:lumOff val="80000"/>
                </a:schemeClr>
              </a:solidFill>
              <a:latin typeface="Cooper Black" panose="0208090404030B020404" pitchFamily="18" charset="0"/>
            </a:endParaRPr>
          </a:p>
        </p:txBody>
      </p:sp>
    </p:spTree>
    <p:extLst>
      <p:ext uri="{BB962C8B-B14F-4D97-AF65-F5344CB8AC3E}">
        <p14:creationId xmlns:p14="http://schemas.microsoft.com/office/powerpoint/2010/main" val="2971595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F9E6DE-5C41-4023-A6ED-24BA66E6767E}"/>
              </a:ext>
            </a:extLst>
          </p:cNvPr>
          <p:cNvSpPr>
            <a:spLocks noGrp="1"/>
          </p:cNvSpPr>
          <p:nvPr>
            <p:ph type="title"/>
          </p:nvPr>
        </p:nvSpPr>
        <p:spPr>
          <a:xfrm>
            <a:off x="821574" y="652986"/>
            <a:ext cx="10515600" cy="904875"/>
          </a:xfrm>
        </p:spPr>
        <p:txBody>
          <a:bodyPr rtlCol="0">
            <a:normAutofit fontScale="90000"/>
          </a:bodyPr>
          <a:lstStyle/>
          <a:p>
            <a:pPr rtl="0"/>
            <a:r>
              <a:rPr lang="es-ES" dirty="0"/>
              <a:t>Definición de Cas</a:t>
            </a:r>
          </a:p>
        </p:txBody>
      </p:sp>
      <p:pic>
        <p:nvPicPr>
          <p:cNvPr id="8" name="Marcador de posición de imagen 7" descr="Exterior de coche de época azul">
            <a:extLst>
              <a:ext uri="{FF2B5EF4-FFF2-40B4-BE49-F238E27FC236}">
                <a16:creationId xmlns:a16="http://schemas.microsoft.com/office/drawing/2014/main" id="{388E01DB-C311-4183-AC6E-9A4AB1E6DAAE}"/>
              </a:ext>
            </a:extLst>
          </p:cNvPr>
          <p:cNvPicPr>
            <a:picLocks noGrp="1" noChangeAspect="1"/>
          </p:cNvPicPr>
          <p:nvPr>
            <p:ph type="pic" sz="quarter" idx="14"/>
          </p:nvPr>
        </p:nvPicPr>
        <p:blipFill rotWithShape="1">
          <a:blip r:embed="rId3"/>
          <a:srcRect t="14806" b="42540"/>
          <a:stretch/>
        </p:blipFill>
        <p:spPr>
          <a:xfrm>
            <a:off x="0" y="3697356"/>
            <a:ext cx="12192000" cy="2507657"/>
          </a:xfrm>
        </p:spPr>
      </p:pic>
      <p:sp>
        <p:nvSpPr>
          <p:cNvPr id="5" name="Marcador de texto 4">
            <a:extLst>
              <a:ext uri="{FF2B5EF4-FFF2-40B4-BE49-F238E27FC236}">
                <a16:creationId xmlns:a16="http://schemas.microsoft.com/office/drawing/2014/main" id="{E666CF4B-E5FA-473E-9C10-20707B1D9669}"/>
              </a:ext>
            </a:extLst>
          </p:cNvPr>
          <p:cNvSpPr>
            <a:spLocks noGrp="1"/>
          </p:cNvSpPr>
          <p:nvPr>
            <p:ph type="body" sz="quarter" idx="13"/>
          </p:nvPr>
        </p:nvSpPr>
        <p:spPr>
          <a:xfrm>
            <a:off x="838200" y="1874838"/>
            <a:ext cx="10515600" cy="2379109"/>
          </a:xfrm>
        </p:spPr>
        <p:txBody>
          <a:bodyPr rtlCol="0">
            <a:normAutofit/>
          </a:bodyPr>
          <a:lstStyle/>
          <a:p>
            <a:pPr rtl="0"/>
            <a:r>
              <a:rPr lang="es-ES" dirty="0"/>
              <a:t>El proyecto se considerará exitoso si la distancia de frenado se reduce significativamente y se acerca a los valores óptimos establecidos por el fabricante. Además, cualquier mejora implementada debe cumplir con los estándares de seguridad y normativas vigentes.</a:t>
            </a:r>
          </a:p>
          <a:p>
            <a:pPr rtl="0"/>
            <a:r>
              <a:rPr lang="es-ES" dirty="0"/>
              <a:t>Este proyecto busca no solo mejorar la seguridad del vehículo, sino también garantizar que las modificaciones realizadas estén alineadas con las especificaciones y recomendaciones del fabricante original.</a:t>
            </a:r>
          </a:p>
          <a:p>
            <a:pPr rtl="0"/>
            <a:endParaRPr lang="es-ES" dirty="0"/>
          </a:p>
        </p:txBody>
      </p:sp>
      <p:sp>
        <p:nvSpPr>
          <p:cNvPr id="4" name="Marcador de número de diapositiva 3">
            <a:extLst>
              <a:ext uri="{FF2B5EF4-FFF2-40B4-BE49-F238E27FC236}">
                <a16:creationId xmlns:a16="http://schemas.microsoft.com/office/drawing/2014/main" id="{5A7398AB-B4FB-44C4-A9EC-94DA908E8A9A}"/>
              </a:ext>
            </a:extLst>
          </p:cNvPr>
          <p:cNvSpPr>
            <a:spLocks noGrp="1"/>
          </p:cNvSpPr>
          <p:nvPr>
            <p:ph type="sldNum" sz="quarter" idx="12"/>
          </p:nvPr>
        </p:nvSpPr>
        <p:spPr/>
        <p:txBody>
          <a:bodyPr rtlCol="0"/>
          <a:lstStyle/>
          <a:p>
            <a:pPr rtl="0"/>
            <a:fld id="{D495E168-DA5E-4888-8D8A-92B118324C14}" type="slidenum">
              <a:rPr lang="es-ES" smtClean="0"/>
              <a:pPr/>
              <a:t>2</a:t>
            </a:fld>
            <a:endParaRPr lang="es-ES"/>
          </a:p>
        </p:txBody>
      </p:sp>
    </p:spTree>
    <p:extLst>
      <p:ext uri="{BB962C8B-B14F-4D97-AF65-F5344CB8AC3E}">
        <p14:creationId xmlns:p14="http://schemas.microsoft.com/office/powerpoint/2010/main" val="51351481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2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p:cTn id="12"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5">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p:cTn id="19" dur="500" fill="hold"/>
                                        <p:tgtEl>
                                          <p:spTgt spid="5">
                                            <p:txEl>
                                              <p:pRg st="1" end="1"/>
                                            </p:txEl>
                                          </p:spTgt>
                                        </p:tgtEl>
                                        <p:attrNameLst>
                                          <p:attrName>ppt_w</p:attrName>
                                        </p:attrNameLst>
                                      </p:cBhvr>
                                      <p:tavLst>
                                        <p:tav tm="0">
                                          <p:val>
                                            <p:fltVal val="0"/>
                                          </p:val>
                                        </p:tav>
                                        <p:tav tm="100000">
                                          <p:val>
                                            <p:strVal val="#ppt_w"/>
                                          </p:val>
                                        </p:tav>
                                      </p:tavLst>
                                    </p:anim>
                                    <p:anim calcmode="lin" valueType="num">
                                      <p:cBhvr>
                                        <p:cTn id="20" dur="500" fill="hold"/>
                                        <p:tgtEl>
                                          <p:spTgt spid="5">
                                            <p:txEl>
                                              <p:pRg st="1" end="1"/>
                                            </p:txEl>
                                          </p:spTgt>
                                        </p:tgtEl>
                                        <p:attrNameLst>
                                          <p:attrName>ppt_h</p:attrName>
                                        </p:attrNameLst>
                                      </p:cBhvr>
                                      <p:tavLst>
                                        <p:tav tm="0">
                                          <p:val>
                                            <p:fltVal val="0"/>
                                          </p:val>
                                        </p:tav>
                                        <p:tav tm="100000">
                                          <p:val>
                                            <p:strVal val="#ppt_h"/>
                                          </p:val>
                                        </p:tav>
                                      </p:tavLst>
                                    </p:anim>
                                    <p:animEffect transition="in" filter="fade">
                                      <p:cBhvr>
                                        <p:cTn id="21" dur="500"/>
                                        <p:tgtEl>
                                          <p:spTgt spid="5">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p:cTn id="26" dur="500" fill="hold"/>
                                        <p:tgtEl>
                                          <p:spTgt spid="2"/>
                                        </p:tgtEl>
                                        <p:attrNameLst>
                                          <p:attrName>ppt_w</p:attrName>
                                        </p:attrNameLst>
                                      </p:cBhvr>
                                      <p:tavLst>
                                        <p:tav tm="0">
                                          <p:val>
                                            <p:fltVal val="0"/>
                                          </p:val>
                                        </p:tav>
                                        <p:tav tm="100000">
                                          <p:val>
                                            <p:strVal val="#ppt_w"/>
                                          </p:val>
                                        </p:tav>
                                      </p:tavLst>
                                    </p:anim>
                                    <p:anim calcmode="lin" valueType="num">
                                      <p:cBhvr>
                                        <p:cTn id="27" dur="500" fill="hold"/>
                                        <p:tgtEl>
                                          <p:spTgt spid="2"/>
                                        </p:tgtEl>
                                        <p:attrNameLst>
                                          <p:attrName>ppt_h</p:attrName>
                                        </p:attrNameLst>
                                      </p:cBhvr>
                                      <p:tavLst>
                                        <p:tav tm="0">
                                          <p:val>
                                            <p:fltVal val="0"/>
                                          </p:val>
                                        </p:tav>
                                        <p:tav tm="100000">
                                          <p:val>
                                            <p:strVal val="#ppt_h"/>
                                          </p:val>
                                        </p:tav>
                                      </p:tavLst>
                                    </p:anim>
                                    <p:animEffect transition="in" filter="fade">
                                      <p:cBhvr>
                                        <p:cTn id="2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EA42F411-36F6-4988-8DA8-BA993F63BA8D}"/>
              </a:ext>
            </a:extLst>
          </p:cNvPr>
          <p:cNvSpPr>
            <a:spLocks noGrp="1"/>
          </p:cNvSpPr>
          <p:nvPr>
            <p:ph type="sldNum" sz="quarter" idx="12"/>
          </p:nvPr>
        </p:nvSpPr>
        <p:spPr/>
        <p:txBody>
          <a:bodyPr rtlCol="0"/>
          <a:lstStyle/>
          <a:p>
            <a:pPr rtl="0"/>
            <a:fld id="{D495E168-DA5E-4888-8D8A-92B118324C14}" type="slidenum">
              <a:rPr lang="es-ES" smtClean="0"/>
              <a:pPr/>
              <a:t>3</a:t>
            </a:fld>
            <a:endParaRPr lang="es-ES"/>
          </a:p>
        </p:txBody>
      </p:sp>
      <p:graphicFrame>
        <p:nvGraphicFramePr>
          <p:cNvPr id="14" name="Diagrama 13">
            <a:extLst>
              <a:ext uri="{FF2B5EF4-FFF2-40B4-BE49-F238E27FC236}">
                <a16:creationId xmlns:a16="http://schemas.microsoft.com/office/drawing/2014/main" id="{80BE70CB-8BAC-C798-68B7-8258BBC86013}"/>
              </a:ext>
            </a:extLst>
          </p:cNvPr>
          <p:cNvGraphicFramePr/>
          <p:nvPr>
            <p:extLst>
              <p:ext uri="{D42A27DB-BD31-4B8C-83A1-F6EECF244321}">
                <p14:modId xmlns:p14="http://schemas.microsoft.com/office/powerpoint/2010/main" val="2652866240"/>
              </p:ext>
            </p:extLst>
          </p:nvPr>
        </p:nvGraphicFramePr>
        <p:xfrm>
          <a:off x="3475298" y="279679"/>
          <a:ext cx="8553996" cy="629864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7" name="Marcador de posición de imagen 16">
            <a:extLst>
              <a:ext uri="{FF2B5EF4-FFF2-40B4-BE49-F238E27FC236}">
                <a16:creationId xmlns:a16="http://schemas.microsoft.com/office/drawing/2014/main" id="{CB8249A6-635D-ACFF-4DDA-89390CAC22FC}"/>
              </a:ext>
            </a:extLst>
          </p:cNvPr>
          <p:cNvPicPr>
            <a:picLocks noGrp="1" noChangeAspect="1"/>
          </p:cNvPicPr>
          <p:nvPr>
            <p:ph type="pic" sz="quarter" idx="15"/>
          </p:nvPr>
        </p:nvPicPr>
        <p:blipFill rotWithShape="1">
          <a:blip r:embed="rId8">
            <a:extLst>
              <a:ext uri="{BEBA8EAE-BF5A-486C-A8C5-ECC9F3942E4B}">
                <a14:imgProps xmlns:a14="http://schemas.microsoft.com/office/drawing/2010/main">
                  <a14:imgLayer r:embed="rId9">
                    <a14:imgEffect>
                      <a14:backgroundRemoval t="9873" b="89809" l="8017" r="92616">
                        <a14:foregroundMark x1="15190" y1="42038" x2="10759" y2="47452"/>
                        <a14:foregroundMark x1="10759" y1="47452" x2="9916" y2="70382"/>
                        <a14:foregroundMark x1="9916" y1="70382" x2="15190" y2="71656"/>
                        <a14:foregroundMark x1="12236" y1="42357" x2="9072" y2="57643"/>
                        <a14:foregroundMark x1="9072" y1="57643" x2="8017" y2="56688"/>
                        <a14:foregroundMark x1="9494" y1="52866" x2="10338" y2="56688"/>
                        <a14:foregroundMark x1="83122" y1="19745" x2="91139" y2="33758"/>
                        <a14:foregroundMark x1="91139" y1="33758" x2="91772" y2="41401"/>
                        <a14:foregroundMark x1="91772" y1="41401" x2="85443" y2="51274"/>
                        <a14:foregroundMark x1="85443" y1="51274" x2="81646" y2="40764"/>
                        <a14:foregroundMark x1="81646" y1="40764" x2="82068" y2="35669"/>
                        <a14:foregroundMark x1="87553" y1="29936" x2="90506" y2="38535"/>
                        <a14:foregroundMark x1="90506" y1="38535" x2="90295" y2="47771"/>
                        <a14:foregroundMark x1="90295" y1="47771" x2="87131" y2="35669"/>
                        <a14:foregroundMark x1="87131" y1="35669" x2="87553" y2="30255"/>
                        <a14:foregroundMark x1="90928" y1="38217" x2="92616" y2="55732"/>
                        <a14:foregroundMark x1="92616" y1="55732" x2="90717" y2="42038"/>
                        <a14:foregroundMark x1="91350" y1="56369" x2="91139" y2="58599"/>
                        <a14:foregroundMark x1="70042" y1="16242" x2="70886" y2="11783"/>
                      </a14:backgroundRemoval>
                    </a14:imgEffect>
                  </a14:imgLayer>
                </a14:imgProps>
              </a:ext>
            </a:extLst>
          </a:blip>
          <a:srcRect l="7468" r="7913"/>
          <a:stretch/>
        </p:blipFill>
        <p:spPr>
          <a:xfrm>
            <a:off x="0" y="2637183"/>
            <a:ext cx="4439706" cy="4883426"/>
          </a:xfrm>
          <a:prstGeom prst="rect">
            <a:avLst/>
          </a:prstGeom>
        </p:spPr>
      </p:pic>
    </p:spTree>
    <p:extLst>
      <p:ext uri="{BB962C8B-B14F-4D97-AF65-F5344CB8AC3E}">
        <p14:creationId xmlns:p14="http://schemas.microsoft.com/office/powerpoint/2010/main" val="176367926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80">
                                          <p:stCondLst>
                                            <p:cond delay="0"/>
                                          </p:stCondLst>
                                        </p:cTn>
                                        <p:tgtEl>
                                          <p:spTgt spid="17"/>
                                        </p:tgtEl>
                                      </p:cBhvr>
                                    </p:animEffect>
                                    <p:anim calcmode="lin" valueType="num">
                                      <p:cBhvr>
                                        <p:cTn id="8" dur="1822" tmFilter="0,0; 0.14,0.36; 0.43,0.73; 0.71,0.91; 1.0,1.0">
                                          <p:stCondLst>
                                            <p:cond delay="0"/>
                                          </p:stCondLst>
                                        </p:cTn>
                                        <p:tgtEl>
                                          <p:spTgt spid="17"/>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7"/>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7"/>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7"/>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7"/>
                                        </p:tgtEl>
                                        <p:attrNameLst>
                                          <p:attrName>ppt_y</p:attrName>
                                        </p:attrNameLst>
                                      </p:cBhvr>
                                      <p:tavLst>
                                        <p:tav tm="0" fmla="#ppt_y-sin(pi*$)/81">
                                          <p:val>
                                            <p:fltVal val="0"/>
                                          </p:val>
                                        </p:tav>
                                        <p:tav tm="100000">
                                          <p:val>
                                            <p:fltVal val="1"/>
                                          </p:val>
                                        </p:tav>
                                      </p:tavLst>
                                    </p:anim>
                                    <p:animScale>
                                      <p:cBhvr>
                                        <p:cTn id="13" dur="26">
                                          <p:stCondLst>
                                            <p:cond delay="650"/>
                                          </p:stCondLst>
                                        </p:cTn>
                                        <p:tgtEl>
                                          <p:spTgt spid="17"/>
                                        </p:tgtEl>
                                      </p:cBhvr>
                                      <p:to x="100000" y="60000"/>
                                    </p:animScale>
                                    <p:animScale>
                                      <p:cBhvr>
                                        <p:cTn id="14" dur="166" decel="50000">
                                          <p:stCondLst>
                                            <p:cond delay="676"/>
                                          </p:stCondLst>
                                        </p:cTn>
                                        <p:tgtEl>
                                          <p:spTgt spid="17"/>
                                        </p:tgtEl>
                                      </p:cBhvr>
                                      <p:to x="100000" y="100000"/>
                                    </p:animScale>
                                    <p:animScale>
                                      <p:cBhvr>
                                        <p:cTn id="15" dur="26">
                                          <p:stCondLst>
                                            <p:cond delay="1312"/>
                                          </p:stCondLst>
                                        </p:cTn>
                                        <p:tgtEl>
                                          <p:spTgt spid="17"/>
                                        </p:tgtEl>
                                      </p:cBhvr>
                                      <p:to x="100000" y="80000"/>
                                    </p:animScale>
                                    <p:animScale>
                                      <p:cBhvr>
                                        <p:cTn id="16" dur="166" decel="50000">
                                          <p:stCondLst>
                                            <p:cond delay="1338"/>
                                          </p:stCondLst>
                                        </p:cTn>
                                        <p:tgtEl>
                                          <p:spTgt spid="17"/>
                                        </p:tgtEl>
                                      </p:cBhvr>
                                      <p:to x="100000" y="100000"/>
                                    </p:animScale>
                                    <p:animScale>
                                      <p:cBhvr>
                                        <p:cTn id="17" dur="26">
                                          <p:stCondLst>
                                            <p:cond delay="1642"/>
                                          </p:stCondLst>
                                        </p:cTn>
                                        <p:tgtEl>
                                          <p:spTgt spid="17"/>
                                        </p:tgtEl>
                                      </p:cBhvr>
                                      <p:to x="100000" y="90000"/>
                                    </p:animScale>
                                    <p:animScale>
                                      <p:cBhvr>
                                        <p:cTn id="18" dur="166" decel="50000">
                                          <p:stCondLst>
                                            <p:cond delay="1668"/>
                                          </p:stCondLst>
                                        </p:cTn>
                                        <p:tgtEl>
                                          <p:spTgt spid="17"/>
                                        </p:tgtEl>
                                      </p:cBhvr>
                                      <p:to x="100000" y="100000"/>
                                    </p:animScale>
                                    <p:animScale>
                                      <p:cBhvr>
                                        <p:cTn id="19" dur="26">
                                          <p:stCondLst>
                                            <p:cond delay="1808"/>
                                          </p:stCondLst>
                                        </p:cTn>
                                        <p:tgtEl>
                                          <p:spTgt spid="17"/>
                                        </p:tgtEl>
                                      </p:cBhvr>
                                      <p:to x="100000" y="95000"/>
                                    </p:animScale>
                                    <p:animScale>
                                      <p:cBhvr>
                                        <p:cTn id="20" dur="166" decel="50000">
                                          <p:stCondLst>
                                            <p:cond delay="1834"/>
                                          </p:stCondLst>
                                        </p:cTn>
                                        <p:tgtEl>
                                          <p:spTgt spid="17"/>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80">
                                          <p:stCondLst>
                                            <p:cond delay="0"/>
                                          </p:stCondLst>
                                        </p:cTn>
                                        <p:tgtEl>
                                          <p:spTgt spid="14"/>
                                        </p:tgtEl>
                                      </p:cBhvr>
                                    </p:animEffect>
                                    <p:anim calcmode="lin" valueType="num">
                                      <p:cBhvr>
                                        <p:cTn id="2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31" dur="26">
                                          <p:stCondLst>
                                            <p:cond delay="650"/>
                                          </p:stCondLst>
                                        </p:cTn>
                                        <p:tgtEl>
                                          <p:spTgt spid="14"/>
                                        </p:tgtEl>
                                      </p:cBhvr>
                                      <p:to x="100000" y="60000"/>
                                    </p:animScale>
                                    <p:animScale>
                                      <p:cBhvr>
                                        <p:cTn id="32" dur="166" decel="50000">
                                          <p:stCondLst>
                                            <p:cond delay="676"/>
                                          </p:stCondLst>
                                        </p:cTn>
                                        <p:tgtEl>
                                          <p:spTgt spid="14"/>
                                        </p:tgtEl>
                                      </p:cBhvr>
                                      <p:to x="100000" y="100000"/>
                                    </p:animScale>
                                    <p:animScale>
                                      <p:cBhvr>
                                        <p:cTn id="33" dur="26">
                                          <p:stCondLst>
                                            <p:cond delay="1312"/>
                                          </p:stCondLst>
                                        </p:cTn>
                                        <p:tgtEl>
                                          <p:spTgt spid="14"/>
                                        </p:tgtEl>
                                      </p:cBhvr>
                                      <p:to x="100000" y="80000"/>
                                    </p:animScale>
                                    <p:animScale>
                                      <p:cBhvr>
                                        <p:cTn id="34" dur="166" decel="50000">
                                          <p:stCondLst>
                                            <p:cond delay="1338"/>
                                          </p:stCondLst>
                                        </p:cTn>
                                        <p:tgtEl>
                                          <p:spTgt spid="14"/>
                                        </p:tgtEl>
                                      </p:cBhvr>
                                      <p:to x="100000" y="100000"/>
                                    </p:animScale>
                                    <p:animScale>
                                      <p:cBhvr>
                                        <p:cTn id="35" dur="26">
                                          <p:stCondLst>
                                            <p:cond delay="1642"/>
                                          </p:stCondLst>
                                        </p:cTn>
                                        <p:tgtEl>
                                          <p:spTgt spid="14"/>
                                        </p:tgtEl>
                                      </p:cBhvr>
                                      <p:to x="100000" y="90000"/>
                                    </p:animScale>
                                    <p:animScale>
                                      <p:cBhvr>
                                        <p:cTn id="36" dur="166" decel="50000">
                                          <p:stCondLst>
                                            <p:cond delay="1668"/>
                                          </p:stCondLst>
                                        </p:cTn>
                                        <p:tgtEl>
                                          <p:spTgt spid="14"/>
                                        </p:tgtEl>
                                      </p:cBhvr>
                                      <p:to x="100000" y="100000"/>
                                    </p:animScale>
                                    <p:animScale>
                                      <p:cBhvr>
                                        <p:cTn id="37" dur="26">
                                          <p:stCondLst>
                                            <p:cond delay="1808"/>
                                          </p:stCondLst>
                                        </p:cTn>
                                        <p:tgtEl>
                                          <p:spTgt spid="14"/>
                                        </p:tgtEl>
                                      </p:cBhvr>
                                      <p:to x="100000" y="95000"/>
                                    </p:animScale>
                                    <p:animScale>
                                      <p:cBhvr>
                                        <p:cTn id="38" dur="166" decel="50000">
                                          <p:stCondLst>
                                            <p:cond delay="1834"/>
                                          </p:stCondLst>
                                        </p:cTn>
                                        <p:tgtEl>
                                          <p:spTgt spid="14"/>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8FC5ED47-FB60-7AAA-99F5-62F4C500EFBD}"/>
              </a:ext>
            </a:extLst>
          </p:cNvPr>
          <p:cNvSpPr>
            <a:spLocks noGrp="1"/>
          </p:cNvSpPr>
          <p:nvPr>
            <p:ph type="sldNum" sz="quarter" idx="12"/>
          </p:nvPr>
        </p:nvSpPr>
        <p:spPr/>
        <p:txBody>
          <a:bodyPr/>
          <a:lstStyle/>
          <a:p>
            <a:pPr rtl="0"/>
            <a:fld id="{D495E168-DA5E-4888-8D8A-92B118324C14}" type="slidenum">
              <a:rPr lang="es-ES" noProof="0" smtClean="0"/>
              <a:pPr rtl="0"/>
              <a:t>4</a:t>
            </a:fld>
            <a:endParaRPr lang="es-ES" noProof="0"/>
          </a:p>
        </p:txBody>
      </p:sp>
      <p:graphicFrame>
        <p:nvGraphicFramePr>
          <p:cNvPr id="6" name="Diagrama 5">
            <a:extLst>
              <a:ext uri="{FF2B5EF4-FFF2-40B4-BE49-F238E27FC236}">
                <a16:creationId xmlns:a16="http://schemas.microsoft.com/office/drawing/2014/main" id="{3E984A6D-431F-F21F-5335-197C8FD5302C}"/>
              </a:ext>
            </a:extLst>
          </p:cNvPr>
          <p:cNvGraphicFramePr/>
          <p:nvPr>
            <p:extLst>
              <p:ext uri="{D42A27DB-BD31-4B8C-83A1-F6EECF244321}">
                <p14:modId xmlns:p14="http://schemas.microsoft.com/office/powerpoint/2010/main" val="1347662105"/>
              </p:ext>
            </p:extLst>
          </p:nvPr>
        </p:nvGraphicFramePr>
        <p:xfrm>
          <a:off x="463826" y="335353"/>
          <a:ext cx="6215270" cy="6046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B42B3C47-55B6-A813-F775-A543BEAE0216}"/>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9000" b="90000" l="10000" r="90000">
                        <a14:foregroundMark x1="26250" y1="10000" x2="22500" y2="9750"/>
                        <a14:foregroundMark x1="53750" y1="9000" x2="43750" y2="10000"/>
                      </a14:backgroundRemoval>
                    </a14:imgEffect>
                  </a14:imgLayer>
                </a14:imgProps>
              </a:ext>
            </a:extLst>
          </a:blip>
          <a:stretch>
            <a:fillRect/>
          </a:stretch>
        </p:blipFill>
        <p:spPr>
          <a:xfrm>
            <a:off x="887895" y="3429000"/>
            <a:ext cx="2723511" cy="2839206"/>
          </a:xfrm>
          <a:prstGeom prst="rect">
            <a:avLst/>
          </a:prstGeom>
        </p:spPr>
      </p:pic>
      <p:pic>
        <p:nvPicPr>
          <p:cNvPr id="8" name="Imagen 7">
            <a:extLst>
              <a:ext uri="{FF2B5EF4-FFF2-40B4-BE49-F238E27FC236}">
                <a16:creationId xmlns:a16="http://schemas.microsoft.com/office/drawing/2014/main" id="{FA0452AE-3BB0-C100-3256-FD84B00D0306}"/>
              </a:ext>
            </a:extLst>
          </p:cNvPr>
          <p:cNvPicPr>
            <a:picLocks noChangeAspect="1"/>
          </p:cNvPicPr>
          <p:nvPr/>
        </p:nvPicPr>
        <p:blipFill>
          <a:blip r:embed="rId9"/>
          <a:stretch>
            <a:fillRect/>
          </a:stretch>
        </p:blipFill>
        <p:spPr>
          <a:xfrm>
            <a:off x="6532720" y="3209785"/>
            <a:ext cx="5195454" cy="3429000"/>
          </a:xfrm>
          <a:prstGeom prst="rect">
            <a:avLst/>
          </a:prstGeom>
        </p:spPr>
      </p:pic>
    </p:spTree>
    <p:extLst>
      <p:ext uri="{BB962C8B-B14F-4D97-AF65-F5344CB8AC3E}">
        <p14:creationId xmlns:p14="http://schemas.microsoft.com/office/powerpoint/2010/main" val="40092208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 calcmode="lin" valueType="num">
                                      <p:cBhvr>
                                        <p:cTn id="14" dur="500" fill="hold"/>
                                        <p:tgtEl>
                                          <p:spTgt spid="7"/>
                                        </p:tgtEl>
                                        <p:attrNameLst>
                                          <p:attrName>ppt_w</p:attrName>
                                        </p:attrNameLst>
                                      </p:cBhvr>
                                      <p:tavLst>
                                        <p:tav tm="0">
                                          <p:val>
                                            <p:fltVal val="0"/>
                                          </p:val>
                                        </p:tav>
                                        <p:tav tm="100000">
                                          <p:val>
                                            <p:strVal val="#ppt_w"/>
                                          </p:val>
                                        </p:tav>
                                      </p:tavLst>
                                    </p:anim>
                                    <p:anim calcmode="lin" valueType="num">
                                      <p:cBhvr>
                                        <p:cTn id="15" dur="500" fill="hold"/>
                                        <p:tgtEl>
                                          <p:spTgt spid="7"/>
                                        </p:tgtEl>
                                        <p:attrNameLst>
                                          <p:attrName>ppt_h</p:attrName>
                                        </p:attrNameLst>
                                      </p:cBhvr>
                                      <p:tavLst>
                                        <p:tav tm="0">
                                          <p:val>
                                            <p:fltVal val="0"/>
                                          </p:val>
                                        </p:tav>
                                        <p:tav tm="100000">
                                          <p:val>
                                            <p:strVal val="#ppt_h"/>
                                          </p:val>
                                        </p:tav>
                                      </p:tavLst>
                                    </p:anim>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ipe(down)">
                                      <p:cBhvr>
                                        <p:cTn id="21" dur="580">
                                          <p:stCondLst>
                                            <p:cond delay="0"/>
                                          </p:stCondLst>
                                        </p:cTn>
                                        <p:tgtEl>
                                          <p:spTgt spid="8"/>
                                        </p:tgtEl>
                                      </p:cBhvr>
                                    </p:animEffect>
                                    <p:anim calcmode="lin" valueType="num">
                                      <p:cBhvr>
                                        <p:cTn id="22"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7" dur="26">
                                          <p:stCondLst>
                                            <p:cond delay="650"/>
                                          </p:stCondLst>
                                        </p:cTn>
                                        <p:tgtEl>
                                          <p:spTgt spid="8"/>
                                        </p:tgtEl>
                                      </p:cBhvr>
                                      <p:to x="100000" y="60000"/>
                                    </p:animScale>
                                    <p:animScale>
                                      <p:cBhvr>
                                        <p:cTn id="28" dur="166" decel="50000">
                                          <p:stCondLst>
                                            <p:cond delay="676"/>
                                          </p:stCondLst>
                                        </p:cTn>
                                        <p:tgtEl>
                                          <p:spTgt spid="8"/>
                                        </p:tgtEl>
                                      </p:cBhvr>
                                      <p:to x="100000" y="100000"/>
                                    </p:animScale>
                                    <p:animScale>
                                      <p:cBhvr>
                                        <p:cTn id="29" dur="26">
                                          <p:stCondLst>
                                            <p:cond delay="1312"/>
                                          </p:stCondLst>
                                        </p:cTn>
                                        <p:tgtEl>
                                          <p:spTgt spid="8"/>
                                        </p:tgtEl>
                                      </p:cBhvr>
                                      <p:to x="100000" y="80000"/>
                                    </p:animScale>
                                    <p:animScale>
                                      <p:cBhvr>
                                        <p:cTn id="30" dur="166" decel="50000">
                                          <p:stCondLst>
                                            <p:cond delay="1338"/>
                                          </p:stCondLst>
                                        </p:cTn>
                                        <p:tgtEl>
                                          <p:spTgt spid="8"/>
                                        </p:tgtEl>
                                      </p:cBhvr>
                                      <p:to x="100000" y="100000"/>
                                    </p:animScale>
                                    <p:animScale>
                                      <p:cBhvr>
                                        <p:cTn id="31" dur="26">
                                          <p:stCondLst>
                                            <p:cond delay="1642"/>
                                          </p:stCondLst>
                                        </p:cTn>
                                        <p:tgtEl>
                                          <p:spTgt spid="8"/>
                                        </p:tgtEl>
                                      </p:cBhvr>
                                      <p:to x="100000" y="90000"/>
                                    </p:animScale>
                                    <p:animScale>
                                      <p:cBhvr>
                                        <p:cTn id="32" dur="166" decel="50000">
                                          <p:stCondLst>
                                            <p:cond delay="1668"/>
                                          </p:stCondLst>
                                        </p:cTn>
                                        <p:tgtEl>
                                          <p:spTgt spid="8"/>
                                        </p:tgtEl>
                                      </p:cBhvr>
                                      <p:to x="100000" y="100000"/>
                                    </p:animScale>
                                    <p:animScale>
                                      <p:cBhvr>
                                        <p:cTn id="33" dur="26">
                                          <p:stCondLst>
                                            <p:cond delay="1808"/>
                                          </p:stCondLst>
                                        </p:cTn>
                                        <p:tgtEl>
                                          <p:spTgt spid="8"/>
                                        </p:tgtEl>
                                      </p:cBhvr>
                                      <p:to x="100000" y="95000"/>
                                    </p:animScale>
                                    <p:animScale>
                                      <p:cBhvr>
                                        <p:cTn id="34"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59235B-2CA6-0C17-2401-07E76A2B8984}"/>
              </a:ext>
            </a:extLst>
          </p:cNvPr>
          <p:cNvSpPr>
            <a:spLocks noGrp="1"/>
          </p:cNvSpPr>
          <p:nvPr>
            <p:ph type="title"/>
          </p:nvPr>
        </p:nvSpPr>
        <p:spPr>
          <a:xfrm>
            <a:off x="2494721" y="466592"/>
            <a:ext cx="10515600" cy="1325563"/>
          </a:xfrm>
        </p:spPr>
        <p:txBody>
          <a:bodyPr/>
          <a:lstStyle/>
          <a:p>
            <a:r>
              <a:rPr lang="es-CL" dirty="0"/>
              <a:t>Temas Iniciales Involucrados</a:t>
            </a:r>
          </a:p>
        </p:txBody>
      </p:sp>
      <p:pic>
        <p:nvPicPr>
          <p:cNvPr id="6" name="Imagen 5">
            <a:extLst>
              <a:ext uri="{FF2B5EF4-FFF2-40B4-BE49-F238E27FC236}">
                <a16:creationId xmlns:a16="http://schemas.microsoft.com/office/drawing/2014/main" id="{05204413-7AE6-9675-D19E-8CE478DB445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9375" b="90000" l="4844" r="97969">
                        <a14:foregroundMark x1="46563" y1="10000" x2="57969" y2="11042"/>
                        <a14:foregroundMark x1="57969" y1="11042" x2="68125" y2="10625"/>
                        <a14:foregroundMark x1="68125" y1="10625" x2="68750" y2="10625"/>
                        <a14:foregroundMark x1="89063" y1="17708" x2="94531" y2="27083"/>
                        <a14:foregroundMark x1="94531" y1="27083" x2="95469" y2="31250"/>
                        <a14:foregroundMark x1="65156" y1="71458" x2="68750" y2="71250"/>
                        <a14:foregroundMark x1="8906" y1="37917" x2="4844" y2="55417"/>
                        <a14:foregroundMark x1="4844" y1="55417" x2="5469" y2="57708"/>
                        <a14:foregroundMark x1="56094" y1="41667" x2="57969" y2="41042"/>
                        <a14:foregroundMark x1="96563" y1="28333" x2="96563" y2="34167"/>
                        <a14:foregroundMark x1="85938" y1="12917" x2="76094" y2="10208"/>
                        <a14:foregroundMark x1="76094" y1="10208" x2="75000" y2="10625"/>
                        <a14:foregroundMark x1="73750" y1="9583" x2="63750" y2="9583"/>
                        <a14:foregroundMark x1="97188" y1="36667" x2="98750" y2="48333"/>
                        <a14:foregroundMark x1="98750" y1="48333" x2="97969" y2="60625"/>
                        <a14:foregroundMark x1="97969" y1="60625" x2="97813" y2="60833"/>
                        <a14:backgroundMark x1="99375" y1="59583" x2="99844" y2="47083"/>
                      </a14:backgroundRemoval>
                    </a14:imgEffect>
                  </a14:imgLayer>
                </a14:imgProps>
              </a:ext>
            </a:extLst>
          </a:blip>
          <a:stretch>
            <a:fillRect/>
          </a:stretch>
        </p:blipFill>
        <p:spPr>
          <a:xfrm>
            <a:off x="7348023" y="3625992"/>
            <a:ext cx="5003140" cy="3752355"/>
          </a:xfrm>
          <a:prstGeom prst="rect">
            <a:avLst/>
          </a:prstGeom>
        </p:spPr>
      </p:pic>
      <p:sp>
        <p:nvSpPr>
          <p:cNvPr id="4" name="Marcador de número de diapositiva 3">
            <a:extLst>
              <a:ext uri="{FF2B5EF4-FFF2-40B4-BE49-F238E27FC236}">
                <a16:creationId xmlns:a16="http://schemas.microsoft.com/office/drawing/2014/main" id="{0C9EF450-F907-74FB-E9F3-0216D8B0FBE6}"/>
              </a:ext>
            </a:extLst>
          </p:cNvPr>
          <p:cNvSpPr>
            <a:spLocks noGrp="1"/>
          </p:cNvSpPr>
          <p:nvPr>
            <p:ph type="sldNum" sz="quarter" idx="12"/>
          </p:nvPr>
        </p:nvSpPr>
        <p:spPr/>
        <p:txBody>
          <a:bodyPr/>
          <a:lstStyle/>
          <a:p>
            <a:pPr rtl="0"/>
            <a:fld id="{D495E168-DA5E-4888-8D8A-92B118324C14}" type="slidenum">
              <a:rPr lang="es-ES" noProof="0" smtClean="0"/>
              <a:pPr rtl="0"/>
              <a:t>5</a:t>
            </a:fld>
            <a:endParaRPr lang="es-ES" noProof="0"/>
          </a:p>
        </p:txBody>
      </p:sp>
      <p:sp>
        <p:nvSpPr>
          <p:cNvPr id="5" name="Marcador de contenido 4">
            <a:extLst>
              <a:ext uri="{FF2B5EF4-FFF2-40B4-BE49-F238E27FC236}">
                <a16:creationId xmlns:a16="http://schemas.microsoft.com/office/drawing/2014/main" id="{D274D81E-5D64-C061-C625-68C6E147726F}"/>
              </a:ext>
            </a:extLst>
          </p:cNvPr>
          <p:cNvSpPr>
            <a:spLocks noGrp="1"/>
          </p:cNvSpPr>
          <p:nvPr>
            <p:ph idx="1"/>
          </p:nvPr>
        </p:nvSpPr>
        <p:spPr/>
        <p:txBody>
          <a:bodyPr>
            <a:normAutofit/>
          </a:bodyPr>
          <a:lstStyle/>
          <a:p>
            <a:r>
              <a:rPr lang="es-ES" sz="2400" dirty="0"/>
              <a:t>Sistema de freno, tipo de vehículo, manual de reparación del vehículo, medidas de rectificado del fabricante, medición de la Distancia de Frenado Actual del vehículo comprándola con las distancias que dicta su fabricante.</a:t>
            </a:r>
          </a:p>
        </p:txBody>
      </p:sp>
      <p:pic>
        <p:nvPicPr>
          <p:cNvPr id="7" name="Imagen 6">
            <a:extLst>
              <a:ext uri="{FF2B5EF4-FFF2-40B4-BE49-F238E27FC236}">
                <a16:creationId xmlns:a16="http://schemas.microsoft.com/office/drawing/2014/main" id="{A289114D-EAC5-E764-3395-EF58226FFA6C}"/>
              </a:ext>
            </a:extLst>
          </p:cNvPr>
          <p:cNvPicPr>
            <a:picLocks noChangeAspect="1"/>
          </p:cNvPicPr>
          <p:nvPr/>
        </p:nvPicPr>
        <p:blipFill>
          <a:blip r:embed="rId4"/>
          <a:stretch>
            <a:fillRect/>
          </a:stretch>
        </p:blipFill>
        <p:spPr>
          <a:xfrm>
            <a:off x="1037397" y="3160436"/>
            <a:ext cx="6310626" cy="3230972"/>
          </a:xfrm>
          <a:prstGeom prst="rect">
            <a:avLst/>
          </a:prstGeom>
        </p:spPr>
      </p:pic>
    </p:spTree>
    <p:extLst>
      <p:ext uri="{BB962C8B-B14F-4D97-AF65-F5344CB8AC3E}">
        <p14:creationId xmlns:p14="http://schemas.microsoft.com/office/powerpoint/2010/main" val="134180452"/>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p:cTn id="7"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5">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2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6"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80">
                                          <p:stCondLst>
                                            <p:cond delay="0"/>
                                          </p:stCondLst>
                                        </p:cTn>
                                        <p:tgtEl>
                                          <p:spTgt spid="6"/>
                                        </p:tgtEl>
                                      </p:cBhvr>
                                    </p:animEffect>
                                    <p:anim calcmode="lin" valueType="num">
                                      <p:cBhvr>
                                        <p:cTn id="27"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2" dur="26">
                                          <p:stCondLst>
                                            <p:cond delay="650"/>
                                          </p:stCondLst>
                                        </p:cTn>
                                        <p:tgtEl>
                                          <p:spTgt spid="6"/>
                                        </p:tgtEl>
                                      </p:cBhvr>
                                      <p:to x="100000" y="60000"/>
                                    </p:animScale>
                                    <p:animScale>
                                      <p:cBhvr>
                                        <p:cTn id="33" dur="166" decel="50000">
                                          <p:stCondLst>
                                            <p:cond delay="676"/>
                                          </p:stCondLst>
                                        </p:cTn>
                                        <p:tgtEl>
                                          <p:spTgt spid="6"/>
                                        </p:tgtEl>
                                      </p:cBhvr>
                                      <p:to x="100000" y="100000"/>
                                    </p:animScale>
                                    <p:animScale>
                                      <p:cBhvr>
                                        <p:cTn id="34" dur="26">
                                          <p:stCondLst>
                                            <p:cond delay="1312"/>
                                          </p:stCondLst>
                                        </p:cTn>
                                        <p:tgtEl>
                                          <p:spTgt spid="6"/>
                                        </p:tgtEl>
                                      </p:cBhvr>
                                      <p:to x="100000" y="80000"/>
                                    </p:animScale>
                                    <p:animScale>
                                      <p:cBhvr>
                                        <p:cTn id="35" dur="166" decel="50000">
                                          <p:stCondLst>
                                            <p:cond delay="1338"/>
                                          </p:stCondLst>
                                        </p:cTn>
                                        <p:tgtEl>
                                          <p:spTgt spid="6"/>
                                        </p:tgtEl>
                                      </p:cBhvr>
                                      <p:to x="100000" y="100000"/>
                                    </p:animScale>
                                    <p:animScale>
                                      <p:cBhvr>
                                        <p:cTn id="36" dur="26">
                                          <p:stCondLst>
                                            <p:cond delay="1642"/>
                                          </p:stCondLst>
                                        </p:cTn>
                                        <p:tgtEl>
                                          <p:spTgt spid="6"/>
                                        </p:tgtEl>
                                      </p:cBhvr>
                                      <p:to x="100000" y="90000"/>
                                    </p:animScale>
                                    <p:animScale>
                                      <p:cBhvr>
                                        <p:cTn id="37" dur="166" decel="50000">
                                          <p:stCondLst>
                                            <p:cond delay="1668"/>
                                          </p:stCondLst>
                                        </p:cTn>
                                        <p:tgtEl>
                                          <p:spTgt spid="6"/>
                                        </p:tgtEl>
                                      </p:cBhvr>
                                      <p:to x="100000" y="100000"/>
                                    </p:animScale>
                                    <p:animScale>
                                      <p:cBhvr>
                                        <p:cTn id="38" dur="26">
                                          <p:stCondLst>
                                            <p:cond delay="1808"/>
                                          </p:stCondLst>
                                        </p:cTn>
                                        <p:tgtEl>
                                          <p:spTgt spid="6"/>
                                        </p:tgtEl>
                                      </p:cBhvr>
                                      <p:to x="100000" y="95000"/>
                                    </p:animScale>
                                    <p:animScale>
                                      <p:cBhvr>
                                        <p:cTn id="39"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a:extLst>
              <a:ext uri="{FF2B5EF4-FFF2-40B4-BE49-F238E27FC236}">
                <a16:creationId xmlns:a16="http://schemas.microsoft.com/office/drawing/2014/main" id="{C5D9FC30-CD38-08E5-E622-5E95F5362671}"/>
              </a:ext>
            </a:extLst>
          </p:cNvPr>
          <p:cNvSpPr>
            <a:spLocks noGrp="1"/>
          </p:cNvSpPr>
          <p:nvPr>
            <p:ph type="sldNum" sz="quarter" idx="12"/>
          </p:nvPr>
        </p:nvSpPr>
        <p:spPr/>
        <p:txBody>
          <a:bodyPr/>
          <a:lstStyle/>
          <a:p>
            <a:pPr rtl="0"/>
            <a:fld id="{D495E168-DA5E-4888-8D8A-92B118324C14}" type="slidenum">
              <a:rPr lang="es-ES" noProof="0" smtClean="0"/>
              <a:pPr rtl="0"/>
              <a:t>6</a:t>
            </a:fld>
            <a:endParaRPr lang="es-ES" noProof="0"/>
          </a:p>
        </p:txBody>
      </p:sp>
      <p:sp>
        <p:nvSpPr>
          <p:cNvPr id="3" name="Título 2">
            <a:extLst>
              <a:ext uri="{FF2B5EF4-FFF2-40B4-BE49-F238E27FC236}">
                <a16:creationId xmlns:a16="http://schemas.microsoft.com/office/drawing/2014/main" id="{48000CBA-7DCE-1E3B-E7F9-9F74F77A662B}"/>
              </a:ext>
            </a:extLst>
          </p:cNvPr>
          <p:cNvSpPr>
            <a:spLocks noGrp="1"/>
          </p:cNvSpPr>
          <p:nvPr>
            <p:ph type="title"/>
          </p:nvPr>
        </p:nvSpPr>
        <p:spPr/>
        <p:txBody>
          <a:bodyPr>
            <a:normAutofit fontScale="90000"/>
          </a:bodyPr>
          <a:lstStyle/>
          <a:p>
            <a:r>
              <a:rPr lang="es-ES" dirty="0"/>
              <a:t>Cronograma y Materiales a utilizar</a:t>
            </a:r>
            <a:endParaRPr lang="es-CL" dirty="0"/>
          </a:p>
        </p:txBody>
      </p:sp>
      <p:sp>
        <p:nvSpPr>
          <p:cNvPr id="5" name="Marcador de texto 4">
            <a:extLst>
              <a:ext uri="{FF2B5EF4-FFF2-40B4-BE49-F238E27FC236}">
                <a16:creationId xmlns:a16="http://schemas.microsoft.com/office/drawing/2014/main" id="{91F8A7F5-578D-747E-66E4-9B91276DA3CA}"/>
              </a:ext>
            </a:extLst>
          </p:cNvPr>
          <p:cNvSpPr>
            <a:spLocks noGrp="1"/>
          </p:cNvSpPr>
          <p:nvPr>
            <p:ph type="body" sz="quarter" idx="13"/>
          </p:nvPr>
        </p:nvSpPr>
        <p:spPr>
          <a:xfrm>
            <a:off x="8653670" y="1916280"/>
            <a:ext cx="2700130" cy="3742191"/>
          </a:xfrm>
        </p:spPr>
        <p:style>
          <a:lnRef idx="1">
            <a:schemeClr val="accent4"/>
          </a:lnRef>
          <a:fillRef idx="2">
            <a:schemeClr val="accent4"/>
          </a:fillRef>
          <a:effectRef idx="1">
            <a:schemeClr val="accent4"/>
          </a:effectRef>
          <a:fontRef idx="minor">
            <a:schemeClr val="dk1"/>
          </a:fontRef>
        </p:style>
        <p:txBody>
          <a:bodyPr>
            <a:normAutofit/>
          </a:bodyPr>
          <a:lstStyle/>
          <a:p>
            <a:pPr>
              <a:buFont typeface="Wingdings" panose="05000000000000000000" pitchFamily="2" charset="2"/>
              <a:buChar char="Ø"/>
            </a:pPr>
            <a:r>
              <a:rPr lang="es-ES" sz="1800" dirty="0"/>
              <a:t>Materiales a Utilizar:</a:t>
            </a:r>
          </a:p>
          <a:p>
            <a:pPr marL="0" indent="0">
              <a:buNone/>
            </a:pPr>
            <a:r>
              <a:rPr lang="es-ES" dirty="0">
                <a:latin typeface="Arial" panose="020B0604020202020204" pitchFamily="34" charset="0"/>
                <a:cs typeface="Arial" panose="020B0604020202020204" pitchFamily="34" charset="0"/>
              </a:rPr>
              <a:t>Cartón ,Silicona, tempera, corta cartón, Motor eléctricos, baterías, jeringas, cables, cartón piedra, pc, internet, plumones, Manual de reparación del vehículo, herramientas pie de rey de 0,02mm 1 micrómetro de 0,25 a 0,50mm, reloj comparador con su base, etc.</a:t>
            </a:r>
            <a:endParaRPr lang="es-CL"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871009E1-D66E-0F55-6045-E0F77D03CA38}"/>
              </a:ext>
            </a:extLst>
          </p:cNvPr>
          <p:cNvPicPr>
            <a:picLocks noChangeAspect="1"/>
          </p:cNvPicPr>
          <p:nvPr/>
        </p:nvPicPr>
        <p:blipFill>
          <a:blip r:embed="rId2"/>
          <a:stretch>
            <a:fillRect/>
          </a:stretch>
        </p:blipFill>
        <p:spPr>
          <a:xfrm>
            <a:off x="514349" y="1916279"/>
            <a:ext cx="7953789" cy="3742191"/>
          </a:xfrm>
          <a:prstGeom prst="rect">
            <a:avLst/>
          </a:prstGeom>
        </p:spPr>
      </p:pic>
    </p:spTree>
    <p:extLst>
      <p:ext uri="{BB962C8B-B14F-4D97-AF65-F5344CB8AC3E}">
        <p14:creationId xmlns:p14="http://schemas.microsoft.com/office/powerpoint/2010/main" val="195903369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2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bg/>
                                          </p:spTgt>
                                        </p:tgtEl>
                                        <p:attrNameLst>
                                          <p:attrName>style.visibility</p:attrName>
                                        </p:attrNameLst>
                                      </p:cBhvr>
                                      <p:to>
                                        <p:strVal val="visible"/>
                                      </p:to>
                                    </p:set>
                                    <p:animEffect transition="in" filter="wipe(down)">
                                      <p:cBhvr>
                                        <p:cTn id="12" dur="500"/>
                                        <p:tgtEl>
                                          <p:spTgt spid="5">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wipe(down)">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5">
                                            <p:txEl>
                                              <p:pRg st="1" end="1"/>
                                            </p:txEl>
                                          </p:spTgt>
                                        </p:tgtEl>
                                        <p:attrNameLst>
                                          <p:attrName>style.visibility</p:attrName>
                                        </p:attrNameLst>
                                      </p:cBhvr>
                                      <p:to>
                                        <p:strVal val="visible"/>
                                      </p:to>
                                    </p:set>
                                    <p:animEffect transition="in" filter="wipe(down)">
                                      <p:cBhvr>
                                        <p:cTn id="22" dur="500"/>
                                        <p:tgtEl>
                                          <p:spTgt spid="5">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3" presetClass="entr" presetSubtype="16"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p:cTn id="27" dur="500" fill="hold"/>
                                        <p:tgtEl>
                                          <p:spTgt spid="3"/>
                                        </p:tgtEl>
                                        <p:attrNameLst>
                                          <p:attrName>ppt_w</p:attrName>
                                        </p:attrNameLst>
                                      </p:cBhvr>
                                      <p:tavLst>
                                        <p:tav tm="0">
                                          <p:val>
                                            <p:fltVal val="0"/>
                                          </p:val>
                                        </p:tav>
                                        <p:tav tm="100000">
                                          <p:val>
                                            <p:strVal val="#ppt_w"/>
                                          </p:val>
                                        </p:tav>
                                      </p:tavLst>
                                    </p:anim>
                                    <p:anim calcmode="lin" valueType="num">
                                      <p:cBhvr>
                                        <p:cTn id="28" dur="500" fill="hold"/>
                                        <p:tgtEl>
                                          <p:spTgt spid="3"/>
                                        </p:tgtEl>
                                        <p:attrNameLst>
                                          <p:attrName>ppt_h</p:attrName>
                                        </p:attrNameLst>
                                      </p:cBhvr>
                                      <p:tavLst>
                                        <p:tav tm="0">
                                          <p:val>
                                            <p:fltVal val="0"/>
                                          </p:val>
                                        </p:tav>
                                        <p:tav tm="100000">
                                          <p:val>
                                            <p:strVal val="#ppt_h"/>
                                          </p:val>
                                        </p:tav>
                                      </p:tavLst>
                                    </p:anim>
                                    <p:animEffect transition="in" filter="fade">
                                      <p:cBhvr>
                                        <p:cTn id="2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animBg="1"/>
    </p:bldLst>
  </p:timing>
</p:sld>
</file>

<file path=ppt/theme/theme1.xml><?xml version="1.0" encoding="utf-8"?>
<a:theme xmlns:a="http://schemas.openxmlformats.org/drawingml/2006/main" name="Tema de Office">
  <a:themeElements>
    <a:clrScheme name="Custom 23">
      <a:dk1>
        <a:sysClr val="windowText" lastClr="000000"/>
      </a:dk1>
      <a:lt1>
        <a:sysClr val="window" lastClr="FFFFFF"/>
      </a:lt1>
      <a:dk2>
        <a:srgbClr val="6D3200"/>
      </a:dk2>
      <a:lt2>
        <a:srgbClr val="D8B97A"/>
      </a:lt2>
      <a:accent1>
        <a:srgbClr val="306994"/>
      </a:accent1>
      <a:accent2>
        <a:srgbClr val="39577A"/>
      </a:accent2>
      <a:accent3>
        <a:srgbClr val="7E5E34"/>
      </a:accent3>
      <a:accent4>
        <a:srgbClr val="B7B374"/>
      </a:accent4>
      <a:accent5>
        <a:srgbClr val="2C1600"/>
      </a:accent5>
      <a:accent6>
        <a:srgbClr val="864A3F"/>
      </a:accent6>
      <a:hlink>
        <a:srgbClr val="D8B97A"/>
      </a:hlink>
      <a:folHlink>
        <a:srgbClr val="D8B97A"/>
      </a:folHlink>
    </a:clrScheme>
    <a:fontScheme name="Custom 20">
      <a:majorFont>
        <a:latin typeface="Edwardian Script ITC"/>
        <a:ea typeface=""/>
        <a:cs typeface=""/>
      </a:majorFont>
      <a:minorFont>
        <a:latin typeface="Book Antiqu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Office_30566892_TF22987246.potx" id="{0DA5F5F4-3CEC-4FEE-B4A8-2872FD11BB81}" vid="{53A94F98-D5F0-4D89-9406-E70B785197F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Presentación Vintage</Template>
  <TotalTime>143</TotalTime>
  <Words>539</Words>
  <Application>Microsoft Office PowerPoint</Application>
  <PresentationFormat>Panorámica</PresentationFormat>
  <Paragraphs>47</Paragraphs>
  <Slides>6</Slides>
  <Notes>3</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6</vt:i4>
      </vt:variant>
    </vt:vector>
  </HeadingPairs>
  <TitlesOfParts>
    <vt:vector size="14" baseType="lpstr">
      <vt:lpstr>Algerian</vt:lpstr>
      <vt:lpstr>Arial</vt:lpstr>
      <vt:lpstr>Book Antiqua</vt:lpstr>
      <vt:lpstr>Calibri</vt:lpstr>
      <vt:lpstr>Cooper Black</vt:lpstr>
      <vt:lpstr>Edwardian Script ITC</vt:lpstr>
      <vt:lpstr>Wingdings</vt:lpstr>
      <vt:lpstr>Tema de Office</vt:lpstr>
      <vt:lpstr>Frenos CAS</vt:lpstr>
      <vt:lpstr>Definición de Cas</vt:lpstr>
      <vt:lpstr>Presentación de PowerPoint</vt:lpstr>
      <vt:lpstr>Presentación de PowerPoint</vt:lpstr>
      <vt:lpstr>Temas Iniciales Involucrados</vt:lpstr>
      <vt:lpstr>Cronograma y Materiales a utilizar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Frenos CAS</dc:title>
  <dc:creator>Ariela Fierro Beltrán</dc:creator>
  <cp:lastModifiedBy>Ariela Fierro Beltrán</cp:lastModifiedBy>
  <cp:revision>1</cp:revision>
  <dcterms:created xsi:type="dcterms:W3CDTF">2023-11-17T03:12:54Z</dcterms:created>
  <dcterms:modified xsi:type="dcterms:W3CDTF">2023-11-17T05:36:09Z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v-abdarl@microsoft.com</vt:lpwstr>
  </property>
  <property fmtid="{D5CDD505-2E9C-101B-9397-08002B2CF9AE}" pid="5" name="MSIP_Label_f42aa342-8706-4288-bd11-ebb85995028c_SetDate">
    <vt:lpwstr>2018-08-01T18:49:12.3702636Z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