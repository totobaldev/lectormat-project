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2" r:id="rId1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9152A5D-A7C0-4C9C-A550-E040D62F12AE}">
          <p14:sldIdLst>
            <p14:sldId id="256"/>
            <p14:sldId id="257"/>
            <p14:sldId id="258"/>
            <p14:sldId id="259"/>
            <p14:sldId id="260"/>
          </p14:sldIdLst>
        </p14:section>
        <p14:section name="Sección sin título" id="{E68AD72A-6197-4244-A506-0C2E65425789}">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94660"/>
  </p:normalViewPr>
  <p:slideViewPr>
    <p:cSldViewPr snapToGrid="0">
      <p:cViewPr varScale="1">
        <p:scale>
          <a:sx n="65" d="100"/>
          <a:sy n="65" d="100"/>
        </p:scale>
        <p:origin x="6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F68F1-5789-0ECF-2228-762F7929BA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F625571-00D0-6AC1-8B42-562316DFF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1C57596A-E593-E81F-7195-70DDDE8EE626}"/>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C31BCEAF-C0C8-75F5-5521-CD5B08A701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E11205-EF09-9AD3-3E15-9B757A4FF21A}"/>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09245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E5B8F-2D58-D34C-1091-4E1CBEDAF83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6D7AA4-981F-F582-F378-D743516D78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7000C03-39D4-A2C1-BD93-3A1E279120D2}"/>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964F9671-21B7-17F0-FC23-ADE509DFEE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1E0935F-FF89-36CD-131D-D440D6627B31}"/>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831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E1DD6-BE00-7CBF-BF08-3B35D9718D7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5AA5CA-A763-4F15-2202-869EE8AF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22A214-9166-73BE-D0F3-12B89A590405}"/>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9F03B563-AB34-43A9-6B4F-C80C1B07E37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64DE63D-CB13-3A81-666E-50610951318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2639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52209-42A8-0B53-6776-20E94A50CC4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C78AD3-DCAB-EB3E-F89F-57C90D8EBD2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FC2F3B6-7EEC-1791-4E70-52ABC93311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2485B31-E532-A354-1481-02642F6BE3AB}"/>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6" name="Marcador de pie de página 5">
            <a:extLst>
              <a:ext uri="{FF2B5EF4-FFF2-40B4-BE49-F238E27FC236}">
                <a16:creationId xmlns:a16="http://schemas.microsoft.com/office/drawing/2014/main" id="{596FACBB-DF25-3A13-89FA-D4B28EA8910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D7FE31F-4630-7E0F-F0F4-F8D62D4DB632}"/>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3162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E4A17-6BC9-21D5-4100-F35DA86A28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902C5A0-B809-047E-E80C-6540A4561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1B3F56-FA2A-3804-3945-6564EF6555D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0D7DD76B-B222-8C35-F2D3-3598BE502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7AC7C8-7FAB-1DF4-2BDD-DB189D5A7A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E0B53DE-1FD9-CD30-73B4-ED733AADD4DF}"/>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8" name="Marcador de pie de página 7">
            <a:extLst>
              <a:ext uri="{FF2B5EF4-FFF2-40B4-BE49-F238E27FC236}">
                <a16:creationId xmlns:a16="http://schemas.microsoft.com/office/drawing/2014/main" id="{17628CF2-3C91-D86A-97A6-71DB9A6B7A2C}"/>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290BF47-41B1-3F57-5D29-7B14A2BFF2C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1435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B2DFF-8AB9-3D2A-B86C-B07CE3D8C9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15DBD443-EF8B-2872-27C0-A4A53C4DA0B1}"/>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4" name="Marcador de pie de página 3">
            <a:extLst>
              <a:ext uri="{FF2B5EF4-FFF2-40B4-BE49-F238E27FC236}">
                <a16:creationId xmlns:a16="http://schemas.microsoft.com/office/drawing/2014/main" id="{822C971A-F9C3-0475-0D02-A53DB33A467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C0F71505-B71F-5D1C-A462-A9ED830B5F3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0874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DDECF7D-5C9A-1F87-43B6-CC8A69D44555}"/>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3" name="Marcador de pie de página 2">
            <a:extLst>
              <a:ext uri="{FF2B5EF4-FFF2-40B4-BE49-F238E27FC236}">
                <a16:creationId xmlns:a16="http://schemas.microsoft.com/office/drawing/2014/main" id="{1C02B959-2254-6745-686F-08D980EABE9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A438B17-E594-68E4-1FBD-C36F620AC100}"/>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45952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7E49D-0DBB-70A2-BE67-D9CE6C3CCE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3A2C5A-E110-435B-1A98-20A2ED31F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2B725694-CEEB-A23A-95D8-E19D72CBA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7120E6-2E5E-858B-C359-158AAFFBF47A}"/>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6" name="Marcador de pie de página 5">
            <a:extLst>
              <a:ext uri="{FF2B5EF4-FFF2-40B4-BE49-F238E27FC236}">
                <a16:creationId xmlns:a16="http://schemas.microsoft.com/office/drawing/2014/main" id="{81671A01-81BF-3C26-01AB-369D4EFC44C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BA82E97-1C69-51B3-879C-8B620BEE3C8D}"/>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15932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4B903-2C78-65C7-2AE8-10C5391EC2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BEBD0C8-5C0C-1C85-B778-F5BC3ADB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671D4576-194D-0BED-0EC1-31533D6EE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BA171F-808F-D97D-17F9-4C2F4306B575}"/>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6" name="Marcador de pie de página 5">
            <a:extLst>
              <a:ext uri="{FF2B5EF4-FFF2-40B4-BE49-F238E27FC236}">
                <a16:creationId xmlns:a16="http://schemas.microsoft.com/office/drawing/2014/main" id="{1DF2261B-D210-DBFB-1E96-6734DD91963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BA1D5CC-89EE-FB70-E5E3-2AB6C7FAD9BC}"/>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9041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C3954-E08D-C0C4-34A4-3B9FB1C96BE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61C27CB-8597-B94D-6127-97F60CB2AE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75BEC8A-5FFB-60D1-2431-B9EEF685C3B6}"/>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6CB54D46-FFC7-5C20-9572-D1D683C28F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333834-539C-DA82-D7F0-49058031E79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125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80F9AD-9429-4C8A-D0A5-AC697D8BA06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16E03D4-5500-A84F-94E1-6881B6D17E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A9E2D71-B8F9-90F9-30EB-9A37D7CAC7D8}"/>
              </a:ext>
            </a:extLst>
          </p:cNvPr>
          <p:cNvSpPr>
            <a:spLocks noGrp="1"/>
          </p:cNvSpPr>
          <p:nvPr>
            <p:ph type="dt" sz="half" idx="10"/>
          </p:nvPr>
        </p:nvSpPr>
        <p:spPr/>
        <p:txBody>
          <a:body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245DE177-6D04-D67C-70D7-66FF81A5977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81985F8-DDAB-EDD0-AD88-2B10286F98EB}"/>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34307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4E38C7D-9C94-A11F-4198-9C0EFADA7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71C6842-A6F1-C6D5-A521-2F55AA14B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F70EAE8-94DE-9698-372C-A87C57F8E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45F0F-ABEA-49D3-ADF5-B61D2DA89C31}" type="datetimeFigureOut">
              <a:rPr lang="es-CL" smtClean="0"/>
              <a:t>17-11-2023</a:t>
            </a:fld>
            <a:endParaRPr lang="es-CL"/>
          </a:p>
        </p:txBody>
      </p:sp>
      <p:sp>
        <p:nvSpPr>
          <p:cNvPr id="5" name="Marcador de pie de página 4">
            <a:extLst>
              <a:ext uri="{FF2B5EF4-FFF2-40B4-BE49-F238E27FC236}">
                <a16:creationId xmlns:a16="http://schemas.microsoft.com/office/drawing/2014/main" id="{00F8A5A3-2011-9F99-5AE3-485EAEEC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CBF4D51C-BFB7-3D36-8F5D-510A333BF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82363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a:xfrm>
            <a:off x="1248697" y="316118"/>
            <a:ext cx="9144000" cy="2387600"/>
          </a:xfrm>
        </p:spPr>
        <p:txBody>
          <a:bodyPr/>
          <a:lstStyle/>
          <a:p>
            <a:r>
              <a:rPr lang="es-CL" dirty="0" err="1"/>
              <a:t>Monometals</a:t>
            </a:r>
            <a:r>
              <a:rPr lang="es-CL" dirty="0"/>
              <a:t> </a:t>
            </a:r>
          </a:p>
        </p:txBody>
      </p:sp>
      <p:sp>
        <p:nvSpPr>
          <p:cNvPr id="4" name="CuadroTexto 3">
            <a:extLst>
              <a:ext uri="{FF2B5EF4-FFF2-40B4-BE49-F238E27FC236}">
                <a16:creationId xmlns:a16="http://schemas.microsoft.com/office/drawing/2014/main" id="{A4E780D3-1DAA-53DB-01F7-75E7F3276EDA}"/>
              </a:ext>
            </a:extLst>
          </p:cNvPr>
          <p:cNvSpPr txBox="1"/>
          <p:nvPr/>
        </p:nvSpPr>
        <p:spPr>
          <a:xfrm>
            <a:off x="1248697" y="4254909"/>
            <a:ext cx="5407742" cy="2308324"/>
          </a:xfrm>
          <a:prstGeom prst="rect">
            <a:avLst/>
          </a:prstGeom>
          <a:noFill/>
        </p:spPr>
        <p:txBody>
          <a:bodyPr wrap="square" rtlCol="0">
            <a:spAutoFit/>
          </a:bodyPr>
          <a:lstStyle/>
          <a:p>
            <a:r>
              <a:rPr lang="es-CL" dirty="0"/>
              <a:t>Nombres: Fredy Ruiz, Hans Gutiérrez, Yeremy Lunas, Rodrigo Poblete.</a:t>
            </a:r>
          </a:p>
          <a:p>
            <a:r>
              <a:rPr lang="es-CL" dirty="0"/>
              <a:t>Profesor: Lissette Salamanca. </a:t>
            </a:r>
          </a:p>
          <a:p>
            <a:r>
              <a:rPr lang="es-CL" dirty="0"/>
              <a:t>Asignatura: Funciones y Geometría. </a:t>
            </a:r>
          </a:p>
          <a:p>
            <a:r>
              <a:rPr lang="es-CL" dirty="0"/>
              <a:t>Carrera: Ing. Mecánica. </a:t>
            </a:r>
          </a:p>
          <a:p>
            <a:r>
              <a:rPr lang="es-CL" dirty="0"/>
              <a:t>Fecha: 17/11/2023.</a:t>
            </a:r>
          </a:p>
          <a:p>
            <a:endParaRPr lang="es-CL" dirty="0"/>
          </a:p>
          <a:p>
            <a:r>
              <a:rPr lang="es-CL" dirty="0"/>
              <a:t> </a:t>
            </a:r>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p:txBody>
          <a:bodyPr/>
          <a:lstStyle/>
          <a:p>
            <a:r>
              <a:rPr lang="es-ES" sz="1800" b="1" i="0" u="sng" dirty="0">
                <a:solidFill>
                  <a:srgbClr val="000000"/>
                </a:solidFill>
                <a:effectLst/>
                <a:latin typeface="Calibri" panose="020F0502020204030204" pitchFamily="34" charset="0"/>
              </a:rPr>
              <a:t> </a:t>
            </a:r>
            <a:r>
              <a:rPr lang="es-ES" sz="1800" b="1" u="sng" dirty="0">
                <a:solidFill>
                  <a:srgbClr val="000000"/>
                </a:solidFill>
                <a:latin typeface="Calibri" panose="020F0502020204030204" pitchFamily="34" charset="0"/>
              </a:rPr>
              <a:t>Definición del proyecto</a:t>
            </a:r>
            <a:br>
              <a:rPr lang="es-ES" sz="1800" b="1" u="sng" dirty="0">
                <a:solidFill>
                  <a:srgbClr val="000000"/>
                </a:solidFill>
                <a:latin typeface="Calibri" panose="020F0502020204030204" pitchFamily="34" charset="0"/>
              </a:rPr>
            </a:br>
            <a:endParaRPr lang="es-CL" b="1" u="sng" dirty="0"/>
          </a:p>
        </p:txBody>
      </p:sp>
      <p:sp>
        <p:nvSpPr>
          <p:cNvPr id="6" name="CuadroTexto 5">
            <a:extLst>
              <a:ext uri="{FF2B5EF4-FFF2-40B4-BE49-F238E27FC236}">
                <a16:creationId xmlns:a16="http://schemas.microsoft.com/office/drawing/2014/main" id="{E2552536-5F4C-927D-987A-5E3372D7F45B}"/>
              </a:ext>
            </a:extLst>
          </p:cNvPr>
          <p:cNvSpPr txBox="1"/>
          <p:nvPr/>
        </p:nvSpPr>
        <p:spPr>
          <a:xfrm>
            <a:off x="838200" y="1238865"/>
            <a:ext cx="9035845" cy="1477328"/>
          </a:xfrm>
          <a:prstGeom prst="rect">
            <a:avLst/>
          </a:prstGeom>
          <a:noFill/>
        </p:spPr>
        <p:txBody>
          <a:bodyPr wrap="square" rtlCol="0">
            <a:spAutoFit/>
          </a:bodyPr>
          <a:lstStyle/>
          <a:p>
            <a:r>
              <a:rPr lang="es-CL" dirty="0"/>
              <a:t>Nuestro tema de investigación es sobre los camiones con carga la problemática que tienen de cambiar una rueda en ruta ya que se hace muy difícil poder cambiar una rueda cuando no ahí una vulca cerca ya que se necesitan varios herramientas entonces necesita estar en una vulca para cambiar la rueda entonces es toda una problemática la noción matemática que ocuparemos es el ángulo.</a:t>
            </a: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p:txBody>
          <a:bodyPr/>
          <a:lstStyle/>
          <a:p>
            <a:r>
              <a:rPr lang="es-ES" sz="1800" b="1" i="0" u="sng" dirty="0">
                <a:solidFill>
                  <a:srgbClr val="000000"/>
                </a:solidFill>
                <a:effectLst/>
                <a:latin typeface="Calibri" panose="020F0502020204030204" pitchFamily="34" charset="0"/>
              </a:rPr>
              <a:t> </a:t>
            </a:r>
            <a:r>
              <a:rPr lang="es-ES" sz="1800" b="1" u="sng" dirty="0">
                <a:solidFill>
                  <a:srgbClr val="000000"/>
                </a:solidFill>
                <a:latin typeface="Calibri" panose="020F0502020204030204" pitchFamily="34" charset="0"/>
              </a:rPr>
              <a:t>Tema de investigación, nociones matemáticas y problemática a abordar</a:t>
            </a:r>
            <a:br>
              <a:rPr lang="es-ES" sz="1800" b="1" u="sng" dirty="0">
                <a:solidFill>
                  <a:srgbClr val="000000"/>
                </a:solidFill>
                <a:latin typeface="Calibri" panose="020F0502020204030204" pitchFamily="34" charset="0"/>
              </a:rPr>
            </a:br>
            <a:endParaRPr lang="es-CL" b="1" u="sng" dirty="0"/>
          </a:p>
        </p:txBody>
      </p:sp>
      <p:sp>
        <p:nvSpPr>
          <p:cNvPr id="4" name="CuadroTexto 3">
            <a:extLst>
              <a:ext uri="{FF2B5EF4-FFF2-40B4-BE49-F238E27FC236}">
                <a16:creationId xmlns:a16="http://schemas.microsoft.com/office/drawing/2014/main" id="{CB298EAD-DDDE-6B9F-A5E6-AB9D6930A824}"/>
              </a:ext>
            </a:extLst>
          </p:cNvPr>
          <p:cNvSpPr txBox="1"/>
          <p:nvPr/>
        </p:nvSpPr>
        <p:spPr>
          <a:xfrm>
            <a:off x="838200" y="1376056"/>
            <a:ext cx="9684773" cy="1754326"/>
          </a:xfrm>
          <a:prstGeom prst="rect">
            <a:avLst/>
          </a:prstGeom>
          <a:noFill/>
        </p:spPr>
        <p:txBody>
          <a:bodyPr wrap="square" rtlCol="0">
            <a:spAutoFit/>
          </a:bodyPr>
          <a:lstStyle/>
          <a:p>
            <a:r>
              <a:rPr lang="es-CL" dirty="0"/>
              <a:t>Ahí que colocar en este proyecto aremos una herramienta para facilitar al conductor de camiones cuando no se encuentre cerca de una vulca porque se hace muy difícil el cambiar la rueda de un camión solo por lo tanto crearemos un instrumento que pueda facilitar al conductor y pueda cambiar la rueda por sí solo para así ahorrarle tiempo y para así economizar.</a:t>
            </a:r>
          </a:p>
          <a:p>
            <a:endParaRPr lang="es-CL" dirty="0"/>
          </a:p>
          <a:p>
            <a:endParaRPr lang="es-CL" dirty="0"/>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838200" y="365126"/>
            <a:ext cx="10515600" cy="952398"/>
          </a:xfrm>
        </p:spPr>
        <p:txBody>
          <a:bodyPr>
            <a:normAutofit fontScale="90000"/>
          </a:bodyPr>
          <a:lstStyle/>
          <a:p>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2000" b="1" i="0" u="sng" dirty="0">
                <a:solidFill>
                  <a:srgbClr val="000000"/>
                </a:solidFill>
                <a:latin typeface="Calibri" panose="020F0502020204030204" pitchFamily="34" charset="0"/>
              </a:rPr>
            </a:br>
            <a:r>
              <a:rPr lang="es-ES" sz="2000" b="1" i="0" u="sng" dirty="0">
                <a:solidFill>
                  <a:srgbClr val="000000"/>
                </a:solidFill>
                <a:latin typeface="Calibri" panose="020F0502020204030204" pitchFamily="34" charset="0"/>
              </a:rPr>
              <a:t>Objetivo del proyecto </a:t>
            </a: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r>
              <a:rPr lang="es-ES" sz="1800" b="0" i="0" dirty="0">
                <a:solidFill>
                  <a:srgbClr val="000000"/>
                </a:solidFill>
                <a:effectLst/>
                <a:latin typeface="Calibri" panose="020F0502020204030204" pitchFamily="34" charset="0"/>
              </a:rPr>
              <a:t> </a:t>
            </a:r>
            <a:endParaRPr lang="es-CL" dirty="0"/>
          </a:p>
        </p:txBody>
      </p:sp>
      <p:sp>
        <p:nvSpPr>
          <p:cNvPr id="4" name="CuadroTexto 3">
            <a:extLst>
              <a:ext uri="{FF2B5EF4-FFF2-40B4-BE49-F238E27FC236}">
                <a16:creationId xmlns:a16="http://schemas.microsoft.com/office/drawing/2014/main" id="{CB3A795B-7661-9706-035D-715E45D50BBC}"/>
              </a:ext>
            </a:extLst>
          </p:cNvPr>
          <p:cNvSpPr txBox="1"/>
          <p:nvPr/>
        </p:nvSpPr>
        <p:spPr>
          <a:xfrm>
            <a:off x="678426" y="1288028"/>
            <a:ext cx="8839200" cy="646331"/>
          </a:xfrm>
          <a:prstGeom prst="rect">
            <a:avLst/>
          </a:prstGeom>
          <a:noFill/>
        </p:spPr>
        <p:txBody>
          <a:bodyPr wrap="square" rtlCol="0">
            <a:spAutoFit/>
          </a:bodyPr>
          <a:lstStyle/>
          <a:p>
            <a:r>
              <a:rPr lang="es-CL" dirty="0"/>
              <a:t>Crear un instrumento que facilite sacar las tuercas de las ruedas del camión o rampla. En este caso lo vamos hacer guiándonos de un camión Mercedes Actos con rampla  </a:t>
            </a:r>
          </a:p>
        </p:txBody>
      </p:sp>
      <p:sp>
        <p:nvSpPr>
          <p:cNvPr id="5" name="CuadroTexto 4">
            <a:extLst>
              <a:ext uri="{FF2B5EF4-FFF2-40B4-BE49-F238E27FC236}">
                <a16:creationId xmlns:a16="http://schemas.microsoft.com/office/drawing/2014/main" id="{6EAED58D-1756-71A2-3AD1-5107B44980A7}"/>
              </a:ext>
            </a:extLst>
          </p:cNvPr>
          <p:cNvSpPr txBox="1"/>
          <p:nvPr/>
        </p:nvSpPr>
        <p:spPr>
          <a:xfrm>
            <a:off x="678426" y="2477729"/>
            <a:ext cx="9330813" cy="2585323"/>
          </a:xfrm>
          <a:prstGeom prst="rect">
            <a:avLst/>
          </a:prstGeom>
          <a:noFill/>
        </p:spPr>
        <p:txBody>
          <a:bodyPr wrap="square" rtlCol="0">
            <a:spAutoFit/>
          </a:bodyPr>
          <a:lstStyle/>
          <a:p>
            <a:r>
              <a:rPr lang="es-CL" b="1" u="sng" dirty="0"/>
              <a:t>Problemática abordar:  </a:t>
            </a:r>
          </a:p>
          <a:p>
            <a:endParaRPr lang="es-CL" b="1" u="sng" dirty="0"/>
          </a:p>
          <a:p>
            <a:r>
              <a:rPr lang="es-CL" dirty="0"/>
              <a:t>Las principales problemáticas que tiene un chofer es que cuando se encuentran en ruta sufren un pinchazo o que un neumático se revienta y al momento de no tener una vulcanización cerca es muy difícil sacar los pernos de las ruedas, ya que suelen estar con un alto torque de apriete, además a veces con el gato hidráulico no es capas de levantar el kilaje que llevan de carga que aproximadamente son 30 mil kilos. Entonces ese es uno de los problemas que sufre los conductores, de camiones, entonces en este proyecto ofreceremos una solución para que los camioneros no pierdan tiempo con esos problemas de ruta.  </a:t>
            </a:r>
            <a:endParaRPr lang="es-CL" b="1" u="sng" dirty="0"/>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lstStyle/>
          <a:p>
            <a:r>
              <a:rPr lang="es-ES" sz="1800" b="1" u="sng" dirty="0">
                <a:solidFill>
                  <a:srgbClr val="000000"/>
                </a:solidFill>
                <a:latin typeface="Calibri" panose="020F0502020204030204" pitchFamily="34" charset="0"/>
              </a:rPr>
              <a:t>Tema iniciales que se abordaran  </a:t>
            </a:r>
            <a:endParaRPr lang="es-CL" b="1" u="sng" dirty="0"/>
          </a:p>
        </p:txBody>
      </p:sp>
      <p:sp>
        <p:nvSpPr>
          <p:cNvPr id="3" name="CuadroTexto 2">
            <a:extLst>
              <a:ext uri="{FF2B5EF4-FFF2-40B4-BE49-F238E27FC236}">
                <a16:creationId xmlns:a16="http://schemas.microsoft.com/office/drawing/2014/main" id="{6157A05D-9A49-CDA4-A869-2828A4E0674F}"/>
              </a:ext>
            </a:extLst>
          </p:cNvPr>
          <p:cNvSpPr txBox="1"/>
          <p:nvPr/>
        </p:nvSpPr>
        <p:spPr>
          <a:xfrm>
            <a:off x="838200" y="1592826"/>
            <a:ext cx="9802762" cy="646331"/>
          </a:xfrm>
          <a:prstGeom prst="rect">
            <a:avLst/>
          </a:prstGeom>
          <a:noFill/>
        </p:spPr>
        <p:txBody>
          <a:bodyPr wrap="square" rtlCol="0">
            <a:spAutoFit/>
          </a:bodyPr>
          <a:lstStyle/>
          <a:p>
            <a:r>
              <a:rPr lang="es-CL" dirty="0"/>
              <a:t>Que el instrumento que se cree facilite el cambio de ruedas en cualquier lugar de la carretera esto  ayudara al conductor en caso que no encuentre algún vulca </a:t>
            </a:r>
          </a:p>
        </p:txBody>
      </p:sp>
      <p:sp>
        <p:nvSpPr>
          <p:cNvPr id="4" name="CuadroTexto 3">
            <a:extLst>
              <a:ext uri="{FF2B5EF4-FFF2-40B4-BE49-F238E27FC236}">
                <a16:creationId xmlns:a16="http://schemas.microsoft.com/office/drawing/2014/main" id="{70545615-903B-BBD9-0F82-C9BCA94911D4}"/>
              </a:ext>
            </a:extLst>
          </p:cNvPr>
          <p:cNvSpPr txBox="1"/>
          <p:nvPr/>
        </p:nvSpPr>
        <p:spPr>
          <a:xfrm>
            <a:off x="1052052" y="2900516"/>
            <a:ext cx="9144000" cy="1569660"/>
          </a:xfrm>
          <a:prstGeom prst="rect">
            <a:avLst/>
          </a:prstGeom>
          <a:noFill/>
        </p:spPr>
        <p:txBody>
          <a:bodyPr wrap="square" rtlCol="0">
            <a:spAutoFit/>
          </a:bodyPr>
          <a:lstStyle/>
          <a:p>
            <a:r>
              <a:rPr lang="es-CL" b="1" u="sng" dirty="0"/>
              <a:t> Preguntas: </a:t>
            </a:r>
          </a:p>
          <a:p>
            <a:endParaRPr lang="es-CL" b="1" u="sng" dirty="0"/>
          </a:p>
          <a:p>
            <a:r>
              <a:rPr lang="es-CL" dirty="0"/>
              <a:t>1). </a:t>
            </a:r>
            <a:r>
              <a:rPr lang="es-CL" sz="2000" dirty="0"/>
              <a:t>¿Cómo pretendemos cambiar esto?</a:t>
            </a:r>
          </a:p>
          <a:p>
            <a:r>
              <a:rPr lang="es-CL" sz="2000" dirty="0"/>
              <a:t>2).¿Que pasa con la entrega de la carga?</a:t>
            </a:r>
          </a:p>
          <a:p>
            <a:r>
              <a:rPr lang="es-CL" sz="2000" dirty="0"/>
              <a:t>3).¿Que pasa si no se cambia el </a:t>
            </a:r>
            <a:r>
              <a:rPr lang="es-CL" sz="2000" dirty="0" err="1"/>
              <a:t>neumatico</a:t>
            </a:r>
            <a:r>
              <a:rPr lang="es-CL" dirty="0"/>
              <a:t>?</a:t>
            </a:r>
            <a:endParaRPr lang="es-CL" sz="2000" dirty="0"/>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lstStyle/>
          <a:p>
            <a:r>
              <a:rPr lang="es-ES" sz="1800" b="1" u="sng" dirty="0">
                <a:solidFill>
                  <a:srgbClr val="000000"/>
                </a:solidFill>
                <a:latin typeface="Calibri" panose="020F0502020204030204" pitchFamily="34" charset="0"/>
              </a:rPr>
              <a:t>5 Materiales o insumos necesarios para la ejecución del proyecto </a:t>
            </a:r>
            <a:endParaRPr lang="es-CL" b="1" u="sng" dirty="0"/>
          </a:p>
        </p:txBody>
      </p:sp>
      <p:sp>
        <p:nvSpPr>
          <p:cNvPr id="3" name="CuadroTexto 2">
            <a:extLst>
              <a:ext uri="{FF2B5EF4-FFF2-40B4-BE49-F238E27FC236}">
                <a16:creationId xmlns:a16="http://schemas.microsoft.com/office/drawing/2014/main" id="{C1444CB2-B4D6-48CE-B23C-987A736A79A0}"/>
              </a:ext>
            </a:extLst>
          </p:cNvPr>
          <p:cNvSpPr txBox="1"/>
          <p:nvPr/>
        </p:nvSpPr>
        <p:spPr>
          <a:xfrm>
            <a:off x="838200" y="1592826"/>
            <a:ext cx="9871587" cy="4247317"/>
          </a:xfrm>
          <a:prstGeom prst="rect">
            <a:avLst/>
          </a:prstGeom>
          <a:noFill/>
        </p:spPr>
        <p:txBody>
          <a:bodyPr wrap="square" rtlCol="0">
            <a:spAutoFit/>
          </a:bodyPr>
          <a:lstStyle/>
          <a:p>
            <a:r>
              <a:rPr lang="es-CL" b="1" dirty="0"/>
              <a:t>Fierros:</a:t>
            </a:r>
            <a:r>
              <a:rPr lang="es-CL" dirty="0"/>
              <a:t> con una medida cada uno y un fierro tiene que ser mas delgado que otro para que pase por dentro del otro.</a:t>
            </a:r>
          </a:p>
          <a:p>
            <a:endParaRPr lang="es-CL" dirty="0"/>
          </a:p>
          <a:p>
            <a:r>
              <a:rPr lang="es-CL" b="1" dirty="0"/>
              <a:t>Taladro y broca: </a:t>
            </a:r>
            <a:r>
              <a:rPr lang="es-CL" dirty="0"/>
              <a:t>Para hacer dos hoyos en los fierros y poner unos pernos para que el fierro no se salga al momento de hacer la palanca.</a:t>
            </a:r>
          </a:p>
          <a:p>
            <a:endParaRPr lang="es-CL" dirty="0"/>
          </a:p>
          <a:p>
            <a:r>
              <a:rPr lang="es-CL" b="1" dirty="0"/>
              <a:t>Dado de impacto: </a:t>
            </a:r>
            <a:r>
              <a:rPr lang="es-CL" dirty="0"/>
              <a:t>Un dado depende el numero de los pernos de la rueda. </a:t>
            </a:r>
          </a:p>
          <a:p>
            <a:endParaRPr lang="es-CL" dirty="0"/>
          </a:p>
          <a:p>
            <a:r>
              <a:rPr lang="es-CL" b="1" dirty="0"/>
              <a:t>Barrote:</a:t>
            </a:r>
            <a:r>
              <a:rPr lang="es-CL" dirty="0"/>
              <a:t> Un barrote de fuerza para colocar el dado y hacer la palanca junto con el fierro.</a:t>
            </a:r>
          </a:p>
          <a:p>
            <a:endParaRPr lang="es-CL" dirty="0"/>
          </a:p>
          <a:p>
            <a:r>
              <a:rPr lang="es-CL" b="1" dirty="0"/>
              <a:t>Maquina de soldar y electrodo: </a:t>
            </a:r>
            <a:r>
              <a:rPr lang="es-CL" dirty="0"/>
              <a:t>Para poder soldar el barrote con el fierro para que así no se suelten y estén siempre juntos y no perder ninguna de las dos piezas.</a:t>
            </a:r>
          </a:p>
          <a:p>
            <a:endParaRPr lang="es-CL" dirty="0"/>
          </a:p>
          <a:p>
            <a:r>
              <a:rPr lang="es-CL" b="1" dirty="0"/>
              <a:t>Galletero y discos :</a:t>
            </a:r>
            <a:r>
              <a:rPr lang="es-CL" dirty="0"/>
              <a:t>Para poder lijar la soldadura o algún corte del fierro para evitar algunas heridas y no quede con filo.</a:t>
            </a:r>
            <a:endParaRPr lang="es-CL" b="1" dirty="0"/>
          </a:p>
        </p:txBody>
      </p:sp>
    </p:spTree>
    <p:extLst>
      <p:ext uri="{BB962C8B-B14F-4D97-AF65-F5344CB8AC3E}">
        <p14:creationId xmlns:p14="http://schemas.microsoft.com/office/powerpoint/2010/main" val="19500247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131</TotalTime>
  <Words>566</Words>
  <Application>Microsoft Office PowerPoint</Application>
  <PresentationFormat>Panorámica</PresentationFormat>
  <Paragraphs>36</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Monometals </vt:lpstr>
      <vt:lpstr> Definición del proyecto </vt:lpstr>
      <vt:lpstr> Tema de investigación, nociones matemáticas y problemática a abordar </vt:lpstr>
      <vt:lpstr>     Objetivo del proyecto       </vt:lpstr>
      <vt:lpstr>Tema iniciales que se abordaran  </vt:lpstr>
      <vt:lpstr>5 Materiales o insumos necesarios para la ejecución del proyecto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Alumno</cp:lastModifiedBy>
  <cp:revision>18</cp:revision>
  <dcterms:created xsi:type="dcterms:W3CDTF">2023-08-31T16:26:40Z</dcterms:created>
  <dcterms:modified xsi:type="dcterms:W3CDTF">2023-11-17T22:44:08Z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