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sldIdLst>
    <p:sldId id="256" r:id="rId5"/>
    <p:sldId id="257" r:id="rId6"/>
    <p:sldId id="258" r:id="rId7"/>
    <p:sldId id="259" r:id="rId8"/>
    <p:sldId id="260" r:id="rId9"/>
    <p:sldId id="262"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9" d="100"/>
          <a:sy n="119" d="100"/>
        </p:scale>
        <p:origin x="27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3D145F0F-ABEA-49D3-ADF5-B61D2DA89C31}" type="datetimeFigureOut">
              <a:rPr lang="es-CL" smtClean="0"/>
              <a:t>17-11-2023</a:t>
            </a:fld>
            <a:endParaRPr lang="es-CL"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s-CL" dirty="0"/>
          </a:p>
        </p:txBody>
      </p:sp>
      <p:sp>
        <p:nvSpPr>
          <p:cNvPr id="6" name="Slide Number Placeholder 5"/>
          <p:cNvSpPr>
            <a:spLocks noGrp="1"/>
          </p:cNvSpPr>
          <p:nvPr>
            <p:ph type="sldNum" sz="quarter" idx="12"/>
          </p:nvPr>
        </p:nvSpPr>
        <p:spPr>
          <a:xfrm>
            <a:off x="10469880" y="320040"/>
            <a:ext cx="914400" cy="320040"/>
          </a:xfrm>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3919483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D145F0F-ABEA-49D3-ADF5-B61D2DA89C31}" type="datetimeFigureOut">
              <a:rPr lang="es-CL" smtClean="0"/>
              <a:t>17-11-2023</a:t>
            </a:fld>
            <a:endParaRPr lang="es-CL" dirty="0"/>
          </a:p>
        </p:txBody>
      </p:sp>
      <p:sp>
        <p:nvSpPr>
          <p:cNvPr id="5" name="Footer Placeholder 4"/>
          <p:cNvSpPr>
            <a:spLocks noGrp="1"/>
          </p:cNvSpPr>
          <p:nvPr>
            <p:ph type="ftr" sz="quarter" idx="11"/>
          </p:nvPr>
        </p:nvSpPr>
        <p:spPr/>
        <p:txBody>
          <a:bodyPr/>
          <a:lstStyle/>
          <a:p>
            <a:endParaRPr lang="es-CL" dirty="0"/>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1073253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a:xfrm>
            <a:off x="804672" y="320040"/>
            <a:ext cx="3657600" cy="320040"/>
          </a:xfrm>
        </p:spPr>
        <p:txBody>
          <a:bodyPr/>
          <a:lstStyle/>
          <a:p>
            <a:fld id="{3D145F0F-ABEA-49D3-ADF5-B61D2DA89C31}" type="datetimeFigureOut">
              <a:rPr lang="es-CL" smtClean="0"/>
              <a:t>17-11-2023</a:t>
            </a:fld>
            <a:endParaRPr lang="es-CL"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s-CL" dirty="0"/>
          </a:p>
        </p:txBody>
      </p:sp>
      <p:sp>
        <p:nvSpPr>
          <p:cNvPr id="6" name="Slide Number Placeholder 5"/>
          <p:cNvSpPr>
            <a:spLocks noGrp="1"/>
          </p:cNvSpPr>
          <p:nvPr>
            <p:ph type="sldNum" sz="quarter" idx="12"/>
          </p:nvPr>
        </p:nvSpPr>
        <p:spPr>
          <a:xfrm>
            <a:off x="10469880" y="320040"/>
            <a:ext cx="914400" cy="320040"/>
          </a:xfrm>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414811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s-ES"/>
              <a:t>Haga clic para modificar el estilo de título del patrón</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3D145F0F-ABEA-49D3-ADF5-B61D2DA89C31}" type="datetimeFigureOut">
              <a:rPr lang="es-CL" smtClean="0"/>
              <a:t>17-11-2023</a:t>
            </a:fld>
            <a:endParaRPr lang="es-CL" dirty="0"/>
          </a:p>
        </p:txBody>
      </p:sp>
      <p:sp>
        <p:nvSpPr>
          <p:cNvPr id="6" name="Footer Placeholder 5"/>
          <p:cNvSpPr>
            <a:spLocks noGrp="1"/>
          </p:cNvSpPr>
          <p:nvPr>
            <p:ph type="ftr" sz="quarter" idx="11"/>
          </p:nvPr>
        </p:nvSpPr>
        <p:spPr>
          <a:xfrm>
            <a:off x="804672" y="6227064"/>
            <a:ext cx="10588752" cy="320040"/>
          </a:xfrm>
        </p:spPr>
        <p:txBody>
          <a:bodyPr/>
          <a:lstStyle/>
          <a:p>
            <a:endParaRPr lang="es-CL" dirty="0"/>
          </a:p>
        </p:txBody>
      </p:sp>
      <p:sp>
        <p:nvSpPr>
          <p:cNvPr id="7" name="Slide Number Placeholder 6"/>
          <p:cNvSpPr>
            <a:spLocks noGrp="1"/>
          </p:cNvSpPr>
          <p:nvPr>
            <p:ph type="sldNum" sz="quarter" idx="12"/>
          </p:nvPr>
        </p:nvSpPr>
        <p:spPr>
          <a:xfrm>
            <a:off x="10469880" y="320040"/>
            <a:ext cx="914400" cy="320040"/>
          </a:xfrm>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3756281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5125305" y="1488985"/>
            <a:ext cx="6264350" cy="169685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118447" y="4351687"/>
            <a:ext cx="6265588" cy="17040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3D145F0F-ABEA-49D3-ADF5-B61D2DA89C31}" type="datetimeFigureOut">
              <a:rPr lang="es-CL" smtClean="0"/>
              <a:t>17-11-2023</a:t>
            </a:fld>
            <a:endParaRPr lang="es-CL" dirty="0"/>
          </a:p>
        </p:txBody>
      </p:sp>
      <p:sp>
        <p:nvSpPr>
          <p:cNvPr id="8" name="Footer Placeholder 7"/>
          <p:cNvSpPr>
            <a:spLocks noGrp="1"/>
          </p:cNvSpPr>
          <p:nvPr>
            <p:ph type="ftr" sz="quarter" idx="11"/>
          </p:nvPr>
        </p:nvSpPr>
        <p:spPr>
          <a:xfrm>
            <a:off x="804672" y="6227064"/>
            <a:ext cx="10588752" cy="320040"/>
          </a:xfrm>
        </p:spPr>
        <p:txBody>
          <a:bodyPr/>
          <a:lstStyle/>
          <a:p>
            <a:endParaRPr lang="es-CL" dirty="0"/>
          </a:p>
        </p:txBody>
      </p:sp>
      <p:sp>
        <p:nvSpPr>
          <p:cNvPr id="9" name="Slide Number Placeholder 8"/>
          <p:cNvSpPr>
            <a:spLocks noGrp="1"/>
          </p:cNvSpPr>
          <p:nvPr>
            <p:ph type="sldNum" sz="quarter" idx="12"/>
          </p:nvPr>
        </p:nvSpPr>
        <p:spPr>
          <a:xfrm>
            <a:off x="10469880" y="320040"/>
            <a:ext cx="914400" cy="320040"/>
          </a:xfrm>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574025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3D145F0F-ABEA-49D3-ADF5-B61D2DA89C31}" type="datetimeFigureOut">
              <a:rPr lang="es-CL" smtClean="0"/>
              <a:t>17-11-2023</a:t>
            </a:fld>
            <a:endParaRPr lang="es-CL" dirty="0"/>
          </a:p>
        </p:txBody>
      </p:sp>
      <p:sp>
        <p:nvSpPr>
          <p:cNvPr id="4" name="Footer Placeholder 3"/>
          <p:cNvSpPr>
            <a:spLocks noGrp="1"/>
          </p:cNvSpPr>
          <p:nvPr>
            <p:ph type="ftr" sz="quarter" idx="11"/>
          </p:nvPr>
        </p:nvSpPr>
        <p:spPr/>
        <p:txBody>
          <a:bodyPr/>
          <a:lstStyle/>
          <a:p>
            <a:endParaRPr lang="es-CL" dirty="0"/>
          </a:p>
        </p:txBody>
      </p:sp>
      <p:sp>
        <p:nvSpPr>
          <p:cNvPr id="5" name="Slide Number Placeholder 4"/>
          <p:cNvSpPr>
            <a:spLocks noGrp="1"/>
          </p:cNvSpPr>
          <p:nvPr>
            <p:ph type="sldNum" sz="quarter" idx="12"/>
          </p:nvPr>
        </p:nvSpPr>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3051081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3D145F0F-ABEA-49D3-ADF5-B61D2DA89C31}" type="datetimeFigureOut">
              <a:rPr lang="es-CL" smtClean="0"/>
              <a:t>17-11-2023</a:t>
            </a:fld>
            <a:endParaRPr lang="es-CL" dirty="0"/>
          </a:p>
        </p:txBody>
      </p:sp>
      <p:sp>
        <p:nvSpPr>
          <p:cNvPr id="3" name="Footer Placeholder 2"/>
          <p:cNvSpPr>
            <a:spLocks noGrp="1"/>
          </p:cNvSpPr>
          <p:nvPr>
            <p:ph type="ftr" sz="quarter" idx="11"/>
          </p:nvPr>
        </p:nvSpPr>
        <p:spPr>
          <a:xfrm>
            <a:off x="804672" y="6227064"/>
            <a:ext cx="10588752" cy="320040"/>
          </a:xfrm>
        </p:spPr>
        <p:txBody>
          <a:bodyPr/>
          <a:lstStyle/>
          <a:p>
            <a:endParaRPr lang="es-CL" dirty="0"/>
          </a:p>
        </p:txBody>
      </p:sp>
      <p:sp>
        <p:nvSpPr>
          <p:cNvPr id="4" name="Slide Number Placeholder 3"/>
          <p:cNvSpPr>
            <a:spLocks noGrp="1"/>
          </p:cNvSpPr>
          <p:nvPr>
            <p:ph type="sldNum" sz="quarter" idx="12"/>
          </p:nvPr>
        </p:nvSpPr>
        <p:spPr>
          <a:xfrm>
            <a:off x="10469880" y="320040"/>
            <a:ext cx="914400" cy="320040"/>
          </a:xfrm>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1349160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17-11-2023</a:t>
            </a:fld>
            <a:endParaRPr lang="es-CL" dirty="0"/>
          </a:p>
        </p:txBody>
      </p:sp>
      <p:sp>
        <p:nvSpPr>
          <p:cNvPr id="6" name="Footer Placeholder 5"/>
          <p:cNvSpPr>
            <a:spLocks noGrp="1"/>
          </p:cNvSpPr>
          <p:nvPr>
            <p:ph type="ftr" sz="quarter" idx="11"/>
          </p:nvPr>
        </p:nvSpPr>
        <p:spPr/>
        <p:txBody>
          <a:bodyPr/>
          <a:lstStyle/>
          <a:p>
            <a:endParaRPr lang="es-CL" dirty="0"/>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13253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dirty="0"/>
              <a:t>Haga clic en el icono para agregar una imagen</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804672" y="320040"/>
            <a:ext cx="3657600" cy="320040"/>
          </a:xfrm>
        </p:spPr>
        <p:txBody>
          <a:bodyPr/>
          <a:lstStyle/>
          <a:p>
            <a:fld id="{3D145F0F-ABEA-49D3-ADF5-B61D2DA89C31}" type="datetimeFigureOut">
              <a:rPr lang="es-CL" smtClean="0"/>
              <a:t>17-11-2023</a:t>
            </a:fld>
            <a:endParaRPr lang="es-CL" dirty="0"/>
          </a:p>
        </p:txBody>
      </p:sp>
      <p:sp>
        <p:nvSpPr>
          <p:cNvPr id="6" name="Footer Placeholder 5"/>
          <p:cNvSpPr>
            <a:spLocks noGrp="1"/>
          </p:cNvSpPr>
          <p:nvPr>
            <p:ph type="ftr" sz="quarter" idx="11"/>
          </p:nvPr>
        </p:nvSpPr>
        <p:spPr>
          <a:xfrm>
            <a:off x="804672" y="6227064"/>
            <a:ext cx="5942203" cy="320040"/>
          </a:xfrm>
        </p:spPr>
        <p:txBody>
          <a:bodyPr/>
          <a:lstStyle/>
          <a:p>
            <a:endParaRPr lang="es-CL" dirty="0"/>
          </a:p>
        </p:txBody>
      </p:sp>
      <p:sp>
        <p:nvSpPr>
          <p:cNvPr id="7" name="Slide Number Placeholder 6"/>
          <p:cNvSpPr>
            <a:spLocks noGrp="1"/>
          </p:cNvSpPr>
          <p:nvPr>
            <p:ph type="sldNum" sz="quarter" idx="12"/>
          </p:nvPr>
        </p:nvSpPr>
        <p:spPr>
          <a:xfrm>
            <a:off x="5828377" y="320040"/>
            <a:ext cx="914400" cy="320040"/>
          </a:xfrm>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3357535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D145F0F-ABEA-49D3-ADF5-B61D2DA89C31}" type="datetimeFigureOut">
              <a:rPr lang="es-CL" smtClean="0"/>
              <a:t>17-11-2023</a:t>
            </a:fld>
            <a:endParaRPr lang="es-CL" dirty="0"/>
          </a:p>
        </p:txBody>
      </p:sp>
      <p:sp>
        <p:nvSpPr>
          <p:cNvPr id="5" name="Footer Placeholder 4"/>
          <p:cNvSpPr>
            <a:spLocks noGrp="1"/>
          </p:cNvSpPr>
          <p:nvPr>
            <p:ph type="ftr" sz="quarter" idx="11"/>
          </p:nvPr>
        </p:nvSpPr>
        <p:spPr/>
        <p:txBody>
          <a:bodyPr/>
          <a:lstStyle/>
          <a:p>
            <a:endParaRPr lang="es-CL" dirty="0"/>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2104305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3D145F0F-ABEA-49D3-ADF5-B61D2DA89C31}" type="datetimeFigureOut">
              <a:rPr lang="es-CL" smtClean="0"/>
              <a:t>17-11-2023</a:t>
            </a:fld>
            <a:endParaRPr lang="es-CL" dirty="0"/>
          </a:p>
        </p:txBody>
      </p:sp>
      <p:sp>
        <p:nvSpPr>
          <p:cNvPr id="5" name="Footer Placeholder 4"/>
          <p:cNvSpPr>
            <a:spLocks noGrp="1"/>
          </p:cNvSpPr>
          <p:nvPr>
            <p:ph type="ftr" sz="quarter" idx="11"/>
          </p:nvPr>
        </p:nvSpPr>
        <p:spPr>
          <a:xfrm>
            <a:off x="804672" y="6227064"/>
            <a:ext cx="10588752" cy="320040"/>
          </a:xfrm>
        </p:spPr>
        <p:txBody>
          <a:bodyPr/>
          <a:lstStyle/>
          <a:p>
            <a:endParaRPr lang="es-CL" dirty="0"/>
          </a:p>
        </p:txBody>
      </p:sp>
      <p:sp>
        <p:nvSpPr>
          <p:cNvPr id="6" name="Slide Number Placeholder 5"/>
          <p:cNvSpPr>
            <a:spLocks noGrp="1"/>
          </p:cNvSpPr>
          <p:nvPr>
            <p:ph type="sldNum" sz="quarter" idx="12"/>
          </p:nvPr>
        </p:nvSpPr>
        <p:spPr>
          <a:xfrm>
            <a:off x="10469880" y="320040"/>
            <a:ext cx="914400" cy="320040"/>
          </a:xfrm>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3367956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3D145F0F-ABEA-49D3-ADF5-B61D2DA89C31}" type="datetimeFigureOut">
              <a:rPr lang="es-CL" smtClean="0"/>
              <a:t>17-11-2023</a:t>
            </a:fld>
            <a:endParaRPr lang="es-CL" dirty="0"/>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s-CL" dirty="0"/>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9BCB0801-C394-46F1-BA09-9052FD73111B}" type="slidenum">
              <a:rPr lang="es-CL" smtClean="0"/>
              <a:t>‹Nº›</a:t>
            </a:fld>
            <a:endParaRPr lang="es-CL" dirty="0"/>
          </a:p>
        </p:txBody>
      </p:sp>
    </p:spTree>
    <p:extLst>
      <p:ext uri="{BB962C8B-B14F-4D97-AF65-F5344CB8AC3E}">
        <p14:creationId xmlns:p14="http://schemas.microsoft.com/office/powerpoint/2010/main" val="52074139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EAD0EB-48AF-2D94-2566-EBDA8798BE5A}"/>
              </a:ext>
            </a:extLst>
          </p:cNvPr>
          <p:cNvSpPr>
            <a:spLocks noGrp="1"/>
          </p:cNvSpPr>
          <p:nvPr>
            <p:ph type="ctrTitle"/>
          </p:nvPr>
        </p:nvSpPr>
        <p:spPr>
          <a:xfrm>
            <a:off x="3341238" y="3980237"/>
            <a:ext cx="5495069" cy="1529432"/>
          </a:xfrm>
        </p:spPr>
        <p:txBody>
          <a:bodyPr>
            <a:normAutofit fontScale="90000"/>
          </a:bodyPr>
          <a:lstStyle/>
          <a:p>
            <a:r>
              <a:rPr lang="es-ES" sz="2000" dirty="0">
                <a:latin typeface="Calibri" panose="020F0502020204030204" pitchFamily="34" charset="0"/>
              </a:rPr>
              <a:t>El tractor y la geometría</a:t>
            </a:r>
            <a:br>
              <a:rPr lang="es-ES" sz="2000" dirty="0">
                <a:latin typeface="Calibri" panose="020F0502020204030204" pitchFamily="34" charset="0"/>
              </a:rPr>
            </a:br>
            <a:br>
              <a:rPr lang="es-ES" sz="2000" dirty="0">
                <a:latin typeface="Calibri" panose="020F0502020204030204" pitchFamily="34" charset="0"/>
              </a:rPr>
            </a:br>
            <a:r>
              <a:rPr lang="es-ES" sz="2000" dirty="0">
                <a:latin typeface="Calibri" panose="020F0502020204030204" pitchFamily="34" charset="0"/>
              </a:rPr>
              <a:t>Nombres: Cristóbal Valenzuela, Diego Quezada y David Peña</a:t>
            </a:r>
            <a:br>
              <a:rPr lang="es-ES" sz="2000" dirty="0">
                <a:latin typeface="Calibri" panose="020F0502020204030204" pitchFamily="34" charset="0"/>
              </a:rPr>
            </a:br>
            <a:r>
              <a:rPr lang="es-ES" sz="2000" dirty="0">
                <a:latin typeface="Calibri" panose="020F0502020204030204" pitchFamily="34" charset="0"/>
              </a:rPr>
              <a:t>Profesora: Lissette Salamanca</a:t>
            </a:r>
            <a:br>
              <a:rPr lang="es-ES" sz="2000" dirty="0">
                <a:latin typeface="Calibri" panose="020F0502020204030204" pitchFamily="34" charset="0"/>
              </a:rPr>
            </a:br>
            <a:r>
              <a:rPr lang="es-ES" sz="2000" dirty="0">
                <a:latin typeface="Calibri" panose="020F0502020204030204" pitchFamily="34" charset="0"/>
              </a:rPr>
              <a:t>Asignatura: Funciones y geometría</a:t>
            </a:r>
            <a:br>
              <a:rPr lang="es-ES" sz="2000" dirty="0">
                <a:latin typeface="Calibri" panose="020F0502020204030204" pitchFamily="34" charset="0"/>
              </a:rPr>
            </a:br>
            <a:r>
              <a:rPr lang="es-ES" sz="2000" dirty="0">
                <a:latin typeface="Calibri" panose="020F0502020204030204" pitchFamily="34" charset="0"/>
              </a:rPr>
              <a:t>Carrera: Ingeniería en mecánica y electromovilidad automotriz</a:t>
            </a:r>
            <a:br>
              <a:rPr lang="es-ES" sz="2000" dirty="0">
                <a:latin typeface="Calibri" panose="020F0502020204030204" pitchFamily="34" charset="0"/>
              </a:rPr>
            </a:br>
            <a:endParaRPr lang="es-CL" sz="2000" dirty="0"/>
          </a:p>
        </p:txBody>
      </p:sp>
    </p:spTree>
    <p:extLst>
      <p:ext uri="{BB962C8B-B14F-4D97-AF65-F5344CB8AC3E}">
        <p14:creationId xmlns:p14="http://schemas.microsoft.com/office/powerpoint/2010/main" val="993605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75627FE-0AC5-4349-AC08-45A58BEC9B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F87AAF7B-2090-475D-9C3E-FDC03DD87A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1" name="Freeform 5">
              <a:extLst>
                <a:ext uri="{FF2B5EF4-FFF2-40B4-BE49-F238E27FC236}">
                  <a16:creationId xmlns:a16="http://schemas.microsoft.com/office/drawing/2014/main" id="{F2DCEC33-4B31-44BC-99CB-9E4845DC4C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2" name="Freeform 6">
              <a:extLst>
                <a:ext uri="{FF2B5EF4-FFF2-40B4-BE49-F238E27FC236}">
                  <a16:creationId xmlns:a16="http://schemas.microsoft.com/office/drawing/2014/main" id="{204E0A10-D288-4B22-87A1-737B0A37D1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9A3E042E-4911-425A-84BB-04BF90D077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3A49226D-3129-4C5A-9641-3D03BEEA79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9CC3C315-B515-4DD8-AC22-9D8417B37F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1A961828-F78F-4D56-A98E-037806C637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739D4F9D-3728-42C1-8302-452D51321C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B4D9647E-354D-4CA8-B4A7-39172E5EA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A3EC74E0-5222-4ACC-BCEC-1AA189D3BC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C0AE72B4-084D-42E6-ABED-5FD4650D4B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C9D1F5DD-8D50-4098-8D2B-10E2847527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D48F3941-C3C7-4589-AA46-067F6BB2D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C16BBE9A-4BE3-4401-82C5-8041DB14E5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06180330-CCD3-4D14-A652-D60C28252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616C90F6-4133-43A5-B47C-7750FE281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D7C03F90-E828-4414-8A53-92069FFB68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6ADDE443-75AA-4F32-A2EE-272C4347CE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ACD281C1-1D59-453F-A33A-D83E39EB06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60217FAC-29FE-4D6B-9BB4-FF41AA756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4">
              <a:extLst>
                <a:ext uri="{FF2B5EF4-FFF2-40B4-BE49-F238E27FC236}">
                  <a16:creationId xmlns:a16="http://schemas.microsoft.com/office/drawing/2014/main" id="{0D3CC33A-6E36-4A72-9965-8E20FB05D1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5">
              <a:extLst>
                <a:ext uri="{FF2B5EF4-FFF2-40B4-BE49-F238E27FC236}">
                  <a16:creationId xmlns:a16="http://schemas.microsoft.com/office/drawing/2014/main" id="{F128F04E-05CD-4035-A32B-6E9ABAB9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33" name="Rectangle 32">
            <a:extLst>
              <a:ext uri="{FF2B5EF4-FFF2-40B4-BE49-F238E27FC236}">
                <a16:creationId xmlns:a16="http://schemas.microsoft.com/office/drawing/2014/main" id="{BC2574CF-1D35-4994-87BD-5A3378E1A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788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C6519140-C4B6-4426-7B0B-A9112C97E292}"/>
              </a:ext>
            </a:extLst>
          </p:cNvPr>
          <p:cNvSpPr>
            <a:spLocks noGrp="1"/>
          </p:cNvSpPr>
          <p:nvPr>
            <p:ph type="title"/>
          </p:nvPr>
        </p:nvSpPr>
        <p:spPr>
          <a:xfrm>
            <a:off x="645459" y="960120"/>
            <a:ext cx="3865695" cy="4171278"/>
          </a:xfrm>
        </p:spPr>
        <p:txBody>
          <a:bodyPr>
            <a:normAutofit/>
          </a:bodyPr>
          <a:lstStyle/>
          <a:p>
            <a:pPr algn="r"/>
            <a:r>
              <a:rPr lang="es-ES" sz="4400" b="0" i="0" dirty="0">
                <a:solidFill>
                  <a:schemeClr val="tx1"/>
                </a:solidFill>
                <a:effectLst/>
                <a:latin typeface="Calibri" panose="020F0502020204030204" pitchFamily="34" charset="0"/>
              </a:rPr>
              <a:t> </a:t>
            </a:r>
            <a:r>
              <a:rPr lang="es-ES" sz="4400" dirty="0">
                <a:solidFill>
                  <a:schemeClr val="tx1"/>
                </a:solidFill>
                <a:latin typeface="Calibri" panose="020F0502020204030204" pitchFamily="34" charset="0"/>
              </a:rPr>
              <a:t>Definición del proyecto</a:t>
            </a:r>
            <a:endParaRPr lang="es-CL" sz="4400" dirty="0">
              <a:solidFill>
                <a:schemeClr val="tx1"/>
              </a:solidFill>
            </a:endParaRPr>
          </a:p>
        </p:txBody>
      </p:sp>
      <p:cxnSp>
        <p:nvCxnSpPr>
          <p:cNvPr id="35" name="Straight Connector 34">
            <a:extLst>
              <a:ext uri="{FF2B5EF4-FFF2-40B4-BE49-F238E27FC236}">
                <a16:creationId xmlns:a16="http://schemas.microsoft.com/office/drawing/2014/main" id="{68B6AB33-DFE6-4FE4-94FE-C9E25424AD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52263" y="1200150"/>
            <a:ext cx="0" cy="3543972"/>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2BFBF0DA-E58E-5758-7660-64AAAFA3B890}"/>
              </a:ext>
            </a:extLst>
          </p:cNvPr>
          <p:cNvSpPr>
            <a:spLocks noGrp="1"/>
          </p:cNvSpPr>
          <p:nvPr>
            <p:ph idx="1"/>
          </p:nvPr>
        </p:nvSpPr>
        <p:spPr>
          <a:xfrm>
            <a:off x="4983164" y="960120"/>
            <a:ext cx="5511800" cy="4171278"/>
          </a:xfrm>
        </p:spPr>
        <p:txBody>
          <a:bodyPr>
            <a:normAutofit/>
          </a:bodyPr>
          <a:lstStyle/>
          <a:p>
            <a:r>
              <a:rPr lang="es-CL" dirty="0"/>
              <a:t>Explicar las fallas más frecuentes y comunes que llegan a presentar el tractor el cual tenga daños ya sea por exceso de uso en el trabajo, por tiempo sin uso o falta de mantenciones a través de lo aprendido en la asignatura de funciones y geometría buscar una solución.</a:t>
            </a:r>
          </a:p>
        </p:txBody>
      </p:sp>
    </p:spTree>
    <p:extLst>
      <p:ext uri="{BB962C8B-B14F-4D97-AF65-F5344CB8AC3E}">
        <p14:creationId xmlns:p14="http://schemas.microsoft.com/office/powerpoint/2010/main" val="3673344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61" name="Group 60">
            <a:extLst>
              <a:ext uri="{FF2B5EF4-FFF2-40B4-BE49-F238E27FC236}">
                <a16:creationId xmlns:a16="http://schemas.microsoft.com/office/drawing/2014/main" id="{84DB7353-7D7A-431B-A5B6-A3845E6F2B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62" name="Freeform 5">
              <a:extLst>
                <a:ext uri="{FF2B5EF4-FFF2-40B4-BE49-F238E27FC236}">
                  <a16:creationId xmlns:a16="http://schemas.microsoft.com/office/drawing/2014/main" id="{9E8D15D6-6183-4BE1-A315-C7EC9C1A5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3" name="Freeform 6">
              <a:extLst>
                <a:ext uri="{FF2B5EF4-FFF2-40B4-BE49-F238E27FC236}">
                  <a16:creationId xmlns:a16="http://schemas.microsoft.com/office/drawing/2014/main" id="{82A253FA-4E60-4B4D-94B0-93ECFCF30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4" name="Freeform 7">
              <a:extLst>
                <a:ext uri="{FF2B5EF4-FFF2-40B4-BE49-F238E27FC236}">
                  <a16:creationId xmlns:a16="http://schemas.microsoft.com/office/drawing/2014/main" id="{E1B39AD1-11BD-457B-822C-A873607F41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65" name="Freeform 8">
              <a:extLst>
                <a:ext uri="{FF2B5EF4-FFF2-40B4-BE49-F238E27FC236}">
                  <a16:creationId xmlns:a16="http://schemas.microsoft.com/office/drawing/2014/main" id="{CC286005-78D5-4BE4-AA8B-75CDC07E78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6" name="Freeform 9">
              <a:extLst>
                <a:ext uri="{FF2B5EF4-FFF2-40B4-BE49-F238E27FC236}">
                  <a16:creationId xmlns:a16="http://schemas.microsoft.com/office/drawing/2014/main" id="{09E4A22D-7E83-4F24-97FE-931A93CAC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7" name="Freeform 10">
              <a:extLst>
                <a:ext uri="{FF2B5EF4-FFF2-40B4-BE49-F238E27FC236}">
                  <a16:creationId xmlns:a16="http://schemas.microsoft.com/office/drawing/2014/main" id="{4351E96B-8DD4-4D5E-A9F0-C47F5F3378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8" name="Freeform 11">
              <a:extLst>
                <a:ext uri="{FF2B5EF4-FFF2-40B4-BE49-F238E27FC236}">
                  <a16:creationId xmlns:a16="http://schemas.microsoft.com/office/drawing/2014/main" id="{BFF78610-2475-4756-9EC8-5DA7D8902D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9" name="Freeform 12">
              <a:extLst>
                <a:ext uri="{FF2B5EF4-FFF2-40B4-BE49-F238E27FC236}">
                  <a16:creationId xmlns:a16="http://schemas.microsoft.com/office/drawing/2014/main" id="{C7ACAE44-681D-4CBC-B2AB-E5131DF5A8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0" name="Freeform 13">
              <a:extLst>
                <a:ext uri="{FF2B5EF4-FFF2-40B4-BE49-F238E27FC236}">
                  <a16:creationId xmlns:a16="http://schemas.microsoft.com/office/drawing/2014/main" id="{CA22E4A0-73AA-4722-9C16-F3AF9A33EC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1" name="Freeform 14">
              <a:extLst>
                <a:ext uri="{FF2B5EF4-FFF2-40B4-BE49-F238E27FC236}">
                  <a16:creationId xmlns:a16="http://schemas.microsoft.com/office/drawing/2014/main" id="{BB36E626-EBEB-41C0-B224-8DB049DB4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2" name="Freeform 15">
              <a:extLst>
                <a:ext uri="{FF2B5EF4-FFF2-40B4-BE49-F238E27FC236}">
                  <a16:creationId xmlns:a16="http://schemas.microsoft.com/office/drawing/2014/main" id="{D603DEC5-BED4-4DB6-A253-F61CC36742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73" name="Freeform 16">
              <a:extLst>
                <a:ext uri="{FF2B5EF4-FFF2-40B4-BE49-F238E27FC236}">
                  <a16:creationId xmlns:a16="http://schemas.microsoft.com/office/drawing/2014/main" id="{86AE9DE6-CA9A-479B-A0FB-0E1BAC7A6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74" name="Freeform 17">
              <a:extLst>
                <a:ext uri="{FF2B5EF4-FFF2-40B4-BE49-F238E27FC236}">
                  <a16:creationId xmlns:a16="http://schemas.microsoft.com/office/drawing/2014/main" id="{16CB8DC8-E75F-4574-A290-AAB7031BE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5" name="Freeform 18">
              <a:extLst>
                <a:ext uri="{FF2B5EF4-FFF2-40B4-BE49-F238E27FC236}">
                  <a16:creationId xmlns:a16="http://schemas.microsoft.com/office/drawing/2014/main" id="{1CA657E1-3A52-4C23-AA47-EBB2D5C414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19">
              <a:extLst>
                <a:ext uri="{FF2B5EF4-FFF2-40B4-BE49-F238E27FC236}">
                  <a16:creationId xmlns:a16="http://schemas.microsoft.com/office/drawing/2014/main" id="{ED4F701B-2A93-464F-A673-54EED5C4C4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20">
              <a:extLst>
                <a:ext uri="{FF2B5EF4-FFF2-40B4-BE49-F238E27FC236}">
                  <a16:creationId xmlns:a16="http://schemas.microsoft.com/office/drawing/2014/main" id="{9977C34F-F6C9-4749-B201-7B928802D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21">
              <a:extLst>
                <a:ext uri="{FF2B5EF4-FFF2-40B4-BE49-F238E27FC236}">
                  <a16:creationId xmlns:a16="http://schemas.microsoft.com/office/drawing/2014/main" id="{3A913E6B-DBE9-4291-A34C-36069ECB8E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22">
              <a:extLst>
                <a:ext uri="{FF2B5EF4-FFF2-40B4-BE49-F238E27FC236}">
                  <a16:creationId xmlns:a16="http://schemas.microsoft.com/office/drawing/2014/main" id="{7D415C04-AB5C-4B76-9E49-EEBAEE64D0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23">
              <a:extLst>
                <a:ext uri="{FF2B5EF4-FFF2-40B4-BE49-F238E27FC236}">
                  <a16:creationId xmlns:a16="http://schemas.microsoft.com/office/drawing/2014/main" id="{151FDC11-E872-4EAE-A597-822F9FE170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82" name="Group 81">
            <a:extLst>
              <a:ext uri="{FF2B5EF4-FFF2-40B4-BE49-F238E27FC236}">
                <a16:creationId xmlns:a16="http://schemas.microsoft.com/office/drawing/2014/main" id="{1B24766B-81CA-44C7-BF11-77A12BA424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69293" y="1186483"/>
            <a:ext cx="8848345" cy="4477933"/>
            <a:chOff x="1669293" y="1186483"/>
            <a:chExt cx="8848345" cy="4477933"/>
          </a:xfrm>
        </p:grpSpPr>
        <p:sp>
          <p:nvSpPr>
            <p:cNvPr id="83" name="Rectangle 82">
              <a:extLst>
                <a:ext uri="{FF2B5EF4-FFF2-40B4-BE49-F238E27FC236}">
                  <a16:creationId xmlns:a16="http://schemas.microsoft.com/office/drawing/2014/main" id="{1A2F9962-DEB8-461C-8B4C-C0ED0D8A7B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 name="Isosceles Triangle 83">
              <a:extLst>
                <a:ext uri="{FF2B5EF4-FFF2-40B4-BE49-F238E27FC236}">
                  <a16:creationId xmlns:a16="http://schemas.microsoft.com/office/drawing/2014/main" id="{C0672E08-EB09-4B8E-8522-24BBC2CFFD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 name="Rectangle 84">
              <a:extLst>
                <a:ext uri="{FF2B5EF4-FFF2-40B4-BE49-F238E27FC236}">
                  <a16:creationId xmlns:a16="http://schemas.microsoft.com/office/drawing/2014/main" id="{3447AB64-F3EC-4A1F-BFD4-F0F9DB3DAD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useBgFill="1">
        <p:nvSpPr>
          <p:cNvPr id="87" name="Rectangle 86">
            <a:extLst>
              <a:ext uri="{FF2B5EF4-FFF2-40B4-BE49-F238E27FC236}">
                <a16:creationId xmlns:a16="http://schemas.microsoft.com/office/drawing/2014/main" id="{62704ED4-17AD-4155-82BF-349125232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9" name="Group 88">
            <a:extLst>
              <a:ext uri="{FF2B5EF4-FFF2-40B4-BE49-F238E27FC236}">
                <a16:creationId xmlns:a16="http://schemas.microsoft.com/office/drawing/2014/main" id="{94030ADA-F758-4871-82A9-A900D3A1CF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90" name="Freeform 5">
              <a:extLst>
                <a:ext uri="{FF2B5EF4-FFF2-40B4-BE49-F238E27FC236}">
                  <a16:creationId xmlns:a16="http://schemas.microsoft.com/office/drawing/2014/main" id="{C03A5D77-B569-4446-A13F-5F2B66B895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a:extLst>
                <a:ext uri="{FF2B5EF4-FFF2-40B4-BE49-F238E27FC236}">
                  <a16:creationId xmlns:a16="http://schemas.microsoft.com/office/drawing/2014/main" id="{1910AFDB-600F-419E-B8A2-C910C91CC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a:extLst>
                <a:ext uri="{FF2B5EF4-FFF2-40B4-BE49-F238E27FC236}">
                  <a16:creationId xmlns:a16="http://schemas.microsoft.com/office/drawing/2014/main" id="{8BA9642D-E707-4E5C-AD56-5B4201F77F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1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a:extLst>
                <a:ext uri="{FF2B5EF4-FFF2-40B4-BE49-F238E27FC236}">
                  <a16:creationId xmlns:a16="http://schemas.microsoft.com/office/drawing/2014/main" id="{6BE43368-BE27-4B0F-996B-F8020ECC8F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a:extLst>
                <a:ext uri="{FF2B5EF4-FFF2-40B4-BE49-F238E27FC236}">
                  <a16:creationId xmlns:a16="http://schemas.microsoft.com/office/drawing/2014/main" id="{1C2AFC90-DCD5-4CC4-B572-09469E8927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a:extLst>
                <a:ext uri="{FF2B5EF4-FFF2-40B4-BE49-F238E27FC236}">
                  <a16:creationId xmlns:a16="http://schemas.microsoft.com/office/drawing/2014/main" id="{EEC73C1F-7C9B-41BF-A454-152B90AFF4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a:extLst>
                <a:ext uri="{FF2B5EF4-FFF2-40B4-BE49-F238E27FC236}">
                  <a16:creationId xmlns:a16="http://schemas.microsoft.com/office/drawing/2014/main" id="{B9387A9D-115C-4CC5-9107-97827EFF8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a:extLst>
                <a:ext uri="{FF2B5EF4-FFF2-40B4-BE49-F238E27FC236}">
                  <a16:creationId xmlns:a16="http://schemas.microsoft.com/office/drawing/2014/main" id="{69CF2257-1227-45F2-8310-EF03857E08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a:extLst>
                <a:ext uri="{FF2B5EF4-FFF2-40B4-BE49-F238E27FC236}">
                  <a16:creationId xmlns:a16="http://schemas.microsoft.com/office/drawing/2014/main" id="{914D598B-12C8-4050-872B-AB3C4790AB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1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a:extLst>
                <a:ext uri="{FF2B5EF4-FFF2-40B4-BE49-F238E27FC236}">
                  <a16:creationId xmlns:a16="http://schemas.microsoft.com/office/drawing/2014/main" id="{43441426-0436-4C62-93CB-7B23121194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1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a:extLst>
                <a:ext uri="{FF2B5EF4-FFF2-40B4-BE49-F238E27FC236}">
                  <a16:creationId xmlns:a16="http://schemas.microsoft.com/office/drawing/2014/main" id="{8174AF5F-E0DA-457B-9C6D-B6793C36AF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1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a:extLst>
                <a:ext uri="{FF2B5EF4-FFF2-40B4-BE49-F238E27FC236}">
                  <a16:creationId xmlns:a16="http://schemas.microsoft.com/office/drawing/2014/main" id="{40D36E6D-6BFF-4FB5-9EEB-3A36B79562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1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a:extLst>
                <a:ext uri="{FF2B5EF4-FFF2-40B4-BE49-F238E27FC236}">
                  <a16:creationId xmlns:a16="http://schemas.microsoft.com/office/drawing/2014/main" id="{5159A95D-574D-4341-8A5B-5EB05EF2CB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a:extLst>
                <a:ext uri="{FF2B5EF4-FFF2-40B4-BE49-F238E27FC236}">
                  <a16:creationId xmlns:a16="http://schemas.microsoft.com/office/drawing/2014/main" id="{CC2519B6-9E4D-48AA-8E1D-413BEEEEE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a:extLst>
                <a:ext uri="{FF2B5EF4-FFF2-40B4-BE49-F238E27FC236}">
                  <a16:creationId xmlns:a16="http://schemas.microsoft.com/office/drawing/2014/main" id="{91EFD00E-D9BB-4F8F-9652-1514A200A5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a:extLst>
                <a:ext uri="{FF2B5EF4-FFF2-40B4-BE49-F238E27FC236}">
                  <a16:creationId xmlns:a16="http://schemas.microsoft.com/office/drawing/2014/main" id="{78EDA1A4-47D4-4C8C-94C1-20520CA08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a:extLst>
                <a:ext uri="{FF2B5EF4-FFF2-40B4-BE49-F238E27FC236}">
                  <a16:creationId xmlns:a16="http://schemas.microsoft.com/office/drawing/2014/main" id="{EF948F9B-2B64-4D46-B645-564490CD55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a:extLst>
                <a:ext uri="{FF2B5EF4-FFF2-40B4-BE49-F238E27FC236}">
                  <a16:creationId xmlns:a16="http://schemas.microsoft.com/office/drawing/2014/main" id="{95BA89D9-B358-4064-A9B6-44592BB971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1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a:extLst>
                <a:ext uri="{FF2B5EF4-FFF2-40B4-BE49-F238E27FC236}">
                  <a16:creationId xmlns:a16="http://schemas.microsoft.com/office/drawing/2014/main" id="{B1D008F9-9A52-429E-9615-0BB796945B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110" name="Rectangle 109">
            <a:extLst>
              <a:ext uri="{FF2B5EF4-FFF2-40B4-BE49-F238E27FC236}">
                <a16:creationId xmlns:a16="http://schemas.microsoft.com/office/drawing/2014/main" id="{E4BAAF5C-577F-43DB-8ACD-EDAB5A54E6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tx2">
                  <a:alpha val="38000"/>
                </a:schemeClr>
              </a:gs>
              <a:gs pos="0">
                <a:schemeClr val="bg1">
                  <a:lumMod val="95000"/>
                  <a:alpha val="12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DA7B8513-76B1-3793-002B-328B06334A56}"/>
              </a:ext>
            </a:extLst>
          </p:cNvPr>
          <p:cNvSpPr>
            <a:spLocks noGrp="1"/>
          </p:cNvSpPr>
          <p:nvPr>
            <p:ph type="title"/>
          </p:nvPr>
        </p:nvSpPr>
        <p:spPr>
          <a:xfrm>
            <a:off x="664628" y="842411"/>
            <a:ext cx="6884244" cy="5336340"/>
          </a:xfrm>
        </p:spPr>
        <p:txBody>
          <a:bodyPr vert="horz" lIns="228600" tIns="228600" rIns="228600" bIns="0" rtlCol="0" anchor="ctr">
            <a:noAutofit/>
          </a:bodyPr>
          <a:lstStyle/>
          <a:p>
            <a:pPr algn="l">
              <a:lnSpc>
                <a:spcPct val="80000"/>
              </a:lnSpc>
            </a:pPr>
            <a:r>
              <a:rPr lang="en-US" sz="2000" dirty="0">
                <a:solidFill>
                  <a:schemeClr val="tx1"/>
                </a:solidFill>
              </a:rPr>
              <a:t>Tema de investigación, nociones matemáticas y problemática a abordar </a:t>
            </a:r>
            <a:br>
              <a:rPr lang="en-US" sz="2000" dirty="0">
                <a:solidFill>
                  <a:schemeClr val="tx1"/>
                </a:solidFill>
              </a:rPr>
            </a:br>
            <a:br>
              <a:rPr lang="en-US" sz="2000" dirty="0">
                <a:solidFill>
                  <a:schemeClr val="tx1"/>
                </a:solidFill>
              </a:rPr>
            </a:br>
            <a:r>
              <a:rPr lang="es-CL" sz="2000" dirty="0">
                <a:solidFill>
                  <a:schemeClr val="tx1"/>
                </a:solidFill>
                <a:latin typeface="Arial" panose="020B0604020202020204" pitchFamily="34" charset="0"/>
                <a:cs typeface="Arial" panose="020B0604020202020204" pitchFamily="34" charset="0"/>
              </a:rPr>
              <a:t>Nuestro</a:t>
            </a:r>
            <a:r>
              <a:rPr lang="en-US" sz="2000" dirty="0">
                <a:solidFill>
                  <a:schemeClr val="tx1"/>
                </a:solidFill>
                <a:latin typeface="Arial" panose="020B0604020202020204" pitchFamily="34" charset="0"/>
                <a:cs typeface="Arial" panose="020B0604020202020204" pitchFamily="34" charset="0"/>
              </a:rPr>
              <a:t> </a:t>
            </a:r>
            <a:r>
              <a:rPr lang="es-CL" sz="2000" dirty="0">
                <a:solidFill>
                  <a:schemeClr val="tx1"/>
                </a:solidFill>
                <a:latin typeface="Arial" panose="020B0604020202020204" pitchFamily="34" charset="0"/>
                <a:cs typeface="Arial" panose="020B0604020202020204" pitchFamily="34" charset="0"/>
              </a:rPr>
              <a:t>tema</a:t>
            </a:r>
            <a:r>
              <a:rPr lang="en-US" sz="2000" dirty="0">
                <a:solidFill>
                  <a:schemeClr val="tx1"/>
                </a:solidFill>
                <a:latin typeface="Arial" panose="020B0604020202020204" pitchFamily="34" charset="0"/>
                <a:cs typeface="Arial" panose="020B0604020202020204" pitchFamily="34" charset="0"/>
              </a:rPr>
              <a:t> de investigation se </a:t>
            </a:r>
            <a:r>
              <a:rPr lang="es-CL" sz="2000" dirty="0">
                <a:solidFill>
                  <a:schemeClr val="tx1"/>
                </a:solidFill>
                <a:latin typeface="Arial" panose="020B0604020202020204" pitchFamily="34" charset="0"/>
                <a:cs typeface="Arial" panose="020B0604020202020204" pitchFamily="34" charset="0"/>
              </a:rPr>
              <a:t>basa</a:t>
            </a:r>
            <a:r>
              <a:rPr lang="en-US" sz="2000" dirty="0">
                <a:solidFill>
                  <a:schemeClr val="tx1"/>
                </a:solidFill>
                <a:latin typeface="Arial" panose="020B0604020202020204" pitchFamily="34" charset="0"/>
                <a:cs typeface="Arial" panose="020B0604020202020204" pitchFamily="34" charset="0"/>
              </a:rPr>
              <a:t> </a:t>
            </a:r>
            <a:r>
              <a:rPr lang="es-CL" sz="2000" dirty="0">
                <a:solidFill>
                  <a:schemeClr val="tx1"/>
                </a:solidFill>
                <a:latin typeface="Arial" panose="020B0604020202020204" pitchFamily="34" charset="0"/>
                <a:cs typeface="Arial" panose="020B0604020202020204" pitchFamily="34" charset="0"/>
              </a:rPr>
              <a:t>en descubrir  como la matemática influye  en algunas de  las  fallas mas comunes  en  un  tractor o como aplicarlas a cada una de ellas ya sea reparando  o haciendo alguna mantención al  tractor.</a:t>
            </a:r>
            <a:br>
              <a:rPr lang="es-CL" sz="2000" dirty="0">
                <a:solidFill>
                  <a:schemeClr val="tx1"/>
                </a:solidFill>
                <a:latin typeface="Arial" panose="020B0604020202020204" pitchFamily="34" charset="0"/>
                <a:cs typeface="Arial" panose="020B0604020202020204" pitchFamily="34" charset="0"/>
              </a:rPr>
            </a:br>
            <a:r>
              <a:rPr lang="es-CL" sz="2000" dirty="0">
                <a:solidFill>
                  <a:schemeClr val="tx1"/>
                </a:solidFill>
                <a:latin typeface="Arial" panose="020B0604020202020204" pitchFamily="34" charset="0"/>
                <a:cs typeface="Arial" panose="020B0604020202020204" pitchFamily="34" charset="0"/>
              </a:rPr>
              <a:t>En base de las nociones matemáticas ocuparemos tales como el porcentaje, ya que debido al echo del desgaste podemos ver cuanto de porcentaje se han desgastado algún componente.</a:t>
            </a:r>
            <a:br>
              <a:rPr lang="es-CL" sz="2000" dirty="0">
                <a:solidFill>
                  <a:schemeClr val="tx1"/>
                </a:solidFill>
                <a:latin typeface="Arial" panose="020B0604020202020204" pitchFamily="34" charset="0"/>
                <a:cs typeface="Arial" panose="020B0604020202020204" pitchFamily="34" charset="0"/>
              </a:rPr>
            </a:br>
            <a:r>
              <a:rPr lang="es-CL" sz="2000" dirty="0">
                <a:solidFill>
                  <a:schemeClr val="tx1"/>
                </a:solidFill>
                <a:latin typeface="Arial" panose="020B0604020202020204" pitchFamily="34" charset="0"/>
                <a:cs typeface="Arial" panose="020B0604020202020204" pitchFamily="34" charset="0"/>
              </a:rPr>
              <a:t> </a:t>
            </a:r>
            <a:r>
              <a:rPr lang="en-US" sz="2000" dirty="0">
                <a:solidFill>
                  <a:schemeClr val="tx1"/>
                </a:solidFill>
                <a:latin typeface="Arial" panose="020B0604020202020204" pitchFamily="34" charset="0"/>
                <a:cs typeface="Arial" panose="020B0604020202020204" pitchFamily="34" charset="0"/>
              </a:rPr>
              <a:t> </a:t>
            </a:r>
          </a:p>
        </p:txBody>
      </p:sp>
      <p:sp>
        <p:nvSpPr>
          <p:cNvPr id="112" name="Isosceles Triangle 111">
            <a:extLst>
              <a:ext uri="{FF2B5EF4-FFF2-40B4-BE49-F238E27FC236}">
                <a16:creationId xmlns:a16="http://schemas.microsoft.com/office/drawing/2014/main" id="{78B6E08A-861F-4A1A-BCF0-69429C5A2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025316" y="3342776"/>
            <a:ext cx="200040" cy="17244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3527147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84DB7353-7D7A-431B-A5B6-A3845E6F2B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8" name="Freeform 5">
              <a:extLst>
                <a:ext uri="{FF2B5EF4-FFF2-40B4-BE49-F238E27FC236}">
                  <a16:creationId xmlns:a16="http://schemas.microsoft.com/office/drawing/2014/main" id="{9E8D15D6-6183-4BE1-A315-C7EC9C1A5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 name="Freeform 6">
              <a:extLst>
                <a:ext uri="{FF2B5EF4-FFF2-40B4-BE49-F238E27FC236}">
                  <a16:creationId xmlns:a16="http://schemas.microsoft.com/office/drawing/2014/main" id="{82A253FA-4E60-4B4D-94B0-93ECFCF30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 name="Freeform 7">
              <a:extLst>
                <a:ext uri="{FF2B5EF4-FFF2-40B4-BE49-F238E27FC236}">
                  <a16:creationId xmlns:a16="http://schemas.microsoft.com/office/drawing/2014/main" id="{E1B39AD1-11BD-457B-822C-A873607F41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1" name="Freeform 8">
              <a:extLst>
                <a:ext uri="{FF2B5EF4-FFF2-40B4-BE49-F238E27FC236}">
                  <a16:creationId xmlns:a16="http://schemas.microsoft.com/office/drawing/2014/main" id="{CC286005-78D5-4BE4-AA8B-75CDC07E78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 name="Freeform 9">
              <a:extLst>
                <a:ext uri="{FF2B5EF4-FFF2-40B4-BE49-F238E27FC236}">
                  <a16:creationId xmlns:a16="http://schemas.microsoft.com/office/drawing/2014/main" id="{09E4A22D-7E83-4F24-97FE-931A93CAC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10">
              <a:extLst>
                <a:ext uri="{FF2B5EF4-FFF2-40B4-BE49-F238E27FC236}">
                  <a16:creationId xmlns:a16="http://schemas.microsoft.com/office/drawing/2014/main" id="{4351E96B-8DD4-4D5E-A9F0-C47F5F3378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11">
              <a:extLst>
                <a:ext uri="{FF2B5EF4-FFF2-40B4-BE49-F238E27FC236}">
                  <a16:creationId xmlns:a16="http://schemas.microsoft.com/office/drawing/2014/main" id="{BFF78610-2475-4756-9EC8-5DA7D8902D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 name="Freeform 12">
              <a:extLst>
                <a:ext uri="{FF2B5EF4-FFF2-40B4-BE49-F238E27FC236}">
                  <a16:creationId xmlns:a16="http://schemas.microsoft.com/office/drawing/2014/main" id="{C7ACAE44-681D-4CBC-B2AB-E5131DF5A8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6" name="Freeform 13">
              <a:extLst>
                <a:ext uri="{FF2B5EF4-FFF2-40B4-BE49-F238E27FC236}">
                  <a16:creationId xmlns:a16="http://schemas.microsoft.com/office/drawing/2014/main" id="{CA22E4A0-73AA-4722-9C16-F3AF9A33EC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4">
              <a:extLst>
                <a:ext uri="{FF2B5EF4-FFF2-40B4-BE49-F238E27FC236}">
                  <a16:creationId xmlns:a16="http://schemas.microsoft.com/office/drawing/2014/main" id="{BB36E626-EBEB-41C0-B224-8DB049DB4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8" name="Freeform 15">
              <a:extLst>
                <a:ext uri="{FF2B5EF4-FFF2-40B4-BE49-F238E27FC236}">
                  <a16:creationId xmlns:a16="http://schemas.microsoft.com/office/drawing/2014/main" id="{D603DEC5-BED4-4DB6-A253-F61CC36742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9" name="Freeform 16">
              <a:extLst>
                <a:ext uri="{FF2B5EF4-FFF2-40B4-BE49-F238E27FC236}">
                  <a16:creationId xmlns:a16="http://schemas.microsoft.com/office/drawing/2014/main" id="{86AE9DE6-CA9A-479B-A0FB-0E1BAC7A6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0" name="Freeform 17">
              <a:extLst>
                <a:ext uri="{FF2B5EF4-FFF2-40B4-BE49-F238E27FC236}">
                  <a16:creationId xmlns:a16="http://schemas.microsoft.com/office/drawing/2014/main" id="{16CB8DC8-E75F-4574-A290-AAB7031BE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8">
              <a:extLst>
                <a:ext uri="{FF2B5EF4-FFF2-40B4-BE49-F238E27FC236}">
                  <a16:creationId xmlns:a16="http://schemas.microsoft.com/office/drawing/2014/main" id="{1CA657E1-3A52-4C23-AA47-EBB2D5C414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9">
              <a:extLst>
                <a:ext uri="{FF2B5EF4-FFF2-40B4-BE49-F238E27FC236}">
                  <a16:creationId xmlns:a16="http://schemas.microsoft.com/office/drawing/2014/main" id="{ED4F701B-2A93-464F-A673-54EED5C4C4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20">
              <a:extLst>
                <a:ext uri="{FF2B5EF4-FFF2-40B4-BE49-F238E27FC236}">
                  <a16:creationId xmlns:a16="http://schemas.microsoft.com/office/drawing/2014/main" id="{9977C34F-F6C9-4749-B201-7B928802D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21">
              <a:extLst>
                <a:ext uri="{FF2B5EF4-FFF2-40B4-BE49-F238E27FC236}">
                  <a16:creationId xmlns:a16="http://schemas.microsoft.com/office/drawing/2014/main" id="{3A913E6B-DBE9-4291-A34C-36069ECB8E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22">
              <a:extLst>
                <a:ext uri="{FF2B5EF4-FFF2-40B4-BE49-F238E27FC236}">
                  <a16:creationId xmlns:a16="http://schemas.microsoft.com/office/drawing/2014/main" id="{7D415C04-AB5C-4B76-9E49-EEBAEE64D0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6" name="Freeform 23">
              <a:extLst>
                <a:ext uri="{FF2B5EF4-FFF2-40B4-BE49-F238E27FC236}">
                  <a16:creationId xmlns:a16="http://schemas.microsoft.com/office/drawing/2014/main" id="{151FDC11-E872-4EAE-A597-822F9FE170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8" name="Group 27">
            <a:extLst>
              <a:ext uri="{FF2B5EF4-FFF2-40B4-BE49-F238E27FC236}">
                <a16:creationId xmlns:a16="http://schemas.microsoft.com/office/drawing/2014/main" id="{1B24766B-81CA-44C7-BF11-77A12BA424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69293" y="1186483"/>
            <a:ext cx="8848345" cy="4477933"/>
            <a:chOff x="1669293" y="1186483"/>
            <a:chExt cx="8848345" cy="4477933"/>
          </a:xfrm>
        </p:grpSpPr>
        <p:sp>
          <p:nvSpPr>
            <p:cNvPr id="29" name="Rectangle 28">
              <a:extLst>
                <a:ext uri="{FF2B5EF4-FFF2-40B4-BE49-F238E27FC236}">
                  <a16:creationId xmlns:a16="http://schemas.microsoft.com/office/drawing/2014/main" id="{1A2F9962-DEB8-461C-8B4C-C0ED0D8A7B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Isosceles Triangle 29">
              <a:extLst>
                <a:ext uri="{FF2B5EF4-FFF2-40B4-BE49-F238E27FC236}">
                  <a16:creationId xmlns:a16="http://schemas.microsoft.com/office/drawing/2014/main" id="{C0672E08-EB09-4B8E-8522-24BBC2CFFD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1" name="Rectangle 30">
              <a:extLst>
                <a:ext uri="{FF2B5EF4-FFF2-40B4-BE49-F238E27FC236}">
                  <a16:creationId xmlns:a16="http://schemas.microsoft.com/office/drawing/2014/main" id="{3447AB64-F3EC-4A1F-BFD4-F0F9DB3DAD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useBgFill="1">
        <p:nvSpPr>
          <p:cNvPr id="33" name="Rectangle 32">
            <a:extLst>
              <a:ext uri="{FF2B5EF4-FFF2-40B4-BE49-F238E27FC236}">
                <a16:creationId xmlns:a16="http://schemas.microsoft.com/office/drawing/2014/main" id="{8E6FBA34-A511-45C9-9400-D436918402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0511957-82E8-115C-643E-E2F3E1D83AAC}"/>
              </a:ext>
            </a:extLst>
          </p:cNvPr>
          <p:cNvSpPr>
            <a:spLocks noGrp="1"/>
          </p:cNvSpPr>
          <p:nvPr>
            <p:ph type="title"/>
          </p:nvPr>
        </p:nvSpPr>
        <p:spPr>
          <a:xfrm>
            <a:off x="4818224" y="1246862"/>
            <a:ext cx="6107985" cy="4313826"/>
          </a:xfrm>
        </p:spPr>
        <p:txBody>
          <a:bodyPr vert="horz" lIns="228600" tIns="228600" rIns="228600" bIns="0" rtlCol="0" anchor="ctr">
            <a:normAutofit/>
          </a:bodyPr>
          <a:lstStyle/>
          <a:p>
            <a:pPr algn="l">
              <a:lnSpc>
                <a:spcPct val="80000"/>
              </a:lnSpc>
            </a:pPr>
            <a:r>
              <a:rPr lang="en-US" sz="2000" dirty="0" err="1">
                <a:solidFill>
                  <a:schemeClr val="tx1"/>
                </a:solidFill>
              </a:rPr>
              <a:t>Diapositiva</a:t>
            </a:r>
            <a:r>
              <a:rPr lang="en-US" sz="2000" dirty="0">
                <a:solidFill>
                  <a:schemeClr val="tx1"/>
                </a:solidFill>
              </a:rPr>
              <a:t> 4: </a:t>
            </a:r>
            <a:r>
              <a:rPr lang="en-US" sz="2000" dirty="0" err="1">
                <a:solidFill>
                  <a:schemeClr val="tx1"/>
                </a:solidFill>
              </a:rPr>
              <a:t>Objetivos</a:t>
            </a:r>
            <a:r>
              <a:rPr lang="en-US" sz="2000" dirty="0">
                <a:solidFill>
                  <a:schemeClr val="tx1"/>
                </a:solidFill>
              </a:rPr>
              <a:t> y </a:t>
            </a:r>
            <a:r>
              <a:rPr lang="en-US" sz="2000" dirty="0" err="1">
                <a:solidFill>
                  <a:schemeClr val="tx1"/>
                </a:solidFill>
              </a:rPr>
              <a:t>preguntas</a:t>
            </a:r>
            <a:r>
              <a:rPr lang="en-US" sz="2000" dirty="0">
                <a:solidFill>
                  <a:schemeClr val="tx1"/>
                </a:solidFill>
              </a:rPr>
              <a:t> de investigación </a:t>
            </a:r>
            <a:r>
              <a:rPr lang="en-US" sz="7200" dirty="0">
                <a:solidFill>
                  <a:schemeClr val="tx1"/>
                </a:solidFill>
              </a:rPr>
              <a:t> </a:t>
            </a:r>
            <a:br>
              <a:rPr lang="en-US" sz="7200" dirty="0">
                <a:solidFill>
                  <a:schemeClr val="tx1"/>
                </a:solidFill>
              </a:rPr>
            </a:br>
            <a:r>
              <a:rPr lang="en-US" sz="2000" dirty="0" err="1">
                <a:solidFill>
                  <a:schemeClr val="tx1"/>
                </a:solidFill>
                <a:latin typeface="Arial" panose="020B0604020202020204" pitchFamily="34" charset="0"/>
                <a:cs typeface="Arial" panose="020B0604020202020204" pitchFamily="34" charset="0"/>
              </a:rPr>
              <a:t>Objetivos</a:t>
            </a:r>
            <a:r>
              <a:rPr lang="en-US" sz="2000" dirty="0">
                <a:solidFill>
                  <a:schemeClr val="tx1"/>
                </a:solidFill>
                <a:latin typeface="Arial" panose="020B0604020202020204" pitchFamily="34" charset="0"/>
                <a:cs typeface="Arial" panose="020B0604020202020204" pitchFamily="34" charset="0"/>
              </a:rPr>
              <a:t>: Los </a:t>
            </a:r>
            <a:r>
              <a:rPr lang="en-US" sz="2000" dirty="0" err="1">
                <a:solidFill>
                  <a:schemeClr val="tx1"/>
                </a:solidFill>
                <a:latin typeface="Arial" panose="020B0604020202020204" pitchFamily="34" charset="0"/>
                <a:cs typeface="Arial" panose="020B0604020202020204" pitchFamily="34" charset="0"/>
              </a:rPr>
              <a:t>objetivos</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principales</a:t>
            </a:r>
            <a:r>
              <a:rPr lang="en-US" sz="2000" dirty="0">
                <a:solidFill>
                  <a:schemeClr val="tx1"/>
                </a:solidFill>
                <a:latin typeface="Arial" panose="020B0604020202020204" pitchFamily="34" charset="0"/>
                <a:cs typeface="Arial" panose="020B0604020202020204" pitchFamily="34" charset="0"/>
              </a:rPr>
              <a:t> son </a:t>
            </a:r>
            <a:r>
              <a:rPr lang="en-US" sz="2000" dirty="0" err="1">
                <a:solidFill>
                  <a:schemeClr val="tx1"/>
                </a:solidFill>
                <a:latin typeface="Arial" panose="020B0604020202020204" pitchFamily="34" charset="0"/>
                <a:cs typeface="Arial" panose="020B0604020202020204" pitchFamily="34" charset="0"/>
              </a:rPr>
              <a:t>dar</a:t>
            </a:r>
            <a:r>
              <a:rPr lang="en-US" sz="2000" dirty="0">
                <a:solidFill>
                  <a:schemeClr val="tx1"/>
                </a:solidFill>
                <a:latin typeface="Arial" panose="020B0604020202020204" pitchFamily="34" charset="0"/>
                <a:cs typeface="Arial" panose="020B0604020202020204" pitchFamily="34" charset="0"/>
              </a:rPr>
              <a:t> a </a:t>
            </a:r>
            <a:r>
              <a:rPr lang="en-US" sz="2000" dirty="0" err="1">
                <a:solidFill>
                  <a:schemeClr val="tx1"/>
                </a:solidFill>
                <a:latin typeface="Arial" panose="020B0604020202020204" pitchFamily="34" charset="0"/>
                <a:cs typeface="Arial" panose="020B0604020202020204" pitchFamily="34" charset="0"/>
              </a:rPr>
              <a:t>conocer</a:t>
            </a:r>
            <a:r>
              <a:rPr lang="en-US" sz="2000" dirty="0">
                <a:solidFill>
                  <a:schemeClr val="tx1"/>
                </a:solidFill>
                <a:latin typeface="Arial" panose="020B0604020202020204" pitchFamily="34" charset="0"/>
                <a:cs typeface="Arial" panose="020B0604020202020204" pitchFamily="34" charset="0"/>
              </a:rPr>
              <a:t> la </a:t>
            </a:r>
            <a:r>
              <a:rPr lang="en-US" sz="2000" dirty="0" err="1">
                <a:solidFill>
                  <a:schemeClr val="tx1"/>
                </a:solidFill>
                <a:latin typeface="Arial" panose="020B0604020202020204" pitchFamily="34" charset="0"/>
                <a:cs typeface="Arial" panose="020B0604020202020204" pitchFamily="34" charset="0"/>
              </a:rPr>
              <a:t>importancia</a:t>
            </a:r>
            <a:r>
              <a:rPr lang="en-US" sz="2000" dirty="0">
                <a:solidFill>
                  <a:schemeClr val="tx1"/>
                </a:solidFill>
                <a:latin typeface="Arial" panose="020B0604020202020204" pitchFamily="34" charset="0"/>
                <a:cs typeface="Arial" panose="020B0604020202020204" pitchFamily="34" charset="0"/>
              </a:rPr>
              <a:t> que </a:t>
            </a:r>
            <a:r>
              <a:rPr lang="en-US" sz="2000" dirty="0" err="1">
                <a:solidFill>
                  <a:schemeClr val="tx1"/>
                </a:solidFill>
                <a:latin typeface="Arial" panose="020B0604020202020204" pitchFamily="34" charset="0"/>
                <a:cs typeface="Arial" panose="020B0604020202020204" pitchFamily="34" charset="0"/>
              </a:rPr>
              <a:t>tienen</a:t>
            </a:r>
            <a:r>
              <a:rPr lang="en-US" sz="2000" dirty="0">
                <a:solidFill>
                  <a:schemeClr val="tx1"/>
                </a:solidFill>
                <a:latin typeface="Arial" panose="020B0604020202020204" pitchFamily="34" charset="0"/>
                <a:cs typeface="Arial" panose="020B0604020202020204" pitchFamily="34" charset="0"/>
              </a:rPr>
              <a:t> las </a:t>
            </a:r>
            <a:r>
              <a:rPr lang="en-US" sz="2000" dirty="0" err="1">
                <a:solidFill>
                  <a:schemeClr val="tx1"/>
                </a:solidFill>
                <a:latin typeface="Arial" panose="020B0604020202020204" pitchFamily="34" charset="0"/>
                <a:cs typeface="Arial" panose="020B0604020202020204" pitchFamily="34" charset="0"/>
              </a:rPr>
              <a:t>matematicas</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dentro</a:t>
            </a:r>
            <a:r>
              <a:rPr lang="en-US" sz="2000" dirty="0">
                <a:solidFill>
                  <a:schemeClr val="tx1"/>
                </a:solidFill>
                <a:latin typeface="Arial" panose="020B0604020202020204" pitchFamily="34" charset="0"/>
                <a:cs typeface="Arial" panose="020B0604020202020204" pitchFamily="34" charset="0"/>
              </a:rPr>
              <a:t> de </a:t>
            </a:r>
            <a:r>
              <a:rPr lang="en-US" sz="2000" dirty="0" err="1">
                <a:solidFill>
                  <a:schemeClr val="tx1"/>
                </a:solidFill>
                <a:latin typeface="Arial" panose="020B0604020202020204" pitchFamily="34" charset="0"/>
                <a:cs typeface="Arial" panose="020B0604020202020204" pitchFamily="34" charset="0"/>
              </a:rPr>
              <a:t>cualquier</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ámbito</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laboral</a:t>
            </a:r>
            <a:r>
              <a:rPr lang="en-US" sz="2000" dirty="0">
                <a:solidFill>
                  <a:schemeClr val="tx1"/>
                </a:solidFill>
                <a:latin typeface="Arial" panose="020B0604020202020204" pitchFamily="34" charset="0"/>
                <a:cs typeface="Arial" panose="020B0604020202020204" pitchFamily="34" charset="0"/>
              </a:rPr>
              <a:t>.</a:t>
            </a:r>
            <a:br>
              <a:rPr lang="en-US" sz="2000" dirty="0">
                <a:solidFill>
                  <a:schemeClr val="tx1"/>
                </a:solidFill>
                <a:latin typeface="Arial" panose="020B0604020202020204" pitchFamily="34" charset="0"/>
                <a:cs typeface="Arial" panose="020B0604020202020204" pitchFamily="34" charset="0"/>
              </a:rPr>
            </a:br>
            <a:r>
              <a:rPr lang="en-US" sz="2000" dirty="0" err="1">
                <a:solidFill>
                  <a:schemeClr val="tx1"/>
                </a:solidFill>
                <a:latin typeface="Arial" panose="020B0604020202020204" pitchFamily="34" charset="0"/>
                <a:cs typeface="Arial" panose="020B0604020202020204" pitchFamily="34" charset="0"/>
              </a:rPr>
              <a:t>Preguntas</a:t>
            </a:r>
            <a:r>
              <a:rPr lang="en-US" sz="2000" dirty="0">
                <a:solidFill>
                  <a:schemeClr val="tx1"/>
                </a:solidFill>
                <a:latin typeface="Arial" panose="020B0604020202020204" pitchFamily="34" charset="0"/>
                <a:cs typeface="Arial" panose="020B0604020202020204" pitchFamily="34" charset="0"/>
              </a:rPr>
              <a:t>:</a:t>
            </a:r>
            <a:br>
              <a:rPr lang="en-US" sz="2000" dirty="0">
                <a:solidFill>
                  <a:schemeClr val="tx1"/>
                </a:solidFill>
                <a:latin typeface="Arial" panose="020B0604020202020204" pitchFamily="34" charset="0"/>
                <a:cs typeface="Arial" panose="020B0604020202020204" pitchFamily="34" charset="0"/>
              </a:rPr>
            </a:br>
            <a:r>
              <a:rPr lang="en-US" sz="2000" dirty="0">
                <a:solidFill>
                  <a:schemeClr val="tx1"/>
                </a:solidFill>
                <a:latin typeface="Arial" panose="020B0604020202020204" pitchFamily="34" charset="0"/>
                <a:cs typeface="Arial" panose="020B0604020202020204" pitchFamily="34" charset="0"/>
              </a:rPr>
              <a:t>-¿</a:t>
            </a:r>
            <a:r>
              <a:rPr lang="en-US" sz="2000" dirty="0" err="1">
                <a:solidFill>
                  <a:schemeClr val="tx1"/>
                </a:solidFill>
                <a:latin typeface="Arial" panose="020B0604020202020204" pitchFamily="34" charset="0"/>
                <a:cs typeface="Arial" panose="020B0604020202020204" pitchFamily="34" charset="0"/>
              </a:rPr>
              <a:t>Quién</a:t>
            </a:r>
            <a:r>
              <a:rPr lang="en-US" sz="2000" dirty="0">
                <a:solidFill>
                  <a:schemeClr val="tx1"/>
                </a:solidFill>
                <a:latin typeface="Arial" panose="020B0604020202020204" pitchFamily="34" charset="0"/>
                <a:cs typeface="Arial" panose="020B0604020202020204" pitchFamily="34" charset="0"/>
              </a:rPr>
              <a:t> se </a:t>
            </a:r>
            <a:r>
              <a:rPr lang="en-US" sz="2000" dirty="0" err="1">
                <a:solidFill>
                  <a:schemeClr val="tx1"/>
                </a:solidFill>
                <a:latin typeface="Arial" panose="020B0604020202020204" pitchFamily="34" charset="0"/>
                <a:cs typeface="Arial" panose="020B0604020202020204" pitchFamily="34" charset="0"/>
              </a:rPr>
              <a:t>veria</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afectado</a:t>
            </a:r>
            <a:r>
              <a:rPr lang="en-US" sz="2000" dirty="0">
                <a:solidFill>
                  <a:schemeClr val="tx1"/>
                </a:solidFill>
                <a:latin typeface="Arial" panose="020B0604020202020204" pitchFamily="34" charset="0"/>
                <a:cs typeface="Arial" panose="020B0604020202020204" pitchFamily="34" charset="0"/>
              </a:rPr>
              <a:t>?</a:t>
            </a:r>
            <a:br>
              <a:rPr lang="en-US" sz="2000" dirty="0">
                <a:solidFill>
                  <a:schemeClr val="tx1"/>
                </a:solidFill>
                <a:latin typeface="Arial" panose="020B0604020202020204" pitchFamily="34" charset="0"/>
                <a:cs typeface="Arial" panose="020B0604020202020204" pitchFamily="34" charset="0"/>
              </a:rPr>
            </a:br>
            <a:r>
              <a:rPr lang="en-US" sz="2000" dirty="0">
                <a:solidFill>
                  <a:schemeClr val="tx1"/>
                </a:solidFill>
                <a:latin typeface="Arial" panose="020B0604020202020204" pitchFamily="34" charset="0"/>
                <a:cs typeface="Arial" panose="020B0604020202020204" pitchFamily="34" charset="0"/>
              </a:rPr>
              <a:t>-¿Por </a:t>
            </a:r>
            <a:r>
              <a:rPr lang="en-US" sz="2000" dirty="0" err="1">
                <a:solidFill>
                  <a:schemeClr val="tx1"/>
                </a:solidFill>
                <a:latin typeface="Arial" panose="020B0604020202020204" pitchFamily="34" charset="0"/>
                <a:cs typeface="Arial" panose="020B0604020202020204" pitchFamily="34" charset="0"/>
              </a:rPr>
              <a:t>qué</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dejaria</a:t>
            </a:r>
            <a:r>
              <a:rPr lang="en-US" sz="2000" dirty="0">
                <a:solidFill>
                  <a:schemeClr val="tx1"/>
                </a:solidFill>
                <a:latin typeface="Arial" panose="020B0604020202020204" pitchFamily="34" charset="0"/>
                <a:cs typeface="Arial" panose="020B0604020202020204" pitchFamily="34" charset="0"/>
              </a:rPr>
              <a:t> de </a:t>
            </a:r>
            <a:r>
              <a:rPr lang="en-US" sz="2000" dirty="0" err="1">
                <a:solidFill>
                  <a:schemeClr val="tx1"/>
                </a:solidFill>
                <a:latin typeface="Arial" panose="020B0604020202020204" pitchFamily="34" charset="0"/>
                <a:cs typeface="Arial" panose="020B0604020202020204" pitchFamily="34" charset="0"/>
              </a:rPr>
              <a:t>funcionar</a:t>
            </a:r>
            <a:r>
              <a:rPr lang="en-US" sz="2000" dirty="0">
                <a:solidFill>
                  <a:schemeClr val="tx1"/>
                </a:solidFill>
                <a:latin typeface="Arial" panose="020B0604020202020204" pitchFamily="34" charset="0"/>
                <a:cs typeface="Arial" panose="020B0604020202020204" pitchFamily="34" charset="0"/>
              </a:rPr>
              <a:t>?</a:t>
            </a:r>
            <a:br>
              <a:rPr lang="en-US" sz="2000" dirty="0">
                <a:solidFill>
                  <a:schemeClr val="tx1"/>
                </a:solidFill>
                <a:latin typeface="Arial" panose="020B0604020202020204" pitchFamily="34" charset="0"/>
                <a:cs typeface="Arial" panose="020B0604020202020204" pitchFamily="34" charset="0"/>
              </a:rPr>
            </a:br>
            <a:r>
              <a:rPr lang="en-US" sz="2000" dirty="0">
                <a:solidFill>
                  <a:schemeClr val="tx1"/>
                </a:solidFill>
                <a:latin typeface="Arial" panose="020B0604020202020204" pitchFamily="34" charset="0"/>
                <a:cs typeface="Arial" panose="020B0604020202020204" pitchFamily="34" charset="0"/>
              </a:rPr>
              <a:t>-¿Es </a:t>
            </a:r>
            <a:r>
              <a:rPr lang="en-US" sz="2000" dirty="0" err="1">
                <a:solidFill>
                  <a:schemeClr val="tx1"/>
                </a:solidFill>
                <a:latin typeface="Arial" panose="020B0604020202020204" pitchFamily="34" charset="0"/>
                <a:cs typeface="Arial" panose="020B0604020202020204" pitchFamily="34" charset="0"/>
              </a:rPr>
              <a:t>necesario</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tener</a:t>
            </a:r>
            <a:r>
              <a:rPr lang="en-US" sz="2000" dirty="0">
                <a:solidFill>
                  <a:schemeClr val="tx1"/>
                </a:solidFill>
                <a:latin typeface="Arial" panose="020B0604020202020204" pitchFamily="34" charset="0"/>
                <a:cs typeface="Arial" panose="020B0604020202020204" pitchFamily="34" charset="0"/>
              </a:rPr>
              <a:t> un </a:t>
            </a:r>
            <a:r>
              <a:rPr lang="en-US" sz="2000" dirty="0" err="1">
                <a:solidFill>
                  <a:schemeClr val="tx1"/>
                </a:solidFill>
                <a:latin typeface="Arial" panose="020B0604020202020204" pitchFamily="34" charset="0"/>
                <a:cs typeface="Arial" panose="020B0604020202020204" pitchFamily="34" charset="0"/>
              </a:rPr>
              <a:t>mecánico</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dentro</a:t>
            </a:r>
            <a:r>
              <a:rPr lang="en-US" sz="2000" dirty="0">
                <a:solidFill>
                  <a:schemeClr val="tx1"/>
                </a:solidFill>
                <a:latin typeface="Arial" panose="020B0604020202020204" pitchFamily="34" charset="0"/>
                <a:cs typeface="Arial" panose="020B0604020202020204" pitchFamily="34" charset="0"/>
              </a:rPr>
              <a:t> del </a:t>
            </a:r>
            <a:r>
              <a:rPr lang="en-US" sz="2000" dirty="0" err="1">
                <a:solidFill>
                  <a:schemeClr val="tx1"/>
                </a:solidFill>
                <a:latin typeface="Arial" panose="020B0604020202020204" pitchFamily="34" charset="0"/>
                <a:cs typeface="Arial" panose="020B0604020202020204" pitchFamily="34" charset="0"/>
              </a:rPr>
              <a:t>grupo</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laboral</a:t>
            </a:r>
            <a:r>
              <a:rPr lang="en-US" sz="2000" dirty="0">
                <a:solidFill>
                  <a:schemeClr val="tx1"/>
                </a:solidFill>
                <a:latin typeface="Arial" panose="020B0604020202020204" pitchFamily="34" charset="0"/>
                <a:cs typeface="Arial" panose="020B0604020202020204" pitchFamily="34" charset="0"/>
              </a:rPr>
              <a:t>?</a:t>
            </a:r>
            <a:br>
              <a:rPr lang="en-US" sz="2000" dirty="0">
                <a:solidFill>
                  <a:schemeClr val="tx1"/>
                </a:solidFill>
                <a:latin typeface="Arial" panose="020B0604020202020204" pitchFamily="34" charset="0"/>
                <a:cs typeface="Arial" panose="020B0604020202020204" pitchFamily="34" charset="0"/>
              </a:rPr>
            </a:br>
            <a:r>
              <a:rPr lang="en-US" sz="2000" dirty="0">
                <a:solidFill>
                  <a:schemeClr val="tx1"/>
                </a:solidFill>
                <a:latin typeface="Arial" panose="020B0604020202020204" pitchFamily="34" charset="0"/>
                <a:cs typeface="Arial" panose="020B0604020202020204" pitchFamily="34" charset="0"/>
              </a:rPr>
              <a:t>-¿Para </a:t>
            </a:r>
            <a:r>
              <a:rPr lang="en-US" sz="2000" dirty="0" err="1">
                <a:solidFill>
                  <a:schemeClr val="tx1"/>
                </a:solidFill>
                <a:latin typeface="Arial" panose="020B0604020202020204" pitchFamily="34" charset="0"/>
                <a:cs typeface="Arial" panose="020B0604020202020204" pitchFamily="34" charset="0"/>
              </a:rPr>
              <a:t>qué</a:t>
            </a:r>
            <a:r>
              <a:rPr lang="en-US" sz="2000" dirty="0">
                <a:solidFill>
                  <a:schemeClr val="tx1"/>
                </a:solidFill>
                <a:latin typeface="Arial" panose="020B0604020202020204" pitchFamily="34" charset="0"/>
                <a:cs typeface="Arial" panose="020B0604020202020204" pitchFamily="34" charset="0"/>
              </a:rPr>
              <a:t> se </a:t>
            </a:r>
            <a:r>
              <a:rPr lang="en-US" sz="2000" dirty="0" err="1">
                <a:solidFill>
                  <a:schemeClr val="tx1"/>
                </a:solidFill>
                <a:latin typeface="Arial" panose="020B0604020202020204" pitchFamily="34" charset="0"/>
                <a:cs typeface="Arial" panose="020B0604020202020204" pitchFamily="34" charset="0"/>
              </a:rPr>
              <a:t>utiliza</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el</a:t>
            </a:r>
            <a:r>
              <a:rPr lang="en-US" sz="2000" dirty="0">
                <a:solidFill>
                  <a:schemeClr val="tx1"/>
                </a:solidFill>
                <a:latin typeface="Arial" panose="020B0604020202020204" pitchFamily="34" charset="0"/>
                <a:cs typeface="Arial" panose="020B0604020202020204" pitchFamily="34" charset="0"/>
              </a:rPr>
              <a:t> tractor?</a:t>
            </a:r>
            <a:endParaRPr lang="en-US" sz="7200" dirty="0">
              <a:solidFill>
                <a:schemeClr val="tx1"/>
              </a:solidFill>
            </a:endParaRPr>
          </a:p>
        </p:txBody>
      </p:sp>
      <p:sp>
        <p:nvSpPr>
          <p:cNvPr id="35" name="Isosceles Triangle 34">
            <a:extLst>
              <a:ext uri="{FF2B5EF4-FFF2-40B4-BE49-F238E27FC236}">
                <a16:creationId xmlns:a16="http://schemas.microsoft.com/office/drawing/2014/main" id="{40C5072C-0DD1-4654-8AD1-AE39A61E5B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509289" y="3342776"/>
            <a:ext cx="200040" cy="17244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2365239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0" name="Group 39">
            <a:extLst>
              <a:ext uri="{FF2B5EF4-FFF2-40B4-BE49-F238E27FC236}">
                <a16:creationId xmlns:a16="http://schemas.microsoft.com/office/drawing/2014/main" id="{17C4610E-9C18-467B-BF10-BE6A974CC3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41" name="Freeform 5">
              <a:extLst>
                <a:ext uri="{FF2B5EF4-FFF2-40B4-BE49-F238E27FC236}">
                  <a16:creationId xmlns:a16="http://schemas.microsoft.com/office/drawing/2014/main" id="{296DF307-344E-4E9B-A7AA-8139E450D1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6">
              <a:extLst>
                <a:ext uri="{FF2B5EF4-FFF2-40B4-BE49-F238E27FC236}">
                  <a16:creationId xmlns:a16="http://schemas.microsoft.com/office/drawing/2014/main" id="{E263CC2D-ACFB-4EB3-ADF9-CD82BC8422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7">
              <a:extLst>
                <a:ext uri="{FF2B5EF4-FFF2-40B4-BE49-F238E27FC236}">
                  <a16:creationId xmlns:a16="http://schemas.microsoft.com/office/drawing/2014/main" id="{C5366E2F-9BA0-485A-B1CA-A5E6E2E379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8">
              <a:extLst>
                <a:ext uri="{FF2B5EF4-FFF2-40B4-BE49-F238E27FC236}">
                  <a16:creationId xmlns:a16="http://schemas.microsoft.com/office/drawing/2014/main" id="{1803051E-7C26-4F53-8293-B4EAED4212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9">
              <a:extLst>
                <a:ext uri="{FF2B5EF4-FFF2-40B4-BE49-F238E27FC236}">
                  <a16:creationId xmlns:a16="http://schemas.microsoft.com/office/drawing/2014/main" id="{D10888CD-E496-4116-9C45-CF4F17ADE6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0">
              <a:extLst>
                <a:ext uri="{FF2B5EF4-FFF2-40B4-BE49-F238E27FC236}">
                  <a16:creationId xmlns:a16="http://schemas.microsoft.com/office/drawing/2014/main" id="{0A42DA8F-DA3D-43E9-A184-E0F6C133A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1">
              <a:extLst>
                <a:ext uri="{FF2B5EF4-FFF2-40B4-BE49-F238E27FC236}">
                  <a16:creationId xmlns:a16="http://schemas.microsoft.com/office/drawing/2014/main" id="{473EAD31-7AA3-49B7-ADD6-C13FF0F14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2">
              <a:extLst>
                <a:ext uri="{FF2B5EF4-FFF2-40B4-BE49-F238E27FC236}">
                  <a16:creationId xmlns:a16="http://schemas.microsoft.com/office/drawing/2014/main" id="{2BBB7CDF-BA2E-451F-9201-CF2B6FEAEA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3">
              <a:extLst>
                <a:ext uri="{FF2B5EF4-FFF2-40B4-BE49-F238E27FC236}">
                  <a16:creationId xmlns:a16="http://schemas.microsoft.com/office/drawing/2014/main" id="{84809EF2-CD0D-4BC3-ABC7-E7E312A1D7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50" name="Freeform 14">
              <a:extLst>
                <a:ext uri="{FF2B5EF4-FFF2-40B4-BE49-F238E27FC236}">
                  <a16:creationId xmlns:a16="http://schemas.microsoft.com/office/drawing/2014/main" id="{11D2D6C5-637B-4AFE-97F4-D4E48A6134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51" name="Freeform 15">
              <a:extLst>
                <a:ext uri="{FF2B5EF4-FFF2-40B4-BE49-F238E27FC236}">
                  <a16:creationId xmlns:a16="http://schemas.microsoft.com/office/drawing/2014/main" id="{F841B2C5-57F5-4FE6-B4D4-EBB3F30881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2" name="Freeform 16">
              <a:extLst>
                <a:ext uri="{FF2B5EF4-FFF2-40B4-BE49-F238E27FC236}">
                  <a16:creationId xmlns:a16="http://schemas.microsoft.com/office/drawing/2014/main" id="{B4822A39-2A52-4B2C-9319-BEFC526DB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3" name="Freeform 17">
              <a:extLst>
                <a:ext uri="{FF2B5EF4-FFF2-40B4-BE49-F238E27FC236}">
                  <a16:creationId xmlns:a16="http://schemas.microsoft.com/office/drawing/2014/main" id="{4E469692-E783-4950-8DEC-3A1FD3978B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8">
              <a:extLst>
                <a:ext uri="{FF2B5EF4-FFF2-40B4-BE49-F238E27FC236}">
                  <a16:creationId xmlns:a16="http://schemas.microsoft.com/office/drawing/2014/main" id="{012909CD-3254-41E5-B8BB-0F2D7CE0D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19">
              <a:extLst>
                <a:ext uri="{FF2B5EF4-FFF2-40B4-BE49-F238E27FC236}">
                  <a16:creationId xmlns:a16="http://schemas.microsoft.com/office/drawing/2014/main" id="{93E7648E-861E-4503-AEDC-56C4EC507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0">
              <a:extLst>
                <a:ext uri="{FF2B5EF4-FFF2-40B4-BE49-F238E27FC236}">
                  <a16:creationId xmlns:a16="http://schemas.microsoft.com/office/drawing/2014/main" id="{F9C72257-EBD0-4D1C-A32C-D84644687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1">
              <a:extLst>
                <a:ext uri="{FF2B5EF4-FFF2-40B4-BE49-F238E27FC236}">
                  <a16:creationId xmlns:a16="http://schemas.microsoft.com/office/drawing/2014/main" id="{87BB2CBB-9C22-4E28-AB86-DC92AEE2DB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2">
              <a:extLst>
                <a:ext uri="{FF2B5EF4-FFF2-40B4-BE49-F238E27FC236}">
                  <a16:creationId xmlns:a16="http://schemas.microsoft.com/office/drawing/2014/main" id="{F85B3053-8D9F-410A-80C2-7960DDEA6A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59" name="Freeform 23">
              <a:extLst>
                <a:ext uri="{FF2B5EF4-FFF2-40B4-BE49-F238E27FC236}">
                  <a16:creationId xmlns:a16="http://schemas.microsoft.com/office/drawing/2014/main" id="{E8FF5DA7-6E72-41F1-A54C-EAF440A274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a:extLst>
              <a:ext uri="{FF2B5EF4-FFF2-40B4-BE49-F238E27FC236}">
                <a16:creationId xmlns:a16="http://schemas.microsoft.com/office/drawing/2014/main" id="{A899734C-500F-4274-9854-8BFA14A1D7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69293" y="1186483"/>
            <a:ext cx="8848345" cy="4477933"/>
            <a:chOff x="1669293" y="1186483"/>
            <a:chExt cx="8848345" cy="4477933"/>
          </a:xfrm>
        </p:grpSpPr>
        <p:sp>
          <p:nvSpPr>
            <p:cNvPr id="62" name="Rectangle 61">
              <a:extLst>
                <a:ext uri="{FF2B5EF4-FFF2-40B4-BE49-F238E27FC236}">
                  <a16:creationId xmlns:a16="http://schemas.microsoft.com/office/drawing/2014/main" id="{FF07BF51-2934-47AD-A415-7400882F14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62">
              <a:extLst>
                <a:ext uri="{FF2B5EF4-FFF2-40B4-BE49-F238E27FC236}">
                  <a16:creationId xmlns:a16="http://schemas.microsoft.com/office/drawing/2014/main" id="{DD6E3DF0-EDC0-458B-9C5B-911814F0A6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a:extLst>
                <a:ext uri="{FF2B5EF4-FFF2-40B4-BE49-F238E27FC236}">
                  <a16:creationId xmlns:a16="http://schemas.microsoft.com/office/drawing/2014/main" id="{5D0824B1-47C9-4504-99FB-CB1505197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useBgFill="1">
        <p:nvSpPr>
          <p:cNvPr id="66" name="Rectangle 65">
            <a:extLst>
              <a:ext uri="{FF2B5EF4-FFF2-40B4-BE49-F238E27FC236}">
                <a16:creationId xmlns:a16="http://schemas.microsoft.com/office/drawing/2014/main" id="{8334A2EF-69D9-41C1-9876-91D7FCF7C3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8" name="Group 67">
            <a:extLst>
              <a:ext uri="{FF2B5EF4-FFF2-40B4-BE49-F238E27FC236}">
                <a16:creationId xmlns:a16="http://schemas.microsoft.com/office/drawing/2014/main" id="{874C0C03-1202-4DC9-BA33-998DDFB3FB8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69" name="Freeform 5">
              <a:extLst>
                <a:ext uri="{FF2B5EF4-FFF2-40B4-BE49-F238E27FC236}">
                  <a16:creationId xmlns:a16="http://schemas.microsoft.com/office/drawing/2014/main" id="{60BF984B-F4C1-4BF0-B296-72CAD8814BD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29674" y="1298404"/>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0" name="Freeform 6">
              <a:extLst>
                <a:ext uri="{FF2B5EF4-FFF2-40B4-BE49-F238E27FC236}">
                  <a16:creationId xmlns:a16="http://schemas.microsoft.com/office/drawing/2014/main" id="{2E887C16-A8CC-48BD-A34B-69B5D14BE1B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70451" y="2018236"/>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1" name="Freeform 7">
              <a:extLst>
                <a:ext uri="{FF2B5EF4-FFF2-40B4-BE49-F238E27FC236}">
                  <a16:creationId xmlns:a16="http://schemas.microsoft.com/office/drawing/2014/main" id="{1194B805-0CE2-4FD6-804E-2771E18BB47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51351" y="1788400"/>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1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2" name="Freeform 8">
              <a:extLst>
                <a:ext uri="{FF2B5EF4-FFF2-40B4-BE49-F238E27FC236}">
                  <a16:creationId xmlns:a16="http://schemas.microsoft.com/office/drawing/2014/main" id="{96000EBD-113B-4BB5-94F2-B2C96109489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49842"/>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3" name="Freeform 9">
              <a:extLst>
                <a:ext uri="{FF2B5EF4-FFF2-40B4-BE49-F238E27FC236}">
                  <a16:creationId xmlns:a16="http://schemas.microsoft.com/office/drawing/2014/main" id="{C2C37892-BF6A-4DDB-BAA9-48B6A051E9A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01" y="6186246"/>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4" name="Freeform 10">
              <a:extLst>
                <a:ext uri="{FF2B5EF4-FFF2-40B4-BE49-F238E27FC236}">
                  <a16:creationId xmlns:a16="http://schemas.microsoft.com/office/drawing/2014/main" id="{B3A53A2B-EB9B-4318-A7F9-E371D211E74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1881"/>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5" name="Freeform 11">
              <a:extLst>
                <a:ext uri="{FF2B5EF4-FFF2-40B4-BE49-F238E27FC236}">
                  <a16:creationId xmlns:a16="http://schemas.microsoft.com/office/drawing/2014/main" id="{59001F5F-9338-43E1-BB4B-21C681CA201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426601" y="5579"/>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6" name="Freeform 12">
              <a:extLst>
                <a:ext uri="{FF2B5EF4-FFF2-40B4-BE49-F238E27FC236}">
                  <a16:creationId xmlns:a16="http://schemas.microsoft.com/office/drawing/2014/main" id="{24781ABE-347F-40E9-9BB2-3E35C8F153F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579"/>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7" name="Freeform 13">
              <a:extLst>
                <a:ext uri="{FF2B5EF4-FFF2-40B4-BE49-F238E27FC236}">
                  <a16:creationId xmlns:a16="http://schemas.microsoft.com/office/drawing/2014/main" id="{6D8A7767-4D16-4AB7-8277-D66FEC7F74C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21889" y="5579"/>
              <a:ext cx="5588000" cy="6866337"/>
            </a:xfrm>
            <a:custGeom>
              <a:avLst/>
              <a:gdLst>
                <a:gd name="T0" fmla="*/ 1067 w 1174"/>
                <a:gd name="T1" fmla="*/ 1440 h 1440"/>
                <a:gd name="T2" fmla="*/ 698 w 1174"/>
                <a:gd name="T3" fmla="*/ 577 h 1440"/>
                <a:gd name="T4" fmla="*/ 0 w 1174"/>
                <a:gd name="T5" fmla="*/ 0 h 1440"/>
              </a:gdLst>
              <a:ahLst/>
              <a:cxnLst>
                <a:cxn ang="0">
                  <a:pos x="T0" y="T1"/>
                </a:cxn>
                <a:cxn ang="0">
                  <a:pos x="T2" y="T3"/>
                </a:cxn>
                <a:cxn ang="0">
                  <a:pos x="T4" y="T5"/>
                </a:cxn>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1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8" name="Freeform 14">
              <a:extLst>
                <a:ext uri="{FF2B5EF4-FFF2-40B4-BE49-F238E27FC236}">
                  <a16:creationId xmlns:a16="http://schemas.microsoft.com/office/drawing/2014/main" id="{1B7D649D-9559-4E1D-937A-3519483502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01" y="790"/>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1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Freeform 15">
              <a:extLst>
                <a:ext uri="{FF2B5EF4-FFF2-40B4-BE49-F238E27FC236}">
                  <a16:creationId xmlns:a16="http://schemas.microsoft.com/office/drawing/2014/main" id="{45AA5D21-8C7B-4C77-815C-C3A8EA0A589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012389" y="5579"/>
              <a:ext cx="5497513" cy="6866337"/>
            </a:xfrm>
            <a:custGeom>
              <a:avLst/>
              <a:gdLst>
                <a:gd name="T0" fmla="*/ 1056 w 1155"/>
                <a:gd name="T1" fmla="*/ 1440 h 1440"/>
                <a:gd name="T2" fmla="*/ 686 w 1155"/>
                <a:gd name="T3" fmla="*/ 580 h 1440"/>
                <a:gd name="T4" fmla="*/ 0 w 1155"/>
                <a:gd name="T5" fmla="*/ 0 h 1440"/>
              </a:gdLst>
              <a:ahLst/>
              <a:cxnLst>
                <a:cxn ang="0">
                  <a:pos x="T0" y="T1"/>
                </a:cxn>
                <a:cxn ang="0">
                  <a:pos x="T2" y="T3"/>
                </a:cxn>
                <a:cxn ang="0">
                  <a:pos x="T4" y="T5"/>
                </a:cxn>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1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Freeform 16">
              <a:extLst>
                <a:ext uri="{FF2B5EF4-FFF2-40B4-BE49-F238E27FC236}">
                  <a16:creationId xmlns:a16="http://schemas.microsoft.com/office/drawing/2014/main" id="{D7A46675-AA96-41DB-B9DB-CAA471A2072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579"/>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1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1" name="Freeform 17">
              <a:extLst>
                <a:ext uri="{FF2B5EF4-FFF2-40B4-BE49-F238E27FC236}">
                  <a16:creationId xmlns:a16="http://schemas.microsoft.com/office/drawing/2014/main" id="{82090F8A-ECF2-423C-98D0-8EF2262203B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10826" y="790"/>
              <a:ext cx="5522913" cy="6871126"/>
            </a:xfrm>
            <a:custGeom>
              <a:avLst/>
              <a:gdLst>
                <a:gd name="T0" fmla="*/ 1053 w 1160"/>
                <a:gd name="T1" fmla="*/ 1441 h 1441"/>
                <a:gd name="T2" fmla="*/ 705 w 1160"/>
                <a:gd name="T3" fmla="*/ 599 h 1441"/>
                <a:gd name="T4" fmla="*/ 0 w 1160"/>
                <a:gd name="T5" fmla="*/ 0 h 1441"/>
              </a:gdLst>
              <a:ahLst/>
              <a:cxnLst>
                <a:cxn ang="0">
                  <a:pos x="T0" y="T1"/>
                </a:cxn>
                <a:cxn ang="0">
                  <a:pos x="T2" y="T3"/>
                </a:cxn>
                <a:cxn ang="0">
                  <a:pos x="T4" y="T5"/>
                </a:cxn>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2" name="Freeform 18">
              <a:extLst>
                <a:ext uri="{FF2B5EF4-FFF2-40B4-BE49-F238E27FC236}">
                  <a16:creationId xmlns:a16="http://schemas.microsoft.com/office/drawing/2014/main" id="{EA5DE46B-A4BE-407F-835A-693D3E979E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63239" y="5579"/>
              <a:ext cx="5413375" cy="6866337"/>
            </a:xfrm>
            <a:custGeom>
              <a:avLst/>
              <a:gdLst>
                <a:gd name="T0" fmla="*/ 1040 w 1137"/>
                <a:gd name="T1" fmla="*/ 1440 h 1440"/>
                <a:gd name="T2" fmla="*/ 698 w 1137"/>
                <a:gd name="T3" fmla="*/ 611 h 1440"/>
                <a:gd name="T4" fmla="*/ 0 w 1137"/>
                <a:gd name="T5" fmla="*/ 0 h 1440"/>
              </a:gdLst>
              <a:ahLst/>
              <a:cxnLst>
                <a:cxn ang="0">
                  <a:pos x="T0" y="T1"/>
                </a:cxn>
                <a:cxn ang="0">
                  <a:pos x="T2" y="T3"/>
                </a:cxn>
                <a:cxn ang="0">
                  <a:pos x="T4" y="T5"/>
                </a:cxn>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 name="Freeform 19">
              <a:extLst>
                <a:ext uri="{FF2B5EF4-FFF2-40B4-BE49-F238E27FC236}">
                  <a16:creationId xmlns:a16="http://schemas.microsoft.com/office/drawing/2014/main" id="{429E4297-5489-465D-A6D7-03BD468E05C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77576" y="5579"/>
              <a:ext cx="5037138" cy="6861550"/>
            </a:xfrm>
            <a:custGeom>
              <a:avLst/>
              <a:gdLst>
                <a:gd name="T0" fmla="*/ 1011 w 1058"/>
                <a:gd name="T1" fmla="*/ 1439 h 1439"/>
                <a:gd name="T2" fmla="*/ 648 w 1058"/>
                <a:gd name="T3" fmla="*/ 617 h 1439"/>
                <a:gd name="T4" fmla="*/ 0 w 1058"/>
                <a:gd name="T5" fmla="*/ 0 h 1439"/>
              </a:gdLst>
              <a:ahLst/>
              <a:cxnLst>
                <a:cxn ang="0">
                  <a:pos x="T0" y="T1"/>
                </a:cxn>
                <a:cxn ang="0">
                  <a:pos x="T2" y="T3"/>
                </a:cxn>
                <a:cxn ang="0">
                  <a:pos x="T4" y="T5"/>
                </a:cxn>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Freeform 20">
              <a:extLst>
                <a:ext uri="{FF2B5EF4-FFF2-40B4-BE49-F238E27FC236}">
                  <a16:creationId xmlns:a16="http://schemas.microsoft.com/office/drawing/2014/main" id="{69A4CFA1-B603-453B-AC53-49E8A8DF7EE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768289" y="5579"/>
              <a:ext cx="3417888" cy="2742066"/>
            </a:xfrm>
            <a:custGeom>
              <a:avLst/>
              <a:gdLst>
                <a:gd name="T0" fmla="*/ 718 w 718"/>
                <a:gd name="T1" fmla="*/ 575 h 575"/>
                <a:gd name="T2" fmla="*/ 0 w 718"/>
                <a:gd name="T3" fmla="*/ 0 h 575"/>
              </a:gdLst>
              <a:ahLst/>
              <a:cxnLst>
                <a:cxn ang="0">
                  <a:pos x="T0" y="T1"/>
                </a:cxn>
                <a:cxn ang="0">
                  <a:pos x="T2" y="T3"/>
                </a:cxn>
              </a:cxnLst>
              <a:rect l="0" t="0" r="r" b="b"/>
              <a:pathLst>
                <a:path w="718" h="575">
                  <a:moveTo>
                    <a:pt x="718" y="575"/>
                  </a:moveTo>
                  <a:cubicBezTo>
                    <a:pt x="500" y="360"/>
                    <a:pt x="260" y="163"/>
                    <a:pt x="0"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Freeform 21">
              <a:extLst>
                <a:ext uri="{FF2B5EF4-FFF2-40B4-BE49-F238E27FC236}">
                  <a16:creationId xmlns:a16="http://schemas.microsoft.com/office/drawing/2014/main" id="{7A997EDF-8927-490B-AD5F-046317B8B2B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235014" y="10367"/>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Freeform 22">
              <a:extLst>
                <a:ext uri="{FF2B5EF4-FFF2-40B4-BE49-F238E27FC236}">
                  <a16:creationId xmlns:a16="http://schemas.microsoft.com/office/drawing/2014/main" id="{3C91BE84-B1A4-4592-A942-2C72C86DD8C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20826" y="5579"/>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1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Freeform 23">
              <a:extLst>
                <a:ext uri="{FF2B5EF4-FFF2-40B4-BE49-F238E27FC236}">
                  <a16:creationId xmlns:a16="http://schemas.microsoft.com/office/drawing/2014/main" id="{A0AAA5CD-6E44-429A-91FA-D650BAF9EE4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90826" y="5579"/>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Título 1">
            <a:extLst>
              <a:ext uri="{FF2B5EF4-FFF2-40B4-BE49-F238E27FC236}">
                <a16:creationId xmlns:a16="http://schemas.microsoft.com/office/drawing/2014/main" id="{572B98CB-BD8E-1D3C-036A-D1FE2E56A9F2}"/>
              </a:ext>
            </a:extLst>
          </p:cNvPr>
          <p:cNvSpPr>
            <a:spLocks noGrp="1"/>
          </p:cNvSpPr>
          <p:nvPr>
            <p:ph type="title"/>
          </p:nvPr>
        </p:nvSpPr>
        <p:spPr>
          <a:xfrm>
            <a:off x="7550663" y="1455611"/>
            <a:ext cx="3849624" cy="2312521"/>
          </a:xfrm>
        </p:spPr>
        <p:txBody>
          <a:bodyPr vert="horz" lIns="228600" tIns="228600" rIns="228600" bIns="0" rtlCol="0" anchor="b">
            <a:normAutofit/>
          </a:bodyPr>
          <a:lstStyle/>
          <a:p>
            <a:pPr algn="l">
              <a:lnSpc>
                <a:spcPct val="80000"/>
              </a:lnSpc>
            </a:pPr>
            <a:r>
              <a:rPr lang="en-US" sz="1900">
                <a:solidFill>
                  <a:schemeClr val="tx2"/>
                </a:solidFill>
              </a:rPr>
              <a:t>Diapositiva 5: Temas iniciales involucrados</a:t>
            </a:r>
            <a:br>
              <a:rPr lang="en-US" sz="1900">
                <a:solidFill>
                  <a:schemeClr val="tx2"/>
                </a:solidFill>
              </a:rPr>
            </a:br>
            <a:r>
              <a:rPr lang="en-US" sz="1900">
                <a:solidFill>
                  <a:schemeClr val="tx2"/>
                </a:solidFill>
              </a:rPr>
              <a:t>La importancia que tiene el tractor dentro de los cultivos y la relevancia de  la falta que hace de un mecánico en el ámbito laboral de los tractores o maquinaria agrícola.</a:t>
            </a:r>
            <a:br>
              <a:rPr lang="en-US" sz="1900">
                <a:solidFill>
                  <a:schemeClr val="tx2"/>
                </a:solidFill>
              </a:rPr>
            </a:br>
            <a:endParaRPr lang="en-US" sz="1900">
              <a:solidFill>
                <a:schemeClr val="tx2"/>
              </a:solidFill>
            </a:endParaRPr>
          </a:p>
        </p:txBody>
      </p:sp>
      <p:sp>
        <p:nvSpPr>
          <p:cNvPr id="89" name="Rectangle 88">
            <a:extLst>
              <a:ext uri="{FF2B5EF4-FFF2-40B4-BE49-F238E27FC236}">
                <a16:creationId xmlns:a16="http://schemas.microsoft.com/office/drawing/2014/main" id="{C8CA0C52-5ACA-4F17-AA4A-312E0E1109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720" y="795527"/>
            <a:ext cx="5970638" cy="5248847"/>
          </a:xfrm>
          <a:prstGeom prst="rect">
            <a:avLst/>
          </a:prstGeom>
          <a:solidFill>
            <a:schemeClr val="bg1"/>
          </a:solidFill>
          <a:ln w="19050">
            <a:solidFill>
              <a:srgbClr val="9CC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Isosceles Triangle 39">
            <a:extLst>
              <a:ext uri="{FF2B5EF4-FFF2-40B4-BE49-F238E27FC236}">
                <a16:creationId xmlns:a16="http://schemas.microsoft.com/office/drawing/2014/main" id="{4F37E7FB-7372-47E3-914E-7CF7E94B1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750273" y="3291386"/>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7208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60" name="Group 59">
            <a:extLst>
              <a:ext uri="{FF2B5EF4-FFF2-40B4-BE49-F238E27FC236}">
                <a16:creationId xmlns:a16="http://schemas.microsoft.com/office/drawing/2014/main" id="{9A517D76-CE12-47A5-BD95-9A8F05070B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61" name="Freeform 5">
              <a:extLst>
                <a:ext uri="{FF2B5EF4-FFF2-40B4-BE49-F238E27FC236}">
                  <a16:creationId xmlns:a16="http://schemas.microsoft.com/office/drawing/2014/main" id="{A2F2F994-D93C-4552-B9AD-DA9E8C94BF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2" name="Freeform 6">
              <a:extLst>
                <a:ext uri="{FF2B5EF4-FFF2-40B4-BE49-F238E27FC236}">
                  <a16:creationId xmlns:a16="http://schemas.microsoft.com/office/drawing/2014/main" id="{502B8064-B713-4DB8-AC36-3E576B348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3" name="Freeform 7">
              <a:extLst>
                <a:ext uri="{FF2B5EF4-FFF2-40B4-BE49-F238E27FC236}">
                  <a16:creationId xmlns:a16="http://schemas.microsoft.com/office/drawing/2014/main" id="{1D700A84-AE55-4EDE-A656-62806F504E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64" name="Freeform 8">
              <a:extLst>
                <a:ext uri="{FF2B5EF4-FFF2-40B4-BE49-F238E27FC236}">
                  <a16:creationId xmlns:a16="http://schemas.microsoft.com/office/drawing/2014/main" id="{E04FC3D0-B839-4900-B5C8-86C794457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5" name="Freeform 9">
              <a:extLst>
                <a:ext uri="{FF2B5EF4-FFF2-40B4-BE49-F238E27FC236}">
                  <a16:creationId xmlns:a16="http://schemas.microsoft.com/office/drawing/2014/main" id="{731A8D63-72B9-496F-BB43-DDD90FC7E2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6" name="Freeform 10">
              <a:extLst>
                <a:ext uri="{FF2B5EF4-FFF2-40B4-BE49-F238E27FC236}">
                  <a16:creationId xmlns:a16="http://schemas.microsoft.com/office/drawing/2014/main" id="{5B167ED7-B36F-4DDE-B273-7A309BD0F7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7" name="Freeform 11">
              <a:extLst>
                <a:ext uri="{FF2B5EF4-FFF2-40B4-BE49-F238E27FC236}">
                  <a16:creationId xmlns:a16="http://schemas.microsoft.com/office/drawing/2014/main" id="{1178D32B-E32A-4691-84EB-5FE693D3B1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8" name="Freeform 12">
              <a:extLst>
                <a:ext uri="{FF2B5EF4-FFF2-40B4-BE49-F238E27FC236}">
                  <a16:creationId xmlns:a16="http://schemas.microsoft.com/office/drawing/2014/main" id="{AB800FF0-63F8-4B30-96F4-E9601D026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9" name="Freeform 13">
              <a:extLst>
                <a:ext uri="{FF2B5EF4-FFF2-40B4-BE49-F238E27FC236}">
                  <a16:creationId xmlns:a16="http://schemas.microsoft.com/office/drawing/2014/main" id="{A4616F81-02F6-4A18-949C-FB6CBA200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0" name="Freeform 14">
              <a:extLst>
                <a:ext uri="{FF2B5EF4-FFF2-40B4-BE49-F238E27FC236}">
                  <a16:creationId xmlns:a16="http://schemas.microsoft.com/office/drawing/2014/main" id="{D31D2123-B363-42F3-8A04-43048C7BAC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1" name="Freeform 15">
              <a:extLst>
                <a:ext uri="{FF2B5EF4-FFF2-40B4-BE49-F238E27FC236}">
                  <a16:creationId xmlns:a16="http://schemas.microsoft.com/office/drawing/2014/main" id="{C60973D3-0B9D-465C-8FD3-266BBA49E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72" name="Freeform 16">
              <a:extLst>
                <a:ext uri="{FF2B5EF4-FFF2-40B4-BE49-F238E27FC236}">
                  <a16:creationId xmlns:a16="http://schemas.microsoft.com/office/drawing/2014/main" id="{C6655AC3-A1D6-4A0B-861F-F94CB5F0D1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73" name="Freeform 17">
              <a:extLst>
                <a:ext uri="{FF2B5EF4-FFF2-40B4-BE49-F238E27FC236}">
                  <a16:creationId xmlns:a16="http://schemas.microsoft.com/office/drawing/2014/main" id="{E8850C4A-AFA5-499E-8E1C-176A59C88B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4" name="Freeform 18">
              <a:extLst>
                <a:ext uri="{FF2B5EF4-FFF2-40B4-BE49-F238E27FC236}">
                  <a16:creationId xmlns:a16="http://schemas.microsoft.com/office/drawing/2014/main" id="{8C06F8D4-97B5-4836-AD19-2151421B03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5" name="Freeform 19">
              <a:extLst>
                <a:ext uri="{FF2B5EF4-FFF2-40B4-BE49-F238E27FC236}">
                  <a16:creationId xmlns:a16="http://schemas.microsoft.com/office/drawing/2014/main" id="{89A2942D-1C1B-4AFF-9818-DA7B73EA48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20">
              <a:extLst>
                <a:ext uri="{FF2B5EF4-FFF2-40B4-BE49-F238E27FC236}">
                  <a16:creationId xmlns:a16="http://schemas.microsoft.com/office/drawing/2014/main" id="{2B61C5D3-5852-403F-B4BA-A64B933120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21">
              <a:extLst>
                <a:ext uri="{FF2B5EF4-FFF2-40B4-BE49-F238E27FC236}">
                  <a16:creationId xmlns:a16="http://schemas.microsoft.com/office/drawing/2014/main" id="{EF62A1A7-26C1-4804-93CB-A07F356CA3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22">
              <a:extLst>
                <a:ext uri="{FF2B5EF4-FFF2-40B4-BE49-F238E27FC236}">
                  <a16:creationId xmlns:a16="http://schemas.microsoft.com/office/drawing/2014/main" id="{490A1082-3E3A-4C61-9613-910BB024AD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23">
              <a:extLst>
                <a:ext uri="{FF2B5EF4-FFF2-40B4-BE49-F238E27FC236}">
                  <a16:creationId xmlns:a16="http://schemas.microsoft.com/office/drawing/2014/main" id="{5F452D69-A1DB-4A06-B933-896AED8619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81" name="Group 80">
            <a:extLst>
              <a:ext uri="{FF2B5EF4-FFF2-40B4-BE49-F238E27FC236}">
                <a16:creationId xmlns:a16="http://schemas.microsoft.com/office/drawing/2014/main" id="{445D6626-A6F2-4475-922C-BE42D3365F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69293" y="1186483"/>
            <a:ext cx="8848345" cy="4477933"/>
            <a:chOff x="1669293" y="1186483"/>
            <a:chExt cx="8848345" cy="4477933"/>
          </a:xfrm>
        </p:grpSpPr>
        <p:sp>
          <p:nvSpPr>
            <p:cNvPr id="82" name="Rectangle 81">
              <a:extLst>
                <a:ext uri="{FF2B5EF4-FFF2-40B4-BE49-F238E27FC236}">
                  <a16:creationId xmlns:a16="http://schemas.microsoft.com/office/drawing/2014/main" id="{0ECFEB13-5D98-43DB-8DFF-78327AE13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 name="Isosceles Triangle 82">
              <a:extLst>
                <a:ext uri="{FF2B5EF4-FFF2-40B4-BE49-F238E27FC236}">
                  <a16:creationId xmlns:a16="http://schemas.microsoft.com/office/drawing/2014/main" id="{29DA4AFD-8D10-4660-A842-40F4D1434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 name="Rectangle 83">
              <a:extLst>
                <a:ext uri="{FF2B5EF4-FFF2-40B4-BE49-F238E27FC236}">
                  <a16:creationId xmlns:a16="http://schemas.microsoft.com/office/drawing/2014/main" id="{F2DBAFF0-48F5-43BB-87C6-CE56A16B63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useBgFill="1">
        <p:nvSpPr>
          <p:cNvPr id="86" name="Rectangle 85">
            <a:extLst>
              <a:ext uri="{FF2B5EF4-FFF2-40B4-BE49-F238E27FC236}">
                <a16:creationId xmlns:a16="http://schemas.microsoft.com/office/drawing/2014/main" id="{33008093-012F-4D0C-BED4-BEEFF11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8" name="Group 87">
            <a:extLst>
              <a:ext uri="{FF2B5EF4-FFF2-40B4-BE49-F238E27FC236}">
                <a16:creationId xmlns:a16="http://schemas.microsoft.com/office/drawing/2014/main" id="{13DFFFD4-4F03-42EE-8CC9-6778E314773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89" name="Freeform 5">
              <a:extLst>
                <a:ext uri="{FF2B5EF4-FFF2-40B4-BE49-F238E27FC236}">
                  <a16:creationId xmlns:a16="http://schemas.microsoft.com/office/drawing/2014/main" id="{C313FA99-E955-492D-92DA-24BC187B034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29674" y="1298404"/>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0" name="Freeform 6">
              <a:extLst>
                <a:ext uri="{FF2B5EF4-FFF2-40B4-BE49-F238E27FC236}">
                  <a16:creationId xmlns:a16="http://schemas.microsoft.com/office/drawing/2014/main" id="{4B8565C6-CF59-4A25-979D-DCCB1EEFDBE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70451" y="2018236"/>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1" name="Freeform 7">
              <a:extLst>
                <a:ext uri="{FF2B5EF4-FFF2-40B4-BE49-F238E27FC236}">
                  <a16:creationId xmlns:a16="http://schemas.microsoft.com/office/drawing/2014/main" id="{2F0FB1C6-42CD-425D-8A1A-AC8D127AB1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51351" y="1788400"/>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2" name="Freeform 8">
              <a:extLst>
                <a:ext uri="{FF2B5EF4-FFF2-40B4-BE49-F238E27FC236}">
                  <a16:creationId xmlns:a16="http://schemas.microsoft.com/office/drawing/2014/main" id="{3613E37E-280F-4723-B802-492ECCC25D1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49842"/>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3" name="Freeform 9">
              <a:extLst>
                <a:ext uri="{FF2B5EF4-FFF2-40B4-BE49-F238E27FC236}">
                  <a16:creationId xmlns:a16="http://schemas.microsoft.com/office/drawing/2014/main" id="{3AB0F38B-9FFB-4015-925B-774507D93A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01" y="6186246"/>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4" name="Freeform 10">
              <a:extLst>
                <a:ext uri="{FF2B5EF4-FFF2-40B4-BE49-F238E27FC236}">
                  <a16:creationId xmlns:a16="http://schemas.microsoft.com/office/drawing/2014/main" id="{73E1397C-E460-4547-BACF-15CBA15460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1881"/>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5" name="Freeform 11">
              <a:extLst>
                <a:ext uri="{FF2B5EF4-FFF2-40B4-BE49-F238E27FC236}">
                  <a16:creationId xmlns:a16="http://schemas.microsoft.com/office/drawing/2014/main" id="{5EB09F38-CDC1-423E-99F8-989B6E2AA76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426601" y="5579"/>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6" name="Freeform 12">
              <a:extLst>
                <a:ext uri="{FF2B5EF4-FFF2-40B4-BE49-F238E27FC236}">
                  <a16:creationId xmlns:a16="http://schemas.microsoft.com/office/drawing/2014/main" id="{6259FE2B-139E-4BCA-81CB-F4D48D2DC5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579"/>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7" name="Freeform 13">
              <a:extLst>
                <a:ext uri="{FF2B5EF4-FFF2-40B4-BE49-F238E27FC236}">
                  <a16:creationId xmlns:a16="http://schemas.microsoft.com/office/drawing/2014/main" id="{23E3972C-8468-41B2-B241-0432B96B7B6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21889" y="5579"/>
              <a:ext cx="5588000" cy="6866337"/>
            </a:xfrm>
            <a:custGeom>
              <a:avLst/>
              <a:gdLst>
                <a:gd name="T0" fmla="*/ 1067 w 1174"/>
                <a:gd name="T1" fmla="*/ 1440 h 1440"/>
                <a:gd name="T2" fmla="*/ 698 w 1174"/>
                <a:gd name="T3" fmla="*/ 577 h 1440"/>
                <a:gd name="T4" fmla="*/ 0 w 1174"/>
                <a:gd name="T5" fmla="*/ 0 h 1440"/>
              </a:gdLst>
              <a:ahLst/>
              <a:cxnLst>
                <a:cxn ang="0">
                  <a:pos x="T0" y="T1"/>
                </a:cxn>
                <a:cxn ang="0">
                  <a:pos x="T2" y="T3"/>
                </a:cxn>
                <a:cxn ang="0">
                  <a:pos x="T4" y="T5"/>
                </a:cxn>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8" name="Freeform 14">
              <a:extLst>
                <a:ext uri="{FF2B5EF4-FFF2-40B4-BE49-F238E27FC236}">
                  <a16:creationId xmlns:a16="http://schemas.microsoft.com/office/drawing/2014/main" id="{61B8080A-D3E1-4224-B047-BA6677A4DB9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01" y="790"/>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9" name="Freeform 15">
              <a:extLst>
                <a:ext uri="{FF2B5EF4-FFF2-40B4-BE49-F238E27FC236}">
                  <a16:creationId xmlns:a16="http://schemas.microsoft.com/office/drawing/2014/main" id="{21D00F2A-8813-4FBE-8E21-A24F890D024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012389" y="5579"/>
              <a:ext cx="5497513" cy="6866337"/>
            </a:xfrm>
            <a:custGeom>
              <a:avLst/>
              <a:gdLst>
                <a:gd name="T0" fmla="*/ 1056 w 1155"/>
                <a:gd name="T1" fmla="*/ 1440 h 1440"/>
                <a:gd name="T2" fmla="*/ 686 w 1155"/>
                <a:gd name="T3" fmla="*/ 580 h 1440"/>
                <a:gd name="T4" fmla="*/ 0 w 1155"/>
                <a:gd name="T5" fmla="*/ 0 h 1440"/>
              </a:gdLst>
              <a:ahLst/>
              <a:cxnLst>
                <a:cxn ang="0">
                  <a:pos x="T0" y="T1"/>
                </a:cxn>
                <a:cxn ang="0">
                  <a:pos x="T2" y="T3"/>
                </a:cxn>
                <a:cxn ang="0">
                  <a:pos x="T4" y="T5"/>
                </a:cxn>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0" name="Freeform 16">
              <a:extLst>
                <a:ext uri="{FF2B5EF4-FFF2-40B4-BE49-F238E27FC236}">
                  <a16:creationId xmlns:a16="http://schemas.microsoft.com/office/drawing/2014/main" id="{AEF1E28D-7075-4659-9F37-C42F8C55B2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579"/>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1" name="Freeform 17">
              <a:extLst>
                <a:ext uri="{FF2B5EF4-FFF2-40B4-BE49-F238E27FC236}">
                  <a16:creationId xmlns:a16="http://schemas.microsoft.com/office/drawing/2014/main" id="{45FE3553-E10B-4535-9B74-7E4E649F1D5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10826" y="790"/>
              <a:ext cx="5522913" cy="6871126"/>
            </a:xfrm>
            <a:custGeom>
              <a:avLst/>
              <a:gdLst>
                <a:gd name="T0" fmla="*/ 1053 w 1160"/>
                <a:gd name="T1" fmla="*/ 1441 h 1441"/>
                <a:gd name="T2" fmla="*/ 705 w 1160"/>
                <a:gd name="T3" fmla="*/ 599 h 1441"/>
                <a:gd name="T4" fmla="*/ 0 w 1160"/>
                <a:gd name="T5" fmla="*/ 0 h 1441"/>
              </a:gdLst>
              <a:ahLst/>
              <a:cxnLst>
                <a:cxn ang="0">
                  <a:pos x="T0" y="T1"/>
                </a:cxn>
                <a:cxn ang="0">
                  <a:pos x="T2" y="T3"/>
                </a:cxn>
                <a:cxn ang="0">
                  <a:pos x="T4" y="T5"/>
                </a:cxn>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2" name="Freeform 18">
              <a:extLst>
                <a:ext uri="{FF2B5EF4-FFF2-40B4-BE49-F238E27FC236}">
                  <a16:creationId xmlns:a16="http://schemas.microsoft.com/office/drawing/2014/main" id="{BAA9E7B8-CF66-4BC0-BCD9-727746DC6F4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63239" y="5579"/>
              <a:ext cx="5413375" cy="6866337"/>
            </a:xfrm>
            <a:custGeom>
              <a:avLst/>
              <a:gdLst>
                <a:gd name="T0" fmla="*/ 1040 w 1137"/>
                <a:gd name="T1" fmla="*/ 1440 h 1440"/>
                <a:gd name="T2" fmla="*/ 698 w 1137"/>
                <a:gd name="T3" fmla="*/ 611 h 1440"/>
                <a:gd name="T4" fmla="*/ 0 w 1137"/>
                <a:gd name="T5" fmla="*/ 0 h 1440"/>
              </a:gdLst>
              <a:ahLst/>
              <a:cxnLst>
                <a:cxn ang="0">
                  <a:pos x="T0" y="T1"/>
                </a:cxn>
                <a:cxn ang="0">
                  <a:pos x="T2" y="T3"/>
                </a:cxn>
                <a:cxn ang="0">
                  <a:pos x="T4" y="T5"/>
                </a:cxn>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 name="Freeform 19">
              <a:extLst>
                <a:ext uri="{FF2B5EF4-FFF2-40B4-BE49-F238E27FC236}">
                  <a16:creationId xmlns:a16="http://schemas.microsoft.com/office/drawing/2014/main" id="{722C08F1-FE1B-4B18-A004-0AF55A784AB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77576" y="5579"/>
              <a:ext cx="5037138" cy="6861550"/>
            </a:xfrm>
            <a:custGeom>
              <a:avLst/>
              <a:gdLst>
                <a:gd name="T0" fmla="*/ 1011 w 1058"/>
                <a:gd name="T1" fmla="*/ 1439 h 1439"/>
                <a:gd name="T2" fmla="*/ 648 w 1058"/>
                <a:gd name="T3" fmla="*/ 617 h 1439"/>
                <a:gd name="T4" fmla="*/ 0 w 1058"/>
                <a:gd name="T5" fmla="*/ 0 h 1439"/>
              </a:gdLst>
              <a:ahLst/>
              <a:cxnLst>
                <a:cxn ang="0">
                  <a:pos x="T0" y="T1"/>
                </a:cxn>
                <a:cxn ang="0">
                  <a:pos x="T2" y="T3"/>
                </a:cxn>
                <a:cxn ang="0">
                  <a:pos x="T4" y="T5"/>
                </a:cxn>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 name="Freeform 20">
              <a:extLst>
                <a:ext uri="{FF2B5EF4-FFF2-40B4-BE49-F238E27FC236}">
                  <a16:creationId xmlns:a16="http://schemas.microsoft.com/office/drawing/2014/main" id="{B5E231E3-4C94-46DF-8D77-6F72D38CC4F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768289" y="5579"/>
              <a:ext cx="3417888" cy="2742066"/>
            </a:xfrm>
            <a:custGeom>
              <a:avLst/>
              <a:gdLst>
                <a:gd name="T0" fmla="*/ 718 w 718"/>
                <a:gd name="T1" fmla="*/ 575 h 575"/>
                <a:gd name="T2" fmla="*/ 0 w 718"/>
                <a:gd name="T3" fmla="*/ 0 h 575"/>
              </a:gdLst>
              <a:ahLst/>
              <a:cxnLst>
                <a:cxn ang="0">
                  <a:pos x="T0" y="T1"/>
                </a:cxn>
                <a:cxn ang="0">
                  <a:pos x="T2" y="T3"/>
                </a:cxn>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 name="Freeform 21">
              <a:extLst>
                <a:ext uri="{FF2B5EF4-FFF2-40B4-BE49-F238E27FC236}">
                  <a16:creationId xmlns:a16="http://schemas.microsoft.com/office/drawing/2014/main" id="{672D5C99-E811-4763-8050-D7D4C174CB4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235014" y="10367"/>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6" name="Freeform 22">
              <a:extLst>
                <a:ext uri="{FF2B5EF4-FFF2-40B4-BE49-F238E27FC236}">
                  <a16:creationId xmlns:a16="http://schemas.microsoft.com/office/drawing/2014/main" id="{89D237C5-85B2-4D92-95E3-C5175B7E122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20826" y="5579"/>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7" name="Freeform 23">
              <a:extLst>
                <a:ext uri="{FF2B5EF4-FFF2-40B4-BE49-F238E27FC236}">
                  <a16:creationId xmlns:a16="http://schemas.microsoft.com/office/drawing/2014/main" id="{D0F16AC1-6E3F-4AF8-B35B-BD160A278C4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90826" y="5579"/>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09" name="Group 108">
            <a:extLst>
              <a:ext uri="{FF2B5EF4-FFF2-40B4-BE49-F238E27FC236}">
                <a16:creationId xmlns:a16="http://schemas.microsoft.com/office/drawing/2014/main" id="{D228103D-FF59-416F-98F7-7B395C02B44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7084" y="1186483"/>
            <a:ext cx="3822597" cy="4477933"/>
            <a:chOff x="807084" y="1186483"/>
            <a:chExt cx="3822597" cy="4477933"/>
          </a:xfrm>
        </p:grpSpPr>
        <p:sp>
          <p:nvSpPr>
            <p:cNvPr id="142" name="Rectangle 109">
              <a:extLst>
                <a:ext uri="{FF2B5EF4-FFF2-40B4-BE49-F238E27FC236}">
                  <a16:creationId xmlns:a16="http://schemas.microsoft.com/office/drawing/2014/main" id="{D2F75B55-D4EB-49CE-A9CE-877D32D9D2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7531" y="1186483"/>
              <a:ext cx="3821702"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Isosceles Triangle 39">
              <a:extLst>
                <a:ext uri="{FF2B5EF4-FFF2-40B4-BE49-F238E27FC236}">
                  <a16:creationId xmlns:a16="http://schemas.microsoft.com/office/drawing/2014/main" id="{85079DB7-0E49-4E26-A993-236F835B6C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514766"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0D6013A5-52E9-408D-B488-26B68CA05C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7084" y="1991156"/>
              <a:ext cx="382259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ítulo 1">
            <a:extLst>
              <a:ext uri="{FF2B5EF4-FFF2-40B4-BE49-F238E27FC236}">
                <a16:creationId xmlns:a16="http://schemas.microsoft.com/office/drawing/2014/main" id="{572B98CB-BD8E-1D3C-036A-D1FE2E56A9F2}"/>
              </a:ext>
            </a:extLst>
          </p:cNvPr>
          <p:cNvSpPr>
            <a:spLocks noGrp="1"/>
          </p:cNvSpPr>
          <p:nvPr>
            <p:ph type="title"/>
          </p:nvPr>
        </p:nvSpPr>
        <p:spPr>
          <a:xfrm>
            <a:off x="895415" y="2075504"/>
            <a:ext cx="3654569" cy="2042725"/>
          </a:xfrm>
        </p:spPr>
        <p:txBody>
          <a:bodyPr vert="horz" lIns="228600" tIns="228600" rIns="228600" bIns="0" rtlCol="0" anchor="b">
            <a:normAutofit/>
          </a:bodyPr>
          <a:lstStyle/>
          <a:p>
            <a:pPr>
              <a:lnSpc>
                <a:spcPct val="80000"/>
              </a:lnSpc>
            </a:pPr>
            <a:r>
              <a:rPr lang="en-US" sz="3400"/>
              <a:t>Diapositiva 6: Cronograma y materiales a utilizar</a:t>
            </a:r>
          </a:p>
        </p:txBody>
      </p:sp>
      <p:sp>
        <p:nvSpPr>
          <p:cNvPr id="114" name="Rectangle 113">
            <a:extLst>
              <a:ext uri="{FF2B5EF4-FFF2-40B4-BE49-F238E27FC236}">
                <a16:creationId xmlns:a16="http://schemas.microsoft.com/office/drawing/2014/main" id="{88E45477-FC3F-489E-8195-02E95852F6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40151" y="0"/>
            <a:ext cx="6750205" cy="6858000"/>
          </a:xfrm>
          <a:prstGeom prst="rect">
            <a:avLst/>
          </a:prstGeom>
          <a:solidFill>
            <a:schemeClr val="bg1"/>
          </a:solidFill>
          <a:ln w="9525">
            <a:solidFill>
              <a:schemeClr val="tx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pic>
        <p:nvPicPr>
          <p:cNvPr id="4" name="Picture 3">
            <a:extLst>
              <a:ext uri="{FF2B5EF4-FFF2-40B4-BE49-F238E27FC236}">
                <a16:creationId xmlns:a16="http://schemas.microsoft.com/office/drawing/2014/main" id="{32020E27-24D5-813D-9479-EDA24860C17A}"/>
              </a:ext>
            </a:extLst>
          </p:cNvPr>
          <p:cNvPicPr>
            <a:picLocks noChangeAspect="1"/>
          </p:cNvPicPr>
          <p:nvPr/>
        </p:nvPicPr>
        <p:blipFill rotWithShape="1">
          <a:blip r:embed="rId2"/>
          <a:srcRect t="18671" b="23295"/>
          <a:stretch/>
        </p:blipFill>
        <p:spPr>
          <a:xfrm>
            <a:off x="5767012" y="533242"/>
            <a:ext cx="6100294" cy="2531274"/>
          </a:xfrm>
          <a:prstGeom prst="rect">
            <a:avLst/>
          </a:prstGeom>
          <a:ln w="9525">
            <a:noFill/>
          </a:ln>
        </p:spPr>
      </p:pic>
      <p:pic>
        <p:nvPicPr>
          <p:cNvPr id="3" name="Imagen 2">
            <a:extLst>
              <a:ext uri="{FF2B5EF4-FFF2-40B4-BE49-F238E27FC236}">
                <a16:creationId xmlns:a16="http://schemas.microsoft.com/office/drawing/2014/main" id="{37199357-CE95-707F-F647-F7F782FFBAD5}"/>
              </a:ext>
            </a:extLst>
          </p:cNvPr>
          <p:cNvPicPr>
            <a:picLocks noChangeAspect="1"/>
          </p:cNvPicPr>
          <p:nvPr/>
        </p:nvPicPr>
        <p:blipFill>
          <a:blip r:embed="rId3"/>
          <a:stretch>
            <a:fillRect/>
          </a:stretch>
        </p:blipFill>
        <p:spPr>
          <a:xfrm>
            <a:off x="5767012" y="3649542"/>
            <a:ext cx="6100294" cy="2836636"/>
          </a:xfrm>
          <a:prstGeom prst="rect">
            <a:avLst/>
          </a:prstGeom>
          <a:ln w="9525">
            <a:noFill/>
          </a:ln>
        </p:spPr>
      </p:pic>
    </p:spTree>
    <p:extLst>
      <p:ext uri="{BB962C8B-B14F-4D97-AF65-F5344CB8AC3E}">
        <p14:creationId xmlns:p14="http://schemas.microsoft.com/office/powerpoint/2010/main" val="1950024751"/>
      </p:ext>
    </p:extLst>
  </p:cSld>
  <p:clrMapOvr>
    <a:masterClrMapping/>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e18e1d99-ad59-48f1-b4b7-e09c670c428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A2A84260D04624A8B717A5811981AC4" ma:contentTypeVersion="16" ma:contentTypeDescription="Create a new document." ma:contentTypeScope="" ma:versionID="78ec2117f7e2a26e85b2e503ca3368cf">
  <xsd:schema xmlns:xsd="http://www.w3.org/2001/XMLSchema" xmlns:xs="http://www.w3.org/2001/XMLSchema" xmlns:p="http://schemas.microsoft.com/office/2006/metadata/properties" xmlns:ns3="044690ba-3bcd-4bf0-9bed-6c935b699a1b" xmlns:ns4="e18e1d99-ad59-48f1-b4b7-e09c670c4281" targetNamespace="http://schemas.microsoft.com/office/2006/metadata/properties" ma:root="true" ma:fieldsID="bd91240d1f551a398bc54852b2baaade" ns3:_="" ns4:_="">
    <xsd:import namespace="044690ba-3bcd-4bf0-9bed-6c935b699a1b"/>
    <xsd:import namespace="e18e1d99-ad59-48f1-b4b7-e09c670c428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LengthInSeconds" minOccurs="0"/>
                <xsd:element ref="ns4:MediaServiceAutoTags" minOccurs="0"/>
                <xsd:element ref="ns4:MediaServiceAutoKeyPoints" minOccurs="0"/>
                <xsd:element ref="ns4:MediaServiceKeyPoints" minOccurs="0"/>
                <xsd:element ref="ns4:MediaServiceLocation" minOccurs="0"/>
                <xsd:element ref="ns4:MediaServiceGenerationTime" minOccurs="0"/>
                <xsd:element ref="ns4:MediaServiceEventHashCode" minOccurs="0"/>
                <xsd:element ref="ns4:_activity" minOccurs="0"/>
                <xsd:element ref="ns4:MediaServiceOCR"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4690ba-3bcd-4bf0-9bed-6c935b699a1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18e1d99-ad59-48f1-b4b7-e09c670c428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Tags" ma:index="15" nillable="true" ma:displayName="Tags" ma:internalName="MediaServiceAutoTags"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Location" ma:index="18" nillable="true" ma:displayName="Location" ma:indexed="true" ma:internalName="MediaServiceLocatio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_activity" ma:index="21" nillable="true" ma:displayName="_activity" ma:hidden="true" ma:internalName="_activity">
      <xsd:simpleType>
        <xsd:restriction base="dms:Note"/>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CD2E0C6-02D9-4725-AA2D-08585DAEFECD}">
  <ds:schemaRefs>
    <ds:schemaRef ds:uri="http://schemas.microsoft.com/sharepoint/v3/contenttype/forms"/>
  </ds:schemaRefs>
</ds:datastoreItem>
</file>

<file path=customXml/itemProps2.xml><?xml version="1.0" encoding="utf-8"?>
<ds:datastoreItem xmlns:ds="http://schemas.openxmlformats.org/officeDocument/2006/customXml" ds:itemID="{1E3AC9BC-3A48-41FB-89C8-97DFFCFF99CC}">
  <ds:schemaRefs>
    <ds:schemaRef ds:uri="http://purl.org/dc/terms/"/>
    <ds:schemaRef ds:uri="http://purl.org/dc/dcmitype/"/>
    <ds:schemaRef ds:uri="http://schemas.microsoft.com/office/infopath/2007/PartnerControls"/>
    <ds:schemaRef ds:uri="e18e1d99-ad59-48f1-b4b7-e09c670c4281"/>
    <ds:schemaRef ds:uri="http://schemas.microsoft.com/office/2006/documentManagement/types"/>
    <ds:schemaRef ds:uri="http://www.w3.org/XML/1998/namespace"/>
    <ds:schemaRef ds:uri="http://purl.org/dc/elements/1.1/"/>
    <ds:schemaRef ds:uri="http://schemas.openxmlformats.org/package/2006/metadata/core-properties"/>
    <ds:schemaRef ds:uri="044690ba-3bcd-4bf0-9bed-6c935b699a1b"/>
    <ds:schemaRef ds:uri="http://schemas.microsoft.com/office/2006/metadata/properties"/>
  </ds:schemaRefs>
</ds:datastoreItem>
</file>

<file path=customXml/itemProps3.xml><?xml version="1.0" encoding="utf-8"?>
<ds:datastoreItem xmlns:ds="http://schemas.openxmlformats.org/officeDocument/2006/customXml" ds:itemID="{CAA8A3B3-4AE0-4A4B-B7C7-6305818128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44690ba-3bcd-4bf0-9bed-6c935b699a1b"/>
    <ds:schemaRef ds:uri="e18e1d99-ad59-48f1-b4b7-e09c670c42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Atlas</Template>
  <TotalTime>84</TotalTime>
  <Words>295</Words>
  <Application>Microsoft Office PowerPoint</Application>
  <PresentationFormat>Panorámica</PresentationFormat>
  <Paragraphs>7</Paragraphs>
  <Slides>6</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6</vt:i4>
      </vt:variant>
    </vt:vector>
  </HeadingPairs>
  <TitlesOfParts>
    <vt:vector size="12" baseType="lpstr">
      <vt:lpstr>Arial</vt:lpstr>
      <vt:lpstr>Calibri</vt:lpstr>
      <vt:lpstr>Calibri Light</vt:lpstr>
      <vt:lpstr>Rockwell</vt:lpstr>
      <vt:lpstr>Wingdings</vt:lpstr>
      <vt:lpstr>Atlas</vt:lpstr>
      <vt:lpstr>El tractor y la geometría  Nombres: Cristóbal Valenzuela, Diego Quezada y David Peña Profesora: Lissette Salamanca Asignatura: Funciones y geometría Carrera: Ingeniería en mecánica y electromovilidad automotriz </vt:lpstr>
      <vt:lpstr> Definición del proyecto</vt:lpstr>
      <vt:lpstr>Tema de investigación, nociones matemáticas y problemática a abordar   Nuestro tema de investigation se basa en descubrir  como la matemática influye  en algunas de  las  fallas mas comunes  en  un  tractor o como aplicarlas a cada una de ellas ya sea reparando  o haciendo alguna mantención al  tractor. En base de las nociones matemáticas ocuparemos tales como el porcentaje, ya que debido al echo del desgaste podemos ver cuanto de porcentaje se han desgastado algún componente.   </vt:lpstr>
      <vt:lpstr>Diapositiva 4: Objetivos y preguntas de investigación   Objetivos: Los objetivos principales son dar a conocer la importancia que tienen las matematicas dentro de cualquier ámbito laboral. Preguntas: -¿Quién se veria afectado? -¿Por qué dejaria de funcionar? -¿Es necesario tener un mecánico dentro del grupo laboral? -¿Para qué se utiliza el tractor?</vt:lpstr>
      <vt:lpstr>Diapositiva 5: Temas iniciales involucrados La importancia que tiene el tractor dentro de los cultivos y la relevancia de  la falta que hace de un mecánico en el ámbito laboral de los tractores o maquinaria agrícola. </vt:lpstr>
      <vt:lpstr>Diapositiva 6: Cronograma y materiales a utilizar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 Nombre del proyecto, integrantes, profesor, asignatura y carrera</dc:title>
  <dc:creator>GISELLE ANGELICA MORA OCARES</dc:creator>
  <cp:lastModifiedBy>DAVID ALFONSO PENA PAREDES</cp:lastModifiedBy>
  <cp:revision>19</cp:revision>
  <dcterms:created xsi:type="dcterms:W3CDTF">2023-08-31T16:26:40Z</dcterms:created>
  <dcterms:modified xsi:type="dcterms:W3CDTF">2023-11-17T23:28:55Z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0x0101003A2A84260D04624A8B717A5811981AC4</vt:lpwstr>
  </property>
</Properties>
</file>