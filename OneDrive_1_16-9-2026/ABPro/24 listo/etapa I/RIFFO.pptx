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0202"/>
    <a:srgbClr val="F4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940" autoAdjust="0"/>
  </p:normalViewPr>
  <p:slideViewPr>
    <p:cSldViewPr snapToGrid="0" snapToObjects="1">
      <p:cViewPr varScale="1">
        <p:scale>
          <a:sx n="127" d="100"/>
          <a:sy n="127" d="100"/>
        </p:scale>
        <p:origin x="-103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00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49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055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568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57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847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72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804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753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942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246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FFDA3-703B-5A46-AEFC-E14C30159CAC}" type="datetimeFigureOut">
              <a:rPr lang="es-ES" smtClean="0"/>
              <a:t>17/11/2023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531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611560" y="2947566"/>
            <a:ext cx="7772400" cy="685347"/>
          </a:xfrm>
        </p:spPr>
        <p:txBody>
          <a:bodyPr/>
          <a:lstStyle/>
          <a:p>
            <a:r>
              <a:rPr lang="es-US" sz="3600" b="1" dirty="0">
                <a:solidFill>
                  <a:srgbClr val="D40202"/>
                </a:solidFill>
                <a:latin typeface="Myriad Pro"/>
                <a:cs typeface="Myriad Pro"/>
              </a:rPr>
              <a:t>Car Tunning</a:t>
            </a:r>
            <a:endParaRPr lang="es-CL" sz="3600" b="1" dirty="0">
              <a:solidFill>
                <a:srgbClr val="D40202"/>
              </a:solidFill>
              <a:latin typeface="Myriad Pro"/>
              <a:cs typeface="Myriad Pro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469608" y="1"/>
            <a:ext cx="1867756" cy="186775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469607" y="160081"/>
            <a:ext cx="1867757" cy="757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US" sz="1400" kern="1400" dirty="0">
                <a:solidFill>
                  <a:schemeClr val="bg1"/>
                </a:solidFill>
                <a:latin typeface="Myriad Pro Light"/>
                <a:cs typeface="Myriad Pro Light"/>
              </a:rPr>
              <a:t>Ingeniería Mecánica y Electromovilidad Automotriz</a:t>
            </a:r>
            <a:endParaRPr lang="es-CL" sz="1400" kern="1400" dirty="0">
              <a:solidFill>
                <a:schemeClr val="bg1"/>
              </a:solidFill>
              <a:latin typeface="Myriad Pro Light"/>
              <a:cs typeface="Myriad Pro Light"/>
            </a:endParaRPr>
          </a:p>
        </p:txBody>
      </p:sp>
      <p:pic>
        <p:nvPicPr>
          <p:cNvPr id="12" name="Imagen 11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47" y="1332361"/>
            <a:ext cx="1270076" cy="342346"/>
          </a:xfrm>
          <a:prstGeom prst="rect">
            <a:avLst/>
          </a:prstGeom>
        </p:spPr>
      </p:pic>
      <p:cxnSp>
        <p:nvCxnSpPr>
          <p:cNvPr id="14" name="Conector recto 13"/>
          <p:cNvCxnSpPr/>
          <p:nvPr/>
        </p:nvCxnSpPr>
        <p:spPr>
          <a:xfrm>
            <a:off x="615294" y="1077855"/>
            <a:ext cx="1576383" cy="0"/>
          </a:xfrm>
          <a:prstGeom prst="line">
            <a:avLst/>
          </a:prstGeom>
          <a:ln w="952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btítulo 2"/>
          <p:cNvSpPr>
            <a:spLocks noGrp="1"/>
          </p:cNvSpPr>
          <p:nvPr>
            <p:ph type="subTitle" idx="1"/>
          </p:nvPr>
        </p:nvSpPr>
        <p:spPr>
          <a:xfrm>
            <a:off x="1297360" y="3712724"/>
            <a:ext cx="6400800" cy="36219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US" dirty="0">
                <a:latin typeface="Myriad Pro"/>
                <a:cs typeface="Myriad Pro"/>
              </a:rPr>
              <a:t>Etapa I</a:t>
            </a:r>
            <a:endParaRPr lang="es-CL" dirty="0">
              <a:latin typeface="Myriad Pro"/>
              <a:cs typeface="Myriad Pro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469608" y="4824838"/>
            <a:ext cx="5858981" cy="1361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NOMBRE: </a:t>
            </a:r>
            <a:r>
              <a:rPr lang="es-US" sz="1400" dirty="0">
                <a:latin typeface="Myriad Pro"/>
                <a:cs typeface="Myriad Pro"/>
              </a:rPr>
              <a:t>Rachelle Pérez Bascur, Froilán Calabrano, Vicente Riffo Soto.</a:t>
            </a:r>
            <a:endParaRPr lang="es-CL" sz="1400" dirty="0">
              <a:latin typeface="Myriad Pro"/>
              <a:cs typeface="Myriad Pro"/>
            </a:endParaRP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CARRERA:</a:t>
            </a:r>
            <a:r>
              <a:rPr lang="es-US" sz="1400" dirty="0">
                <a:latin typeface="Myriad Pro"/>
                <a:cs typeface="Myriad Pro"/>
              </a:rPr>
              <a:t> Ingeniería Mecánica y Electromovilidad Automotriz.</a:t>
            </a:r>
            <a:endParaRPr lang="es-CL" sz="1400" dirty="0">
              <a:latin typeface="Myriad Pro"/>
              <a:cs typeface="Myriad Pro"/>
            </a:endParaRP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ASIGNTATURA:</a:t>
            </a:r>
            <a:r>
              <a:rPr lang="es-US" sz="1400" dirty="0">
                <a:latin typeface="Myriad Pro"/>
                <a:cs typeface="Myriad Pro"/>
              </a:rPr>
              <a:t> Funciones y Geometría.</a:t>
            </a:r>
            <a:endParaRPr lang="es-CL" sz="1400" dirty="0">
              <a:latin typeface="Myriad Pro"/>
              <a:cs typeface="Myriad Pro"/>
            </a:endParaRP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PROFESOR:</a:t>
            </a:r>
            <a:r>
              <a:rPr lang="es-US" sz="1400" dirty="0">
                <a:latin typeface="Myriad Pro"/>
                <a:cs typeface="Myriad Pro"/>
              </a:rPr>
              <a:t> Lissette Salamanca</a:t>
            </a:r>
            <a:endParaRPr lang="es-CL" sz="1400" dirty="0">
              <a:latin typeface="Myriad Pro"/>
              <a:cs typeface="Myriad Pro"/>
            </a:endParaRPr>
          </a:p>
          <a:p>
            <a:pPr>
              <a:lnSpc>
                <a:spcPct val="120000"/>
              </a:lnSpc>
            </a:pPr>
            <a:r>
              <a:rPr lang="es-CL" sz="1400" dirty="0">
                <a:latin typeface="Myriad Pro"/>
                <a:cs typeface="Myriad Pro"/>
              </a:rPr>
              <a:t>FECHA:</a:t>
            </a:r>
            <a:r>
              <a:rPr lang="es-US" sz="1400" dirty="0">
                <a:latin typeface="Myriad Pro"/>
                <a:cs typeface="Myriad Pro"/>
              </a:rPr>
              <a:t>17/11/2023</a:t>
            </a:r>
            <a:endParaRPr lang="es-CL" sz="1400" dirty="0">
              <a:latin typeface="Myriad Pro"/>
              <a:cs typeface="Myriad Pro"/>
            </a:endParaRPr>
          </a:p>
        </p:txBody>
      </p:sp>
      <p:pic>
        <p:nvPicPr>
          <p:cNvPr id="18" name="Imagen 17" descr="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21" y="6499599"/>
            <a:ext cx="924848" cy="24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9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1284649" y="668459"/>
            <a:ext cx="6562981" cy="1206678"/>
          </a:xfrm>
        </p:spPr>
        <p:txBody>
          <a:bodyPr>
            <a:noAutofit/>
          </a:bodyPr>
          <a:lstStyle/>
          <a:p>
            <a:pPr algn="l"/>
            <a:r>
              <a:rPr lang="es-US" b="1" dirty="0">
                <a:solidFill>
                  <a:srgbClr val="D40202"/>
                </a:solidFill>
                <a:latin typeface="Myriad Pro"/>
                <a:cs typeface="Myriad Pro"/>
              </a:rPr>
              <a:t>Definición del proyecto</a:t>
            </a:r>
            <a:br>
              <a:rPr lang="es-US" b="1" dirty="0">
                <a:solidFill>
                  <a:srgbClr val="D40202"/>
                </a:solidFill>
                <a:latin typeface="Myriad Pro"/>
                <a:cs typeface="Myriad Pro"/>
              </a:rPr>
            </a:br>
            <a:endParaRPr lang="es-CL" b="1" dirty="0">
              <a:solidFill>
                <a:srgbClr val="D40202"/>
              </a:solidFill>
              <a:latin typeface="Myriad Pro"/>
              <a:cs typeface="Myriad Pro"/>
            </a:endParaRPr>
          </a:p>
        </p:txBody>
      </p:sp>
      <p:pic>
        <p:nvPicPr>
          <p:cNvPr id="18" name="Imagen 17" descr="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21" y="6499599"/>
            <a:ext cx="924848" cy="249644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694161" y="1875137"/>
            <a:ext cx="7734943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US" sz="2400" dirty="0"/>
              <a:t>•  </a:t>
            </a:r>
            <a:r>
              <a:rPr lang="es-CL" sz="2400" dirty="0"/>
              <a:t>El 20 de febrero del 2024 deseamos participar en una carrer</a:t>
            </a:r>
            <a:r>
              <a:rPr lang="es-US" sz="2400" dirty="0"/>
              <a:t>a</a:t>
            </a:r>
            <a:r>
              <a:rPr lang="es-CL" sz="2400" dirty="0"/>
              <a:t> de vehículos en el autódromo Interlomas de Lautaro, es un tipo de carrera recta de 300 metros. El </a:t>
            </a:r>
            <a:r>
              <a:rPr lang="es-US" sz="2400" dirty="0"/>
              <a:t>vehículo</a:t>
            </a:r>
            <a:r>
              <a:rPr lang="es-CL" sz="2400" dirty="0"/>
              <a:t> que tenemos es un Toyota Yaris Sedan 1.5 del año 2003 con un motor 1NZ-FE el cual está de fábrica sin ninguna modificación, por lo tanto no tiene el torque y la potencia necesaria para competir en la categoría que deseamos</a:t>
            </a:r>
            <a:r>
              <a:rPr lang="es-US" sz="2400" dirty="0"/>
              <a:t>.</a:t>
            </a:r>
          </a:p>
          <a:p>
            <a:endParaRPr lang="es-US" sz="2400" dirty="0"/>
          </a:p>
          <a:p>
            <a:endParaRPr lang="es-US" sz="2400" dirty="0"/>
          </a:p>
          <a:p>
            <a:endParaRPr lang="es-US" sz="2400" dirty="0"/>
          </a:p>
          <a:p>
            <a:endParaRPr lang="es-US" sz="2400" dirty="0"/>
          </a:p>
          <a:p>
            <a:endParaRPr lang="es-US" sz="2400" dirty="0"/>
          </a:p>
          <a:p>
            <a:endParaRPr lang="es-US" sz="2400" dirty="0"/>
          </a:p>
          <a:p>
            <a:endParaRPr lang="es-US" sz="2400" dirty="0"/>
          </a:p>
          <a:p>
            <a:endParaRPr lang="es-US" sz="2400" dirty="0"/>
          </a:p>
          <a:p>
            <a:endParaRPr lang="es-CL" sz="2400" dirty="0"/>
          </a:p>
        </p:txBody>
      </p:sp>
      <p:sp>
        <p:nvSpPr>
          <p:cNvPr id="24" name="Título 1"/>
          <p:cNvSpPr txBox="1">
            <a:spLocks/>
          </p:cNvSpPr>
          <p:nvPr/>
        </p:nvSpPr>
        <p:spPr>
          <a:xfrm>
            <a:off x="307821" y="4692626"/>
            <a:ext cx="322196" cy="467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L" sz="1800" b="1" dirty="0">
                <a:solidFill>
                  <a:schemeClr val="bg1"/>
                </a:solidFill>
                <a:latin typeface="Myriad Pro"/>
                <a:cs typeface="Myriad Pr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64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4CB90-CE94-916B-0804-E6E812ED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US" b="1" dirty="0">
                <a:solidFill>
                  <a:srgbClr val="D40202"/>
                </a:solidFill>
                <a:cs typeface="Courier New" panose="02070309020205020404" pitchFamily="49" charset="0"/>
              </a:rPr>
              <a:t>Problemática del proyecto y matemáticas a abordar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6A0516-1A69-DC61-5320-B2E6024CC5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7032" y="1666022"/>
            <a:ext cx="7989935" cy="4525963"/>
          </a:xfrm>
        </p:spPr>
        <p:txBody>
          <a:bodyPr>
            <a:normAutofit/>
          </a:bodyPr>
          <a:lstStyle/>
          <a:p>
            <a:r>
              <a:rPr lang="es-US" sz="2400" dirty="0"/>
              <a:t>No tenemos los caballos de fuerza necesarios y sabemos que si competimos no tendremos chances de ganar, el vehículo tiene peso extra y el motor necesita nuevos accesorios resistentes para el tipo de proyecto que queremos.</a:t>
            </a:r>
          </a:p>
          <a:p>
            <a:r>
              <a:rPr lang="es-US" sz="2400" dirty="0"/>
              <a:t>Las matemáticas que se abordarán serán:</a:t>
            </a:r>
          </a:p>
          <a:p>
            <a:r>
              <a:rPr lang="es-US" sz="2400" dirty="0"/>
              <a:t>Variables Físicas: Velocidad de rotación, temperatura, fuerza y presión.</a:t>
            </a:r>
          </a:p>
          <a:p>
            <a:r>
              <a:rPr lang="es-US" sz="2400" dirty="0"/>
              <a:t>Variables Geométricas: Diámetros y profundidad.</a:t>
            </a:r>
          </a:p>
          <a:p>
            <a:r>
              <a:rPr lang="es-US" sz="2400" dirty="0"/>
              <a:t>Variables Químicas: Energía química (mezcla aire-combustible).</a:t>
            </a:r>
          </a:p>
        </p:txBody>
      </p:sp>
    </p:spTree>
    <p:extLst>
      <p:ext uri="{BB962C8B-B14F-4D97-AF65-F5344CB8AC3E}">
        <p14:creationId xmlns:p14="http://schemas.microsoft.com/office/powerpoint/2010/main" val="53282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1144916" y="631054"/>
            <a:ext cx="7626761" cy="1144918"/>
          </a:xfrm>
        </p:spPr>
        <p:txBody>
          <a:bodyPr>
            <a:noAutofit/>
          </a:bodyPr>
          <a:lstStyle/>
          <a:p>
            <a:pPr algn="l"/>
            <a:r>
              <a:rPr lang="es-US" sz="3200" b="1" dirty="0">
                <a:solidFill>
                  <a:srgbClr val="D40202"/>
                </a:solidFill>
                <a:latin typeface="Myriad Pro"/>
                <a:cs typeface="Myriad Pro"/>
              </a:rPr>
              <a:t>Objetivo del proyecto y preguntas de investigación</a:t>
            </a:r>
            <a:endParaRPr lang="es-CL" sz="3200" b="1" dirty="0">
              <a:solidFill>
                <a:srgbClr val="D40202"/>
              </a:solidFill>
              <a:latin typeface="Myriad Pro"/>
              <a:cs typeface="Myriad Pro"/>
            </a:endParaRPr>
          </a:p>
        </p:txBody>
      </p:sp>
      <p:pic>
        <p:nvPicPr>
          <p:cNvPr id="18" name="Imagen 17" descr="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21" y="6499599"/>
            <a:ext cx="924848" cy="249644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A441CD-DA39-C050-BD80-706237FAE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209" y="1944539"/>
            <a:ext cx="7239046" cy="3996402"/>
          </a:xfrm>
        </p:spPr>
        <p:txBody>
          <a:bodyPr>
            <a:noAutofit/>
          </a:bodyPr>
          <a:lstStyle/>
          <a:p>
            <a:r>
              <a:rPr lang="es-US" sz="2400" dirty="0"/>
              <a:t>Mejorar la potencia y torque de un motor 1NZ-FE de un Toyota Yaris para competir en una categoría de carrera recta de 300 metros</a:t>
            </a:r>
          </a:p>
          <a:p>
            <a:r>
              <a:rPr lang="es-US" sz="2400" dirty="0"/>
              <a:t>¿Cómo conseguiremos los accesorios?</a:t>
            </a:r>
          </a:p>
          <a:p>
            <a:r>
              <a:rPr lang="es-US" sz="2400" dirty="0"/>
              <a:t>¿Cómo podemos saber que accesorios necesita para aumentar los HP?</a:t>
            </a:r>
          </a:p>
          <a:p>
            <a:r>
              <a:rPr lang="es-US" sz="2400" dirty="0"/>
              <a:t>¿Como podremos modificar la aerodinámica del auto sin perjudicarlo para sacarle peso extra?</a:t>
            </a:r>
          </a:p>
          <a:p>
            <a:r>
              <a:rPr lang="es-US" sz="2400" dirty="0"/>
              <a:t>Que medidas de seguridad se van a integrar?</a:t>
            </a:r>
          </a:p>
          <a:p>
            <a:endParaRPr lang="es-US" sz="2400" dirty="0"/>
          </a:p>
        </p:txBody>
      </p:sp>
    </p:spTree>
    <p:extLst>
      <p:ext uri="{BB962C8B-B14F-4D97-AF65-F5344CB8AC3E}">
        <p14:creationId xmlns:p14="http://schemas.microsoft.com/office/powerpoint/2010/main" val="255737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5945D-67C0-656C-B4E5-F4C4D449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b="1" dirty="0">
                <a:solidFill>
                  <a:srgbClr val="D40202"/>
                </a:solidFill>
              </a:rPr>
              <a:t>Temas iniciales involucrados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1EBAF-E1C2-2786-28CE-8D9D1CBF8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99772" y="1807547"/>
            <a:ext cx="7962889" cy="4525963"/>
          </a:xfrm>
        </p:spPr>
        <p:txBody>
          <a:bodyPr>
            <a:normAutofit/>
          </a:bodyPr>
          <a:lstStyle/>
          <a:p>
            <a:r>
              <a:rPr lang="es-US" sz="2400" dirty="0"/>
              <a:t>Medir y calcular fuerza, presión de la cámara de combustión del vehiculó.</a:t>
            </a:r>
          </a:p>
          <a:p>
            <a:r>
              <a:rPr lang="es-US" sz="2400" dirty="0"/>
              <a:t>Medir la energía química de la cámara de combustión.</a:t>
            </a:r>
          </a:p>
          <a:p>
            <a:r>
              <a:rPr lang="es-US" sz="2400" dirty="0"/>
              <a:t>Medir pistones y presión de combustible del vehículo</a:t>
            </a:r>
          </a:p>
          <a:p>
            <a:r>
              <a:rPr lang="es-US" sz="2400" dirty="0"/>
              <a:t>Cambio de componentes del motor del vehículo</a:t>
            </a:r>
          </a:p>
        </p:txBody>
      </p:sp>
    </p:spTree>
    <p:extLst>
      <p:ext uri="{BB962C8B-B14F-4D97-AF65-F5344CB8AC3E}">
        <p14:creationId xmlns:p14="http://schemas.microsoft.com/office/powerpoint/2010/main" val="1630182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352F8-31C6-2281-4885-877BEDB1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b="1" dirty="0">
                <a:solidFill>
                  <a:srgbClr val="D40202"/>
                </a:solidFill>
              </a:rPr>
              <a:t>MATERIALES Y CRONOGRAMA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BE59A7-4964-63BD-60CE-28A6B01E6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0837" y="1224771"/>
            <a:ext cx="8984299" cy="3508147"/>
          </a:xfrm>
        </p:spPr>
        <p:txBody>
          <a:bodyPr anchor="t">
            <a:normAutofit/>
          </a:bodyPr>
          <a:lstStyle/>
          <a:p>
            <a:r>
              <a:rPr lang="es-US" sz="2400" dirty="0"/>
              <a:t>Los materiales que vamos a tener que utilizar son los siguientes para poder comenzar con nuestro proyecto:</a:t>
            </a:r>
          </a:p>
          <a:p>
            <a:r>
              <a:rPr lang="es-US" sz="2400" dirty="0"/>
              <a:t>Computador para poder investigar cosas que necesitaremos.</a:t>
            </a:r>
          </a:p>
          <a:p>
            <a:r>
              <a:rPr lang="es-US" sz="2400" dirty="0"/>
              <a:t>Materiales para medir, como pie de metro, micrómetro, anemómetro.</a:t>
            </a:r>
          </a:p>
          <a:p>
            <a:r>
              <a:rPr lang="es-US" sz="2400" dirty="0"/>
              <a:t>Calculadora científica y Manual del vehículo.</a:t>
            </a:r>
          </a:p>
          <a:p>
            <a:pPr marL="0" indent="0">
              <a:buNone/>
            </a:pPr>
            <a:r>
              <a:rPr lang="es-US" sz="2400" dirty="0"/>
              <a:t>             CRONOGRAMA:</a:t>
            </a:r>
          </a:p>
        </p:txBody>
      </p:sp>
      <p:pic>
        <p:nvPicPr>
          <p:cNvPr id="3" name="Imagen 3">
            <a:extLst>
              <a:ext uri="{FF2B5EF4-FFF2-40B4-BE49-F238E27FC236}">
                <a16:creationId xmlns:a16="http://schemas.microsoft.com/office/drawing/2014/main" id="{959D745A-040D-7CB5-241D-F21D05F13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986" y="4190143"/>
            <a:ext cx="60960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293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66</Words>
  <Application>Microsoft Office PowerPoint</Application>
  <PresentationFormat>Presentación en pantalla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Car Tunning</vt:lpstr>
      <vt:lpstr>Definición del proyecto </vt:lpstr>
      <vt:lpstr>Problemática del proyecto y matemáticas a abordar</vt:lpstr>
      <vt:lpstr>Objetivo del proyecto y preguntas de investigación</vt:lpstr>
      <vt:lpstr>Temas iniciales involucrados</vt:lpstr>
      <vt:lpstr>MATERIALES Y CRONOGRAMA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de la Presentación</dc:title>
  <dc:creator>agencia</dc:creator>
  <cp:lastModifiedBy>Vicente Riffo</cp:lastModifiedBy>
  <cp:revision>15</cp:revision>
  <dcterms:created xsi:type="dcterms:W3CDTF">2015-06-26T15:52:47Z</dcterms:created>
  <dcterms:modified xsi:type="dcterms:W3CDTF">2023-11-17T22:50:47Z</dcterms:modified>
</cp:coreProperties>
</file>