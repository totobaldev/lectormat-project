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comment7.xml" ContentType="application/vnd.openxmlformats-officedocument.presentationml.comment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6" r:id="rId8"/>
    <p:sldId id="262" r:id="rId9"/>
    <p:sldId id="264" r:id="rId10"/>
    <p:sldId id="265" r:id="rId1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9"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80B87E-A86F-F8C7-E3C2-AE960E2F7147}" v="1789" dt="2023-12-05T23:20:31.13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406" autoAdjust="0"/>
    <p:restoredTop sz="94660"/>
  </p:normalViewPr>
  <p:slideViewPr>
    <p:cSldViewPr snapToGrid="0">
      <p:cViewPr varScale="1">
        <p:scale>
          <a:sx n="85" d="100"/>
          <a:sy n="85" d="100"/>
        </p:scale>
        <p:origin x="192"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14T09:29:22.073" idx="1">
    <p:pos x="10" y="10"/>
    <p:text>deben redactar en tercera persona</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4T09:30:15.071" idx="2">
    <p:pos x="10" y="10"/>
    <p:text>faltan referencias bibliograficas</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4T09:30:40.990" idx="3">
    <p:pos x="1539" y="1690"/>
    <p:text>el objetivo como tal posee una estructura, ejemplo: https://bibliotecas.duoc.cl/elaboracion-de-documentos-o-informes/como-redactar-los-objetivos-de-tu-proyecto-o-investigacion</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14T09:32:21.102" idx="4">
    <p:pos x="10" y="10"/>
    <p:text>éstos temas se pueden investigar y utilizar como referencias bibliográficas para ir respondiendo las preguntas de investigación a través del desarrollo de la solución</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14T09:36:47.739" idx="5">
    <p:pos x="10" y="10"/>
    <p:text>en el cronograma debe incluir plazos (tiempo) ejemplo: https://www.bizneo.com/blog/cronograma/</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14T09:37:08.581" idx="6">
    <p:pos x="10" y="10"/>
    <p:text>¿como obtuvo la función?</p:text>
    <p:extLst>
      <p:ext uri="{C676402C-5697-4E1C-873F-D02D1690AC5C}">
        <p15:threadingInfo xmlns:p15="http://schemas.microsoft.com/office/powerpoint/2012/main" timeZoneBias="180"/>
      </p:ext>
    </p:extLst>
  </p:cm>
  <p:cm authorId="1" dt="2023-12-14T09:37:49.889" idx="7">
    <p:pos x="10" y="106"/>
    <p:text>¿que datos utilizó para encontrarla?, ¿de donde los obtuvo?... falta esa información?</p:text>
    <p:extLst>
      <p:ext uri="{C676402C-5697-4E1C-873F-D02D1690AC5C}">
        <p15:threadingInfo xmlns:p15="http://schemas.microsoft.com/office/powerpoint/2012/main" timeZoneBias="180">
          <p15:parentCm authorId="1" idx="6"/>
        </p15:threadingInfo>
      </p:ext>
    </p:extLst>
  </p:cm>
  <p:cm authorId="1" dt="2023-12-14T09:38:12.592" idx="8">
    <p:pos x="10" y="202"/>
    <p:text>falta la matemática involucrada en la búsqueda la solución</p:text>
    <p:extLst>
      <p:ext uri="{C676402C-5697-4E1C-873F-D02D1690AC5C}">
        <p15:threadingInfo xmlns:p15="http://schemas.microsoft.com/office/powerpoint/2012/main" timeZoneBias="180">
          <p15:parentCm authorId="1" idx="6"/>
        </p15:threadingInfo>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14T09:38:24.980" idx="9">
    <p:pos x="10" y="10"/>
    <p:text>si bien muestran varias opciones en qué se pueden reutilizar los neumáticos, les falta definir el problema, es decir, de donde (lugar especifico que obtendrán los neumáticos) y solución que harán con ellos.</p:text>
    <p:extLst>
      <p:ext uri="{C676402C-5697-4E1C-873F-D02D1690AC5C}">
        <p15:threadingInfo xmlns:p15="http://schemas.microsoft.com/office/powerpoint/2012/main" timeZoneBias="180"/>
      </p:ext>
    </p:extLst>
  </p:cm>
</p:cmLst>
</file>

<file path=ppt/diagrams/_rels/data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325D74-54E7-4465-A65C-FBAEFA56B069}"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24BAB758-21C4-4E16-9D36-E181BE08ABE3}">
      <dgm:prSet/>
      <dgm:spPr/>
      <dgm:t>
        <a:bodyPr/>
        <a:lstStyle/>
        <a:p>
          <a:r>
            <a:rPr lang="es-MX" dirty="0"/>
            <a:t>Nuestro principal objetivo es darle un nuevo uso a los neumático evitando la contaminación</a:t>
          </a:r>
          <a:endParaRPr lang="en-US" dirty="0"/>
        </a:p>
      </dgm:t>
    </dgm:pt>
    <dgm:pt modelId="{5D035386-D7C4-454C-BA05-A457E2093060}" type="parTrans" cxnId="{EA2D76AF-FD8C-462C-97BF-8C6D45F3EA5F}">
      <dgm:prSet/>
      <dgm:spPr/>
      <dgm:t>
        <a:bodyPr/>
        <a:lstStyle/>
        <a:p>
          <a:endParaRPr lang="en-US"/>
        </a:p>
      </dgm:t>
    </dgm:pt>
    <dgm:pt modelId="{0AE5B0EB-AA00-4659-8D6F-E73620510862}" type="sibTrans" cxnId="{EA2D76AF-FD8C-462C-97BF-8C6D45F3EA5F}">
      <dgm:prSet/>
      <dgm:spPr/>
      <dgm:t>
        <a:bodyPr/>
        <a:lstStyle/>
        <a:p>
          <a:endParaRPr lang="en-US"/>
        </a:p>
      </dgm:t>
    </dgm:pt>
    <dgm:pt modelId="{84F20892-46EE-4304-8348-A9278E6FA5F0}">
      <dgm:prSet/>
      <dgm:spPr/>
      <dgm:t>
        <a:bodyPr/>
        <a:lstStyle/>
        <a:p>
          <a:r>
            <a:rPr lang="es-MX"/>
            <a:t>Las preguntas son las siguientes:</a:t>
          </a:r>
          <a:endParaRPr lang="en-US"/>
        </a:p>
      </dgm:t>
    </dgm:pt>
    <dgm:pt modelId="{EA90BFD8-6DB9-401F-B58E-B8A50DFBA949}" type="parTrans" cxnId="{F69D5328-A407-42B5-988C-DA5C6AED42B9}">
      <dgm:prSet/>
      <dgm:spPr/>
      <dgm:t>
        <a:bodyPr/>
        <a:lstStyle/>
        <a:p>
          <a:endParaRPr lang="en-US"/>
        </a:p>
      </dgm:t>
    </dgm:pt>
    <dgm:pt modelId="{4A08A67A-3FF9-43EF-B2CF-603C487BC36D}" type="sibTrans" cxnId="{F69D5328-A407-42B5-988C-DA5C6AED42B9}">
      <dgm:prSet/>
      <dgm:spPr/>
      <dgm:t>
        <a:bodyPr/>
        <a:lstStyle/>
        <a:p>
          <a:endParaRPr lang="en-US"/>
        </a:p>
      </dgm:t>
    </dgm:pt>
    <dgm:pt modelId="{D8F25E7C-A795-4BC3-9323-5D718C5A7F6E}">
      <dgm:prSet/>
      <dgm:spPr/>
      <dgm:t>
        <a:bodyPr/>
        <a:lstStyle/>
        <a:p>
          <a:r>
            <a:rPr lang="es-MX"/>
            <a:t>¿En que se puede reutilizar un neumático?</a:t>
          </a:r>
          <a:endParaRPr lang="en-US"/>
        </a:p>
      </dgm:t>
    </dgm:pt>
    <dgm:pt modelId="{201ADF7B-A87A-4932-A2B3-4C52E2DEA6B8}" type="parTrans" cxnId="{59CAFFA4-F879-41FE-8DFF-B0A813D37821}">
      <dgm:prSet/>
      <dgm:spPr/>
      <dgm:t>
        <a:bodyPr/>
        <a:lstStyle/>
        <a:p>
          <a:endParaRPr lang="en-US"/>
        </a:p>
      </dgm:t>
    </dgm:pt>
    <dgm:pt modelId="{22C202E2-2521-4629-A7E6-B2E64B6807E7}" type="sibTrans" cxnId="{59CAFFA4-F879-41FE-8DFF-B0A813D37821}">
      <dgm:prSet/>
      <dgm:spPr/>
      <dgm:t>
        <a:bodyPr/>
        <a:lstStyle/>
        <a:p>
          <a:endParaRPr lang="en-US"/>
        </a:p>
      </dgm:t>
    </dgm:pt>
    <dgm:pt modelId="{51CAC0C7-8150-4D3D-A961-A8A533726EB3}">
      <dgm:prSet/>
      <dgm:spPr/>
      <dgm:t>
        <a:bodyPr/>
        <a:lstStyle/>
        <a:p>
          <a:r>
            <a:rPr lang="es-MX"/>
            <a:t>¿Qué impacto tendrá?</a:t>
          </a:r>
          <a:endParaRPr lang="en-US"/>
        </a:p>
      </dgm:t>
    </dgm:pt>
    <dgm:pt modelId="{96EB11EE-A737-4F79-BC0E-C8FD2FD23D7E}" type="parTrans" cxnId="{F5A8FF02-B414-4E1F-B145-B6F209F2267F}">
      <dgm:prSet/>
      <dgm:spPr/>
      <dgm:t>
        <a:bodyPr/>
        <a:lstStyle/>
        <a:p>
          <a:endParaRPr lang="en-US"/>
        </a:p>
      </dgm:t>
    </dgm:pt>
    <dgm:pt modelId="{4A7BADC7-A3DE-4262-B0DB-B702C26AFBF4}" type="sibTrans" cxnId="{F5A8FF02-B414-4E1F-B145-B6F209F2267F}">
      <dgm:prSet/>
      <dgm:spPr/>
      <dgm:t>
        <a:bodyPr/>
        <a:lstStyle/>
        <a:p>
          <a:endParaRPr lang="en-US"/>
        </a:p>
      </dgm:t>
    </dgm:pt>
    <dgm:pt modelId="{C562790F-7678-4CDF-B566-A7E165C2A45C}">
      <dgm:prSet/>
      <dgm:spPr/>
      <dgm:t>
        <a:bodyPr/>
        <a:lstStyle/>
        <a:p>
          <a:r>
            <a:rPr lang="es-MX"/>
            <a:t>¿A quien beneficiaria?</a:t>
          </a:r>
          <a:endParaRPr lang="en-US"/>
        </a:p>
      </dgm:t>
    </dgm:pt>
    <dgm:pt modelId="{6BD7AA0A-37FB-4A72-BD3D-E2295F889045}" type="parTrans" cxnId="{6CF9AF65-75D5-4368-BCD5-6626FFA0098C}">
      <dgm:prSet/>
      <dgm:spPr/>
      <dgm:t>
        <a:bodyPr/>
        <a:lstStyle/>
        <a:p>
          <a:endParaRPr lang="en-US"/>
        </a:p>
      </dgm:t>
    </dgm:pt>
    <dgm:pt modelId="{8E4E1B5E-8F19-4350-A2F8-62C7160A3856}" type="sibTrans" cxnId="{6CF9AF65-75D5-4368-BCD5-6626FFA0098C}">
      <dgm:prSet/>
      <dgm:spPr/>
      <dgm:t>
        <a:bodyPr/>
        <a:lstStyle/>
        <a:p>
          <a:endParaRPr lang="en-US"/>
        </a:p>
      </dgm:t>
    </dgm:pt>
    <dgm:pt modelId="{7495A09A-65B6-4AC6-A43E-DF16274B7926}">
      <dgm:prSet/>
      <dgm:spPr/>
      <dgm:t>
        <a:bodyPr/>
        <a:lstStyle/>
        <a:p>
          <a:r>
            <a:rPr lang="es-MX"/>
            <a:t>¿De que forma se puede reciclar un neumático?</a:t>
          </a:r>
          <a:endParaRPr lang="en-US"/>
        </a:p>
      </dgm:t>
    </dgm:pt>
    <dgm:pt modelId="{7C027FA6-B3FE-4AF8-963F-A85E9D36FF67}" type="parTrans" cxnId="{8C00965B-6E2C-41FF-B837-CB226998130C}">
      <dgm:prSet/>
      <dgm:spPr/>
      <dgm:t>
        <a:bodyPr/>
        <a:lstStyle/>
        <a:p>
          <a:endParaRPr lang="en-US"/>
        </a:p>
      </dgm:t>
    </dgm:pt>
    <dgm:pt modelId="{748423A9-7D3E-40ED-8728-ED5BEC711326}" type="sibTrans" cxnId="{8C00965B-6E2C-41FF-B837-CB226998130C}">
      <dgm:prSet/>
      <dgm:spPr/>
      <dgm:t>
        <a:bodyPr/>
        <a:lstStyle/>
        <a:p>
          <a:endParaRPr lang="en-US"/>
        </a:p>
      </dgm:t>
    </dgm:pt>
    <dgm:pt modelId="{2CB1DDD1-AFD1-41A1-B512-4689D2755AF6}" type="pres">
      <dgm:prSet presAssocID="{3A325D74-54E7-4465-A65C-FBAEFA56B069}" presName="Name0" presStyleCnt="0">
        <dgm:presLayoutVars>
          <dgm:dir/>
          <dgm:resizeHandles val="exact"/>
        </dgm:presLayoutVars>
      </dgm:prSet>
      <dgm:spPr/>
    </dgm:pt>
    <dgm:pt modelId="{DBE0D56C-21A1-4D3A-87A1-6DC37778D51F}" type="pres">
      <dgm:prSet presAssocID="{24BAB758-21C4-4E16-9D36-E181BE08ABE3}" presName="node" presStyleLbl="node1" presStyleIdx="0" presStyleCnt="6">
        <dgm:presLayoutVars>
          <dgm:bulletEnabled val="1"/>
        </dgm:presLayoutVars>
      </dgm:prSet>
      <dgm:spPr/>
    </dgm:pt>
    <dgm:pt modelId="{497C4F89-D60A-4F3A-9830-027FADC1D4F5}" type="pres">
      <dgm:prSet presAssocID="{0AE5B0EB-AA00-4659-8D6F-E73620510862}" presName="sibTrans" presStyleLbl="sibTrans1D1" presStyleIdx="0" presStyleCnt="5"/>
      <dgm:spPr/>
    </dgm:pt>
    <dgm:pt modelId="{77DB65DE-3A78-4B0A-A484-BE189EF724F7}" type="pres">
      <dgm:prSet presAssocID="{0AE5B0EB-AA00-4659-8D6F-E73620510862}" presName="connectorText" presStyleLbl="sibTrans1D1" presStyleIdx="0" presStyleCnt="5"/>
      <dgm:spPr/>
    </dgm:pt>
    <dgm:pt modelId="{83E0C508-75E3-48F2-ADCA-560EFDBE4AE0}" type="pres">
      <dgm:prSet presAssocID="{84F20892-46EE-4304-8348-A9278E6FA5F0}" presName="node" presStyleLbl="node1" presStyleIdx="1" presStyleCnt="6">
        <dgm:presLayoutVars>
          <dgm:bulletEnabled val="1"/>
        </dgm:presLayoutVars>
      </dgm:prSet>
      <dgm:spPr/>
    </dgm:pt>
    <dgm:pt modelId="{B6D3C0FA-D5DD-4497-92C8-BE7D66AD7E65}" type="pres">
      <dgm:prSet presAssocID="{4A08A67A-3FF9-43EF-B2CF-603C487BC36D}" presName="sibTrans" presStyleLbl="sibTrans1D1" presStyleIdx="1" presStyleCnt="5"/>
      <dgm:spPr/>
    </dgm:pt>
    <dgm:pt modelId="{2312D577-2D2B-4C2F-A83C-7FC1E96FDA56}" type="pres">
      <dgm:prSet presAssocID="{4A08A67A-3FF9-43EF-B2CF-603C487BC36D}" presName="connectorText" presStyleLbl="sibTrans1D1" presStyleIdx="1" presStyleCnt="5"/>
      <dgm:spPr/>
    </dgm:pt>
    <dgm:pt modelId="{8228007B-45BB-4024-BA53-0B58A4654A76}" type="pres">
      <dgm:prSet presAssocID="{D8F25E7C-A795-4BC3-9323-5D718C5A7F6E}" presName="node" presStyleLbl="node1" presStyleIdx="2" presStyleCnt="6">
        <dgm:presLayoutVars>
          <dgm:bulletEnabled val="1"/>
        </dgm:presLayoutVars>
      </dgm:prSet>
      <dgm:spPr/>
    </dgm:pt>
    <dgm:pt modelId="{0E8A8402-084D-43E5-BE75-391EB816642D}" type="pres">
      <dgm:prSet presAssocID="{22C202E2-2521-4629-A7E6-B2E64B6807E7}" presName="sibTrans" presStyleLbl="sibTrans1D1" presStyleIdx="2" presStyleCnt="5"/>
      <dgm:spPr/>
    </dgm:pt>
    <dgm:pt modelId="{A910E5B4-7E4C-4BC8-AEA7-08468135D6F6}" type="pres">
      <dgm:prSet presAssocID="{22C202E2-2521-4629-A7E6-B2E64B6807E7}" presName="connectorText" presStyleLbl="sibTrans1D1" presStyleIdx="2" presStyleCnt="5"/>
      <dgm:spPr/>
    </dgm:pt>
    <dgm:pt modelId="{2ABD06A7-004A-4501-9C30-B84EB210A5BE}" type="pres">
      <dgm:prSet presAssocID="{51CAC0C7-8150-4D3D-A961-A8A533726EB3}" presName="node" presStyleLbl="node1" presStyleIdx="3" presStyleCnt="6">
        <dgm:presLayoutVars>
          <dgm:bulletEnabled val="1"/>
        </dgm:presLayoutVars>
      </dgm:prSet>
      <dgm:spPr/>
    </dgm:pt>
    <dgm:pt modelId="{C54265AC-EF3B-4E2E-9E6B-8CC20C1B1B19}" type="pres">
      <dgm:prSet presAssocID="{4A7BADC7-A3DE-4262-B0DB-B702C26AFBF4}" presName="sibTrans" presStyleLbl="sibTrans1D1" presStyleIdx="3" presStyleCnt="5"/>
      <dgm:spPr/>
    </dgm:pt>
    <dgm:pt modelId="{4757D72B-98C4-4706-BD0A-631A7F547B75}" type="pres">
      <dgm:prSet presAssocID="{4A7BADC7-A3DE-4262-B0DB-B702C26AFBF4}" presName="connectorText" presStyleLbl="sibTrans1D1" presStyleIdx="3" presStyleCnt="5"/>
      <dgm:spPr/>
    </dgm:pt>
    <dgm:pt modelId="{7AA6310C-6155-4BEA-B030-CEBB500ACB1A}" type="pres">
      <dgm:prSet presAssocID="{C562790F-7678-4CDF-B566-A7E165C2A45C}" presName="node" presStyleLbl="node1" presStyleIdx="4" presStyleCnt="6">
        <dgm:presLayoutVars>
          <dgm:bulletEnabled val="1"/>
        </dgm:presLayoutVars>
      </dgm:prSet>
      <dgm:spPr/>
    </dgm:pt>
    <dgm:pt modelId="{C107C682-2EF4-48BF-A261-4297261839AC}" type="pres">
      <dgm:prSet presAssocID="{8E4E1B5E-8F19-4350-A2F8-62C7160A3856}" presName="sibTrans" presStyleLbl="sibTrans1D1" presStyleIdx="4" presStyleCnt="5"/>
      <dgm:spPr/>
    </dgm:pt>
    <dgm:pt modelId="{89E1AEFD-C18C-48CA-B3EB-7CFB498D74C4}" type="pres">
      <dgm:prSet presAssocID="{8E4E1B5E-8F19-4350-A2F8-62C7160A3856}" presName="connectorText" presStyleLbl="sibTrans1D1" presStyleIdx="4" presStyleCnt="5"/>
      <dgm:spPr/>
    </dgm:pt>
    <dgm:pt modelId="{D95FE9CC-4238-481A-9A56-3C6B58A29C9E}" type="pres">
      <dgm:prSet presAssocID="{7495A09A-65B6-4AC6-A43E-DF16274B7926}" presName="node" presStyleLbl="node1" presStyleIdx="5" presStyleCnt="6">
        <dgm:presLayoutVars>
          <dgm:bulletEnabled val="1"/>
        </dgm:presLayoutVars>
      </dgm:prSet>
      <dgm:spPr/>
    </dgm:pt>
  </dgm:ptLst>
  <dgm:cxnLst>
    <dgm:cxn modelId="{F5A8FF02-B414-4E1F-B145-B6F209F2267F}" srcId="{3A325D74-54E7-4465-A65C-FBAEFA56B069}" destId="{51CAC0C7-8150-4D3D-A961-A8A533726EB3}" srcOrd="3" destOrd="0" parTransId="{96EB11EE-A737-4F79-BC0E-C8FD2FD23D7E}" sibTransId="{4A7BADC7-A3DE-4262-B0DB-B702C26AFBF4}"/>
    <dgm:cxn modelId="{48B1E616-CBEF-479A-97F0-561164AC0685}" type="presOf" srcId="{8E4E1B5E-8F19-4350-A2F8-62C7160A3856}" destId="{89E1AEFD-C18C-48CA-B3EB-7CFB498D74C4}" srcOrd="1" destOrd="0" presId="urn:microsoft.com/office/officeart/2016/7/layout/RepeatingBendingProcessNew"/>
    <dgm:cxn modelId="{1CC38319-01E4-49F7-8891-FB43B3C8063C}" type="presOf" srcId="{4A7BADC7-A3DE-4262-B0DB-B702C26AFBF4}" destId="{4757D72B-98C4-4706-BD0A-631A7F547B75}" srcOrd="1" destOrd="0" presId="urn:microsoft.com/office/officeart/2016/7/layout/RepeatingBendingProcessNew"/>
    <dgm:cxn modelId="{3D2C0D22-D925-4084-9969-DEDB2FADAB8D}" type="presOf" srcId="{4A7BADC7-A3DE-4262-B0DB-B702C26AFBF4}" destId="{C54265AC-EF3B-4E2E-9E6B-8CC20C1B1B19}" srcOrd="0" destOrd="0" presId="urn:microsoft.com/office/officeart/2016/7/layout/RepeatingBendingProcessNew"/>
    <dgm:cxn modelId="{F69D5328-A407-42B5-988C-DA5C6AED42B9}" srcId="{3A325D74-54E7-4465-A65C-FBAEFA56B069}" destId="{84F20892-46EE-4304-8348-A9278E6FA5F0}" srcOrd="1" destOrd="0" parTransId="{EA90BFD8-6DB9-401F-B58E-B8A50DFBA949}" sibTransId="{4A08A67A-3FF9-43EF-B2CF-603C487BC36D}"/>
    <dgm:cxn modelId="{46E83656-4357-4E12-B57A-28A43D1B6361}" type="presOf" srcId="{24BAB758-21C4-4E16-9D36-E181BE08ABE3}" destId="{DBE0D56C-21A1-4D3A-87A1-6DC37778D51F}" srcOrd="0" destOrd="0" presId="urn:microsoft.com/office/officeart/2016/7/layout/RepeatingBendingProcessNew"/>
    <dgm:cxn modelId="{8C00965B-6E2C-41FF-B837-CB226998130C}" srcId="{3A325D74-54E7-4465-A65C-FBAEFA56B069}" destId="{7495A09A-65B6-4AC6-A43E-DF16274B7926}" srcOrd="5" destOrd="0" parTransId="{7C027FA6-B3FE-4AF8-963F-A85E9D36FF67}" sibTransId="{748423A9-7D3E-40ED-8728-ED5BEC711326}"/>
    <dgm:cxn modelId="{6CF9AF65-75D5-4368-BCD5-6626FFA0098C}" srcId="{3A325D74-54E7-4465-A65C-FBAEFA56B069}" destId="{C562790F-7678-4CDF-B566-A7E165C2A45C}" srcOrd="4" destOrd="0" parTransId="{6BD7AA0A-37FB-4A72-BD3D-E2295F889045}" sibTransId="{8E4E1B5E-8F19-4350-A2F8-62C7160A3856}"/>
    <dgm:cxn modelId="{2B909F71-2F97-4233-AFD3-4395D9A19C06}" type="presOf" srcId="{4A08A67A-3FF9-43EF-B2CF-603C487BC36D}" destId="{B6D3C0FA-D5DD-4497-92C8-BE7D66AD7E65}" srcOrd="0" destOrd="0" presId="urn:microsoft.com/office/officeart/2016/7/layout/RepeatingBendingProcessNew"/>
    <dgm:cxn modelId="{D8C26F74-AC95-4BB8-AD70-0513933DE099}" type="presOf" srcId="{7495A09A-65B6-4AC6-A43E-DF16274B7926}" destId="{D95FE9CC-4238-481A-9A56-3C6B58A29C9E}" srcOrd="0" destOrd="0" presId="urn:microsoft.com/office/officeart/2016/7/layout/RepeatingBendingProcessNew"/>
    <dgm:cxn modelId="{8634C48C-3F96-4755-88BB-84D4E9883CBA}" type="presOf" srcId="{84F20892-46EE-4304-8348-A9278E6FA5F0}" destId="{83E0C508-75E3-48F2-ADCA-560EFDBE4AE0}" srcOrd="0" destOrd="0" presId="urn:microsoft.com/office/officeart/2016/7/layout/RepeatingBendingProcessNew"/>
    <dgm:cxn modelId="{DD358A8F-83C8-4105-A85D-E1E2C96CA777}" type="presOf" srcId="{0AE5B0EB-AA00-4659-8D6F-E73620510862}" destId="{77DB65DE-3A78-4B0A-A484-BE189EF724F7}" srcOrd="1" destOrd="0" presId="urn:microsoft.com/office/officeart/2016/7/layout/RepeatingBendingProcessNew"/>
    <dgm:cxn modelId="{AEB56B9C-BE12-4382-8EDF-7CD15E8D9802}" type="presOf" srcId="{3A325D74-54E7-4465-A65C-FBAEFA56B069}" destId="{2CB1DDD1-AFD1-41A1-B512-4689D2755AF6}" srcOrd="0" destOrd="0" presId="urn:microsoft.com/office/officeart/2016/7/layout/RepeatingBendingProcessNew"/>
    <dgm:cxn modelId="{59CAFFA4-F879-41FE-8DFF-B0A813D37821}" srcId="{3A325D74-54E7-4465-A65C-FBAEFA56B069}" destId="{D8F25E7C-A795-4BC3-9323-5D718C5A7F6E}" srcOrd="2" destOrd="0" parTransId="{201ADF7B-A87A-4932-A2B3-4C52E2DEA6B8}" sibTransId="{22C202E2-2521-4629-A7E6-B2E64B6807E7}"/>
    <dgm:cxn modelId="{EA2D76AF-FD8C-462C-97BF-8C6D45F3EA5F}" srcId="{3A325D74-54E7-4465-A65C-FBAEFA56B069}" destId="{24BAB758-21C4-4E16-9D36-E181BE08ABE3}" srcOrd="0" destOrd="0" parTransId="{5D035386-D7C4-454C-BA05-A457E2093060}" sibTransId="{0AE5B0EB-AA00-4659-8D6F-E73620510862}"/>
    <dgm:cxn modelId="{15B43EB8-ED4F-44F7-8353-2F2113305652}" type="presOf" srcId="{22C202E2-2521-4629-A7E6-B2E64B6807E7}" destId="{0E8A8402-084D-43E5-BE75-391EB816642D}" srcOrd="0" destOrd="0" presId="urn:microsoft.com/office/officeart/2016/7/layout/RepeatingBendingProcessNew"/>
    <dgm:cxn modelId="{6FBB54B9-A5D4-4BEF-9A86-0B2C9B7FE89F}" type="presOf" srcId="{C562790F-7678-4CDF-B566-A7E165C2A45C}" destId="{7AA6310C-6155-4BEA-B030-CEBB500ACB1A}" srcOrd="0" destOrd="0" presId="urn:microsoft.com/office/officeart/2016/7/layout/RepeatingBendingProcessNew"/>
    <dgm:cxn modelId="{BD8F76D1-A8ED-4CE8-AB7D-B9413FB991EB}" type="presOf" srcId="{0AE5B0EB-AA00-4659-8D6F-E73620510862}" destId="{497C4F89-D60A-4F3A-9830-027FADC1D4F5}" srcOrd="0" destOrd="0" presId="urn:microsoft.com/office/officeart/2016/7/layout/RepeatingBendingProcessNew"/>
    <dgm:cxn modelId="{59FC83E9-4E0B-4D06-A71F-3DFD6CCB03AF}" type="presOf" srcId="{22C202E2-2521-4629-A7E6-B2E64B6807E7}" destId="{A910E5B4-7E4C-4BC8-AEA7-08468135D6F6}" srcOrd="1" destOrd="0" presId="urn:microsoft.com/office/officeart/2016/7/layout/RepeatingBendingProcessNew"/>
    <dgm:cxn modelId="{D0866DF0-896B-4976-BFC4-E70BF4889DA4}" type="presOf" srcId="{4A08A67A-3FF9-43EF-B2CF-603C487BC36D}" destId="{2312D577-2D2B-4C2F-A83C-7FC1E96FDA56}" srcOrd="1" destOrd="0" presId="urn:microsoft.com/office/officeart/2016/7/layout/RepeatingBendingProcessNew"/>
    <dgm:cxn modelId="{7C4435F2-16F4-4942-8284-E7E21A8B2157}" type="presOf" srcId="{51CAC0C7-8150-4D3D-A961-A8A533726EB3}" destId="{2ABD06A7-004A-4501-9C30-B84EB210A5BE}" srcOrd="0" destOrd="0" presId="urn:microsoft.com/office/officeart/2016/7/layout/RepeatingBendingProcessNew"/>
    <dgm:cxn modelId="{9F4D27F5-979E-4063-B893-21D12E4660EF}" type="presOf" srcId="{8E4E1B5E-8F19-4350-A2F8-62C7160A3856}" destId="{C107C682-2EF4-48BF-A261-4297261839AC}" srcOrd="0" destOrd="0" presId="urn:microsoft.com/office/officeart/2016/7/layout/RepeatingBendingProcessNew"/>
    <dgm:cxn modelId="{6D2425FB-D7DF-4268-8759-BD9526E7FC65}" type="presOf" srcId="{D8F25E7C-A795-4BC3-9323-5D718C5A7F6E}" destId="{8228007B-45BB-4024-BA53-0B58A4654A76}" srcOrd="0" destOrd="0" presId="urn:microsoft.com/office/officeart/2016/7/layout/RepeatingBendingProcessNew"/>
    <dgm:cxn modelId="{3FB0D9EB-AF07-40F0-AF5D-63EBF6D9D179}" type="presParOf" srcId="{2CB1DDD1-AFD1-41A1-B512-4689D2755AF6}" destId="{DBE0D56C-21A1-4D3A-87A1-6DC37778D51F}" srcOrd="0" destOrd="0" presId="urn:microsoft.com/office/officeart/2016/7/layout/RepeatingBendingProcessNew"/>
    <dgm:cxn modelId="{D8643BB8-7F00-49D9-8820-982A4614C3F5}" type="presParOf" srcId="{2CB1DDD1-AFD1-41A1-B512-4689D2755AF6}" destId="{497C4F89-D60A-4F3A-9830-027FADC1D4F5}" srcOrd="1" destOrd="0" presId="urn:microsoft.com/office/officeart/2016/7/layout/RepeatingBendingProcessNew"/>
    <dgm:cxn modelId="{50E6CE15-877F-420C-BA94-A89846F0FF5C}" type="presParOf" srcId="{497C4F89-D60A-4F3A-9830-027FADC1D4F5}" destId="{77DB65DE-3A78-4B0A-A484-BE189EF724F7}" srcOrd="0" destOrd="0" presId="urn:microsoft.com/office/officeart/2016/7/layout/RepeatingBendingProcessNew"/>
    <dgm:cxn modelId="{5C22A506-F2CC-4644-BA5D-2D7AB2BE3CD3}" type="presParOf" srcId="{2CB1DDD1-AFD1-41A1-B512-4689D2755AF6}" destId="{83E0C508-75E3-48F2-ADCA-560EFDBE4AE0}" srcOrd="2" destOrd="0" presId="urn:microsoft.com/office/officeart/2016/7/layout/RepeatingBendingProcessNew"/>
    <dgm:cxn modelId="{CD46D39D-CB04-4F64-A774-6A2367D43E63}" type="presParOf" srcId="{2CB1DDD1-AFD1-41A1-B512-4689D2755AF6}" destId="{B6D3C0FA-D5DD-4497-92C8-BE7D66AD7E65}" srcOrd="3" destOrd="0" presId="urn:microsoft.com/office/officeart/2016/7/layout/RepeatingBendingProcessNew"/>
    <dgm:cxn modelId="{74B7F3F4-0BDF-4A21-8A5C-9A9A03446379}" type="presParOf" srcId="{B6D3C0FA-D5DD-4497-92C8-BE7D66AD7E65}" destId="{2312D577-2D2B-4C2F-A83C-7FC1E96FDA56}" srcOrd="0" destOrd="0" presId="urn:microsoft.com/office/officeart/2016/7/layout/RepeatingBendingProcessNew"/>
    <dgm:cxn modelId="{E7042B87-DBC7-4877-8AA0-4973DB54839A}" type="presParOf" srcId="{2CB1DDD1-AFD1-41A1-B512-4689D2755AF6}" destId="{8228007B-45BB-4024-BA53-0B58A4654A76}" srcOrd="4" destOrd="0" presId="urn:microsoft.com/office/officeart/2016/7/layout/RepeatingBendingProcessNew"/>
    <dgm:cxn modelId="{23C335E7-4801-4E72-9686-3243D82BC934}" type="presParOf" srcId="{2CB1DDD1-AFD1-41A1-B512-4689D2755AF6}" destId="{0E8A8402-084D-43E5-BE75-391EB816642D}" srcOrd="5" destOrd="0" presId="urn:microsoft.com/office/officeart/2016/7/layout/RepeatingBendingProcessNew"/>
    <dgm:cxn modelId="{A7225584-191F-4167-AF0C-19AC8D24045C}" type="presParOf" srcId="{0E8A8402-084D-43E5-BE75-391EB816642D}" destId="{A910E5B4-7E4C-4BC8-AEA7-08468135D6F6}" srcOrd="0" destOrd="0" presId="urn:microsoft.com/office/officeart/2016/7/layout/RepeatingBendingProcessNew"/>
    <dgm:cxn modelId="{3A30FE33-2FE7-4432-BCAC-EF73B9960F84}" type="presParOf" srcId="{2CB1DDD1-AFD1-41A1-B512-4689D2755AF6}" destId="{2ABD06A7-004A-4501-9C30-B84EB210A5BE}" srcOrd="6" destOrd="0" presId="urn:microsoft.com/office/officeart/2016/7/layout/RepeatingBendingProcessNew"/>
    <dgm:cxn modelId="{DAE5D5DF-FECF-464E-8F96-DA42624D74A6}" type="presParOf" srcId="{2CB1DDD1-AFD1-41A1-B512-4689D2755AF6}" destId="{C54265AC-EF3B-4E2E-9E6B-8CC20C1B1B19}" srcOrd="7" destOrd="0" presId="urn:microsoft.com/office/officeart/2016/7/layout/RepeatingBendingProcessNew"/>
    <dgm:cxn modelId="{CCD41BF9-418D-4CEE-ABE4-5966C9BE877A}" type="presParOf" srcId="{C54265AC-EF3B-4E2E-9E6B-8CC20C1B1B19}" destId="{4757D72B-98C4-4706-BD0A-631A7F547B75}" srcOrd="0" destOrd="0" presId="urn:microsoft.com/office/officeart/2016/7/layout/RepeatingBendingProcessNew"/>
    <dgm:cxn modelId="{A077DDBF-6E6B-40DF-8472-0DC894064DEB}" type="presParOf" srcId="{2CB1DDD1-AFD1-41A1-B512-4689D2755AF6}" destId="{7AA6310C-6155-4BEA-B030-CEBB500ACB1A}" srcOrd="8" destOrd="0" presId="urn:microsoft.com/office/officeart/2016/7/layout/RepeatingBendingProcessNew"/>
    <dgm:cxn modelId="{28C8ED11-31BC-4CBE-BA67-FF29291C09AB}" type="presParOf" srcId="{2CB1DDD1-AFD1-41A1-B512-4689D2755AF6}" destId="{C107C682-2EF4-48BF-A261-4297261839AC}" srcOrd="9" destOrd="0" presId="urn:microsoft.com/office/officeart/2016/7/layout/RepeatingBendingProcessNew"/>
    <dgm:cxn modelId="{EEDB0396-59F5-4493-88E9-4BC70C39E9C7}" type="presParOf" srcId="{C107C682-2EF4-48BF-A261-4297261839AC}" destId="{89E1AEFD-C18C-48CA-B3EB-7CFB498D74C4}" srcOrd="0" destOrd="0" presId="urn:microsoft.com/office/officeart/2016/7/layout/RepeatingBendingProcessNew"/>
    <dgm:cxn modelId="{5BF4454E-4734-4CB5-81A8-A83DB4D32AC2}" type="presParOf" srcId="{2CB1DDD1-AFD1-41A1-B512-4689D2755AF6}" destId="{D95FE9CC-4238-481A-9A56-3C6B58A29C9E}"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1350FD-A8E6-43AB-B0EB-8B307996032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4CBFE27-3FEE-49FF-A2EC-7938FA61D6CA}">
      <dgm:prSet/>
      <dgm:spPr/>
      <dgm:t>
        <a:bodyPr/>
        <a:lstStyle/>
        <a:p>
          <a:r>
            <a:rPr lang="es-MX" b="1"/>
            <a:t>1. Relleno de campos de césped artificial</a:t>
          </a:r>
          <a:endParaRPr lang="en-US"/>
        </a:p>
      </dgm:t>
    </dgm:pt>
    <dgm:pt modelId="{780CCBBC-911A-409D-90A8-48CD4B9C1965}" type="parTrans" cxnId="{CD4D587B-4F12-49E7-AB51-C69CBBEAA5DD}">
      <dgm:prSet/>
      <dgm:spPr/>
      <dgm:t>
        <a:bodyPr/>
        <a:lstStyle/>
        <a:p>
          <a:endParaRPr lang="en-US"/>
        </a:p>
      </dgm:t>
    </dgm:pt>
    <dgm:pt modelId="{F24036F0-F81E-4B7B-B7CA-8B51A75B9216}" type="sibTrans" cxnId="{CD4D587B-4F12-49E7-AB51-C69CBBEAA5DD}">
      <dgm:prSet/>
      <dgm:spPr/>
      <dgm:t>
        <a:bodyPr/>
        <a:lstStyle/>
        <a:p>
          <a:endParaRPr lang="en-US"/>
        </a:p>
      </dgm:t>
    </dgm:pt>
    <dgm:pt modelId="{50DF2E18-3BC1-494F-A6F4-5780105B88B3}">
      <dgm:prSet/>
      <dgm:spPr/>
      <dgm:t>
        <a:bodyPr/>
        <a:lstStyle/>
        <a:p>
          <a:r>
            <a:rPr lang="es-MX" b="1"/>
            <a:t>2. Asfaltado de calles y carreteras</a:t>
          </a:r>
          <a:endParaRPr lang="en-US"/>
        </a:p>
      </dgm:t>
    </dgm:pt>
    <dgm:pt modelId="{FD8238FC-E2B1-4C73-9C49-C82FC196D8B6}" type="parTrans" cxnId="{69E648F8-36E7-443B-90CE-FCF076A66B17}">
      <dgm:prSet/>
      <dgm:spPr/>
      <dgm:t>
        <a:bodyPr/>
        <a:lstStyle/>
        <a:p>
          <a:endParaRPr lang="en-US"/>
        </a:p>
      </dgm:t>
    </dgm:pt>
    <dgm:pt modelId="{A56C04D9-D7BB-4964-BFE9-F89498A2B1FC}" type="sibTrans" cxnId="{69E648F8-36E7-443B-90CE-FCF076A66B17}">
      <dgm:prSet/>
      <dgm:spPr/>
      <dgm:t>
        <a:bodyPr/>
        <a:lstStyle/>
        <a:p>
          <a:endParaRPr lang="en-US"/>
        </a:p>
      </dgm:t>
    </dgm:pt>
    <dgm:pt modelId="{DD60C761-DF36-48C1-B84D-3AEF08653AEE}">
      <dgm:prSet/>
      <dgm:spPr/>
      <dgm:t>
        <a:bodyPr/>
        <a:lstStyle/>
        <a:p>
          <a:r>
            <a:rPr lang="es-MX" b="1"/>
            <a:t>3. Suelos de parques infantiles</a:t>
          </a:r>
          <a:endParaRPr lang="en-US"/>
        </a:p>
      </dgm:t>
    </dgm:pt>
    <dgm:pt modelId="{92C21C61-293D-4004-B671-4D85872CDC9D}" type="parTrans" cxnId="{5AF9026C-E222-4D4A-BBE8-F96C99B950C7}">
      <dgm:prSet/>
      <dgm:spPr/>
      <dgm:t>
        <a:bodyPr/>
        <a:lstStyle/>
        <a:p>
          <a:endParaRPr lang="en-US"/>
        </a:p>
      </dgm:t>
    </dgm:pt>
    <dgm:pt modelId="{5D2C5C7E-483C-4162-98DC-07A5A94A4A60}" type="sibTrans" cxnId="{5AF9026C-E222-4D4A-BBE8-F96C99B950C7}">
      <dgm:prSet/>
      <dgm:spPr/>
      <dgm:t>
        <a:bodyPr/>
        <a:lstStyle/>
        <a:p>
          <a:endParaRPr lang="en-US"/>
        </a:p>
      </dgm:t>
    </dgm:pt>
    <dgm:pt modelId="{3ADBB4EA-D12F-4651-9A85-36085A0EDBA8}">
      <dgm:prSet/>
      <dgm:spPr/>
      <dgm:t>
        <a:bodyPr/>
        <a:lstStyle/>
        <a:p>
          <a:r>
            <a:rPr lang="es-MX" b="1"/>
            <a:t>4. Proyectos de obra civil</a:t>
          </a:r>
          <a:endParaRPr lang="en-US"/>
        </a:p>
      </dgm:t>
    </dgm:pt>
    <dgm:pt modelId="{A9A35F7D-9EB7-4D27-BAE0-5222ACB7921D}" type="parTrans" cxnId="{9666F112-9D4E-4A9F-A373-DDD9613AA569}">
      <dgm:prSet/>
      <dgm:spPr/>
      <dgm:t>
        <a:bodyPr/>
        <a:lstStyle/>
        <a:p>
          <a:endParaRPr lang="en-US"/>
        </a:p>
      </dgm:t>
    </dgm:pt>
    <dgm:pt modelId="{7AE68A83-7CF9-4330-B4B5-5307621B50CD}" type="sibTrans" cxnId="{9666F112-9D4E-4A9F-A373-DDD9613AA569}">
      <dgm:prSet/>
      <dgm:spPr/>
      <dgm:t>
        <a:bodyPr/>
        <a:lstStyle/>
        <a:p>
          <a:endParaRPr lang="en-US"/>
        </a:p>
      </dgm:t>
    </dgm:pt>
    <dgm:pt modelId="{7E13F530-58D1-4866-8F20-D64C45566317}">
      <dgm:prSet/>
      <dgm:spPr/>
      <dgm:t>
        <a:bodyPr/>
        <a:lstStyle/>
        <a:p>
          <a:r>
            <a:rPr lang="es-MX" b="1"/>
            <a:t>5. Valorización energética</a:t>
          </a:r>
          <a:endParaRPr lang="en-US"/>
        </a:p>
      </dgm:t>
    </dgm:pt>
    <dgm:pt modelId="{180EED1F-EF1A-4579-9225-809DF735CAE8}" type="parTrans" cxnId="{7290210C-F916-46DC-A49B-E0960E17CF75}">
      <dgm:prSet/>
      <dgm:spPr/>
      <dgm:t>
        <a:bodyPr/>
        <a:lstStyle/>
        <a:p>
          <a:endParaRPr lang="en-US"/>
        </a:p>
      </dgm:t>
    </dgm:pt>
    <dgm:pt modelId="{DA3F4889-9C72-44BB-84B6-B5943C75FCAF}" type="sibTrans" cxnId="{7290210C-F916-46DC-A49B-E0960E17CF75}">
      <dgm:prSet/>
      <dgm:spPr/>
      <dgm:t>
        <a:bodyPr/>
        <a:lstStyle/>
        <a:p>
          <a:endParaRPr lang="en-US"/>
        </a:p>
      </dgm:t>
    </dgm:pt>
    <dgm:pt modelId="{BF0419BE-B2E1-4DBF-9648-BB16FEA00A75}" type="pres">
      <dgm:prSet presAssocID="{171350FD-A8E6-43AB-B0EB-8B307996032B}" presName="root" presStyleCnt="0">
        <dgm:presLayoutVars>
          <dgm:dir/>
          <dgm:resizeHandles val="exact"/>
        </dgm:presLayoutVars>
      </dgm:prSet>
      <dgm:spPr/>
    </dgm:pt>
    <dgm:pt modelId="{15BDA623-2CD6-4CBC-AC01-7F00ED5599A4}" type="pres">
      <dgm:prSet presAssocID="{34CBFE27-3FEE-49FF-A2EC-7938FA61D6CA}" presName="compNode" presStyleCnt="0"/>
      <dgm:spPr/>
    </dgm:pt>
    <dgm:pt modelId="{7262724A-F6DD-4C10-AD52-40A04F189214}" type="pres">
      <dgm:prSet presAssocID="{34CBFE27-3FEE-49FF-A2EC-7938FA61D6CA}" presName="bgRect" presStyleLbl="bgShp" presStyleIdx="0" presStyleCnt="5"/>
      <dgm:spPr/>
    </dgm:pt>
    <dgm:pt modelId="{451B49E0-0351-4E0E-9042-E2DCCA14F1EE}" type="pres">
      <dgm:prSet presAssocID="{34CBFE27-3FEE-49FF-A2EC-7938FA61D6C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ciduous tree"/>
        </a:ext>
      </dgm:extLst>
    </dgm:pt>
    <dgm:pt modelId="{5E05691A-492D-4177-A25E-1D544452DF3C}" type="pres">
      <dgm:prSet presAssocID="{34CBFE27-3FEE-49FF-A2EC-7938FA61D6CA}" presName="spaceRect" presStyleCnt="0"/>
      <dgm:spPr/>
    </dgm:pt>
    <dgm:pt modelId="{9167DD78-F8E0-4EAF-8109-77F2AE822947}" type="pres">
      <dgm:prSet presAssocID="{34CBFE27-3FEE-49FF-A2EC-7938FA61D6CA}" presName="parTx" presStyleLbl="revTx" presStyleIdx="0" presStyleCnt="5">
        <dgm:presLayoutVars>
          <dgm:chMax val="0"/>
          <dgm:chPref val="0"/>
        </dgm:presLayoutVars>
      </dgm:prSet>
      <dgm:spPr/>
    </dgm:pt>
    <dgm:pt modelId="{92825567-1561-41AC-8DE3-301C652220FE}" type="pres">
      <dgm:prSet presAssocID="{F24036F0-F81E-4B7B-B7CA-8B51A75B9216}" presName="sibTrans" presStyleCnt="0"/>
      <dgm:spPr/>
    </dgm:pt>
    <dgm:pt modelId="{4DF2F8CB-ED31-4B7A-8527-78F53E260444}" type="pres">
      <dgm:prSet presAssocID="{50DF2E18-3BC1-494F-A6F4-5780105B88B3}" presName="compNode" presStyleCnt="0"/>
      <dgm:spPr/>
    </dgm:pt>
    <dgm:pt modelId="{042CAF5C-CE37-465D-851B-DF9BF879E1A7}" type="pres">
      <dgm:prSet presAssocID="{50DF2E18-3BC1-494F-A6F4-5780105B88B3}" presName="bgRect" presStyleLbl="bgShp" presStyleIdx="1" presStyleCnt="5"/>
      <dgm:spPr/>
    </dgm:pt>
    <dgm:pt modelId="{DDA7F0BC-EF9D-444D-A88F-6F2BA1150B28}" type="pres">
      <dgm:prSet presAssocID="{50DF2E18-3BC1-494F-A6F4-5780105B88B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scúter"/>
        </a:ext>
      </dgm:extLst>
    </dgm:pt>
    <dgm:pt modelId="{BEA9B970-5235-4643-82E8-649C36C68B24}" type="pres">
      <dgm:prSet presAssocID="{50DF2E18-3BC1-494F-A6F4-5780105B88B3}" presName="spaceRect" presStyleCnt="0"/>
      <dgm:spPr/>
    </dgm:pt>
    <dgm:pt modelId="{1F202B12-9457-41D2-B5D7-68B6C7729942}" type="pres">
      <dgm:prSet presAssocID="{50DF2E18-3BC1-494F-A6F4-5780105B88B3}" presName="parTx" presStyleLbl="revTx" presStyleIdx="1" presStyleCnt="5">
        <dgm:presLayoutVars>
          <dgm:chMax val="0"/>
          <dgm:chPref val="0"/>
        </dgm:presLayoutVars>
      </dgm:prSet>
      <dgm:spPr/>
    </dgm:pt>
    <dgm:pt modelId="{2F48BF93-D2FF-4679-85D5-4B709D98B3D8}" type="pres">
      <dgm:prSet presAssocID="{A56C04D9-D7BB-4964-BFE9-F89498A2B1FC}" presName="sibTrans" presStyleCnt="0"/>
      <dgm:spPr/>
    </dgm:pt>
    <dgm:pt modelId="{6E16D79C-A029-4EAE-82EE-40CFE73F8383}" type="pres">
      <dgm:prSet presAssocID="{DD60C761-DF36-48C1-B84D-3AEF08653AEE}" presName="compNode" presStyleCnt="0"/>
      <dgm:spPr/>
    </dgm:pt>
    <dgm:pt modelId="{C6983334-7174-4C01-A446-5CF27529B468}" type="pres">
      <dgm:prSet presAssocID="{DD60C761-DF36-48C1-B84D-3AEF08653AEE}" presName="bgRect" presStyleLbl="bgShp" presStyleIdx="2" presStyleCnt="5"/>
      <dgm:spPr/>
    </dgm:pt>
    <dgm:pt modelId="{D23C4C3E-0D84-4DE4-BBB2-DF7DC8EA3BBE}" type="pres">
      <dgm:prSet presAssocID="{DD60C761-DF36-48C1-B84D-3AEF08653AE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ir tree"/>
        </a:ext>
      </dgm:extLst>
    </dgm:pt>
    <dgm:pt modelId="{C93244C9-7B5D-4D99-B207-566C2E61D8BC}" type="pres">
      <dgm:prSet presAssocID="{DD60C761-DF36-48C1-B84D-3AEF08653AEE}" presName="spaceRect" presStyleCnt="0"/>
      <dgm:spPr/>
    </dgm:pt>
    <dgm:pt modelId="{E8B7CB08-2676-4388-9CFB-2626CBD759CC}" type="pres">
      <dgm:prSet presAssocID="{DD60C761-DF36-48C1-B84D-3AEF08653AEE}" presName="parTx" presStyleLbl="revTx" presStyleIdx="2" presStyleCnt="5">
        <dgm:presLayoutVars>
          <dgm:chMax val="0"/>
          <dgm:chPref val="0"/>
        </dgm:presLayoutVars>
      </dgm:prSet>
      <dgm:spPr/>
    </dgm:pt>
    <dgm:pt modelId="{3F3C8B73-A6AE-452A-A64C-A85824187E76}" type="pres">
      <dgm:prSet presAssocID="{5D2C5C7E-483C-4162-98DC-07A5A94A4A60}" presName="sibTrans" presStyleCnt="0"/>
      <dgm:spPr/>
    </dgm:pt>
    <dgm:pt modelId="{E1BC92A8-BD8F-4CAA-8A65-88D9ABB85F17}" type="pres">
      <dgm:prSet presAssocID="{3ADBB4EA-D12F-4651-9A85-36085A0EDBA8}" presName="compNode" presStyleCnt="0"/>
      <dgm:spPr/>
    </dgm:pt>
    <dgm:pt modelId="{C291B28F-913D-45AA-AA6F-453937A7B4C2}" type="pres">
      <dgm:prSet presAssocID="{3ADBB4EA-D12F-4651-9A85-36085A0EDBA8}" presName="bgRect" presStyleLbl="bgShp" presStyleIdx="3" presStyleCnt="5"/>
      <dgm:spPr/>
    </dgm:pt>
    <dgm:pt modelId="{F3A201FD-06A2-419A-9561-3C89B8BB3A59}" type="pres">
      <dgm:prSet presAssocID="{3ADBB4EA-D12F-4651-9A85-36085A0EDBA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rupo"/>
        </a:ext>
      </dgm:extLst>
    </dgm:pt>
    <dgm:pt modelId="{1ABBAC73-CFC5-4FF3-B4C4-5BB89F848565}" type="pres">
      <dgm:prSet presAssocID="{3ADBB4EA-D12F-4651-9A85-36085A0EDBA8}" presName="spaceRect" presStyleCnt="0"/>
      <dgm:spPr/>
    </dgm:pt>
    <dgm:pt modelId="{EADE8565-ECA0-41D2-9A27-ACE67ACE7074}" type="pres">
      <dgm:prSet presAssocID="{3ADBB4EA-D12F-4651-9A85-36085A0EDBA8}" presName="parTx" presStyleLbl="revTx" presStyleIdx="3" presStyleCnt="5">
        <dgm:presLayoutVars>
          <dgm:chMax val="0"/>
          <dgm:chPref val="0"/>
        </dgm:presLayoutVars>
      </dgm:prSet>
      <dgm:spPr/>
    </dgm:pt>
    <dgm:pt modelId="{2E453E41-53A3-475D-8BAF-41D3369C4B5C}" type="pres">
      <dgm:prSet presAssocID="{7AE68A83-7CF9-4330-B4B5-5307621B50CD}" presName="sibTrans" presStyleCnt="0"/>
      <dgm:spPr/>
    </dgm:pt>
    <dgm:pt modelId="{BC9C9295-C45C-46CA-9072-E4288E691A75}" type="pres">
      <dgm:prSet presAssocID="{7E13F530-58D1-4866-8F20-D64C45566317}" presName="compNode" presStyleCnt="0"/>
      <dgm:spPr/>
    </dgm:pt>
    <dgm:pt modelId="{F73750AF-DDE7-4BD1-B9F6-4D439C5A2F72}" type="pres">
      <dgm:prSet presAssocID="{7E13F530-58D1-4866-8F20-D64C45566317}" presName="bgRect" presStyleLbl="bgShp" presStyleIdx="4" presStyleCnt="5"/>
      <dgm:spPr/>
    </dgm:pt>
    <dgm:pt modelId="{A68B7874-3961-4D5B-8386-7FEAE0969E6F}" type="pres">
      <dgm:prSet presAssocID="{7E13F530-58D1-4866-8F20-D64C4556631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uego"/>
        </a:ext>
      </dgm:extLst>
    </dgm:pt>
    <dgm:pt modelId="{61AD7BBE-6E0E-47E0-BF03-82ECEDE910B7}" type="pres">
      <dgm:prSet presAssocID="{7E13F530-58D1-4866-8F20-D64C45566317}" presName="spaceRect" presStyleCnt="0"/>
      <dgm:spPr/>
    </dgm:pt>
    <dgm:pt modelId="{B77BB872-0394-438E-BD76-59B84E99D299}" type="pres">
      <dgm:prSet presAssocID="{7E13F530-58D1-4866-8F20-D64C45566317}" presName="parTx" presStyleLbl="revTx" presStyleIdx="4" presStyleCnt="5">
        <dgm:presLayoutVars>
          <dgm:chMax val="0"/>
          <dgm:chPref val="0"/>
        </dgm:presLayoutVars>
      </dgm:prSet>
      <dgm:spPr/>
    </dgm:pt>
  </dgm:ptLst>
  <dgm:cxnLst>
    <dgm:cxn modelId="{7290210C-F916-46DC-A49B-E0960E17CF75}" srcId="{171350FD-A8E6-43AB-B0EB-8B307996032B}" destId="{7E13F530-58D1-4866-8F20-D64C45566317}" srcOrd="4" destOrd="0" parTransId="{180EED1F-EF1A-4579-9225-809DF735CAE8}" sibTransId="{DA3F4889-9C72-44BB-84B6-B5943C75FCAF}"/>
    <dgm:cxn modelId="{EEF7B50F-F659-4183-95F9-1C3283293211}" type="presOf" srcId="{50DF2E18-3BC1-494F-A6F4-5780105B88B3}" destId="{1F202B12-9457-41D2-B5D7-68B6C7729942}" srcOrd="0" destOrd="0" presId="urn:microsoft.com/office/officeart/2018/2/layout/IconVerticalSolidList"/>
    <dgm:cxn modelId="{9666F112-9D4E-4A9F-A373-DDD9613AA569}" srcId="{171350FD-A8E6-43AB-B0EB-8B307996032B}" destId="{3ADBB4EA-D12F-4651-9A85-36085A0EDBA8}" srcOrd="3" destOrd="0" parTransId="{A9A35F7D-9EB7-4D27-BAE0-5222ACB7921D}" sibTransId="{7AE68A83-7CF9-4330-B4B5-5307621B50CD}"/>
    <dgm:cxn modelId="{7F8A4125-B690-41E9-81AE-764D1AF026AF}" type="presOf" srcId="{171350FD-A8E6-43AB-B0EB-8B307996032B}" destId="{BF0419BE-B2E1-4DBF-9648-BB16FEA00A75}" srcOrd="0" destOrd="0" presId="urn:microsoft.com/office/officeart/2018/2/layout/IconVerticalSolidList"/>
    <dgm:cxn modelId="{87B4D563-70EF-4AFA-A47E-B1BBB32A7BCD}" type="presOf" srcId="{3ADBB4EA-D12F-4651-9A85-36085A0EDBA8}" destId="{EADE8565-ECA0-41D2-9A27-ACE67ACE7074}" srcOrd="0" destOrd="0" presId="urn:microsoft.com/office/officeart/2018/2/layout/IconVerticalSolidList"/>
    <dgm:cxn modelId="{5AF9026C-E222-4D4A-BBE8-F96C99B950C7}" srcId="{171350FD-A8E6-43AB-B0EB-8B307996032B}" destId="{DD60C761-DF36-48C1-B84D-3AEF08653AEE}" srcOrd="2" destOrd="0" parTransId="{92C21C61-293D-4004-B671-4D85872CDC9D}" sibTransId="{5D2C5C7E-483C-4162-98DC-07A5A94A4A60}"/>
    <dgm:cxn modelId="{7804E275-CD0D-4EF5-B03B-8B2319E684D3}" type="presOf" srcId="{34CBFE27-3FEE-49FF-A2EC-7938FA61D6CA}" destId="{9167DD78-F8E0-4EAF-8109-77F2AE822947}" srcOrd="0" destOrd="0" presId="urn:microsoft.com/office/officeart/2018/2/layout/IconVerticalSolidList"/>
    <dgm:cxn modelId="{CD4D587B-4F12-49E7-AB51-C69CBBEAA5DD}" srcId="{171350FD-A8E6-43AB-B0EB-8B307996032B}" destId="{34CBFE27-3FEE-49FF-A2EC-7938FA61D6CA}" srcOrd="0" destOrd="0" parTransId="{780CCBBC-911A-409D-90A8-48CD4B9C1965}" sibTransId="{F24036F0-F81E-4B7B-B7CA-8B51A75B9216}"/>
    <dgm:cxn modelId="{B37B67E9-A9C9-442C-B242-1AA1359F458D}" type="presOf" srcId="{7E13F530-58D1-4866-8F20-D64C45566317}" destId="{B77BB872-0394-438E-BD76-59B84E99D299}" srcOrd="0" destOrd="0" presId="urn:microsoft.com/office/officeart/2018/2/layout/IconVerticalSolidList"/>
    <dgm:cxn modelId="{072B15F8-90B5-4D9E-80CC-07E71EBB7E5F}" type="presOf" srcId="{DD60C761-DF36-48C1-B84D-3AEF08653AEE}" destId="{E8B7CB08-2676-4388-9CFB-2626CBD759CC}" srcOrd="0" destOrd="0" presId="urn:microsoft.com/office/officeart/2018/2/layout/IconVerticalSolidList"/>
    <dgm:cxn modelId="{69E648F8-36E7-443B-90CE-FCF076A66B17}" srcId="{171350FD-A8E6-43AB-B0EB-8B307996032B}" destId="{50DF2E18-3BC1-494F-A6F4-5780105B88B3}" srcOrd="1" destOrd="0" parTransId="{FD8238FC-E2B1-4C73-9C49-C82FC196D8B6}" sibTransId="{A56C04D9-D7BB-4964-BFE9-F89498A2B1FC}"/>
    <dgm:cxn modelId="{09CBF41E-5012-4B8F-88C0-FD716E91F6E5}" type="presParOf" srcId="{BF0419BE-B2E1-4DBF-9648-BB16FEA00A75}" destId="{15BDA623-2CD6-4CBC-AC01-7F00ED5599A4}" srcOrd="0" destOrd="0" presId="urn:microsoft.com/office/officeart/2018/2/layout/IconVerticalSolidList"/>
    <dgm:cxn modelId="{16A59093-2376-4933-B73A-7FBD74E8ABA9}" type="presParOf" srcId="{15BDA623-2CD6-4CBC-AC01-7F00ED5599A4}" destId="{7262724A-F6DD-4C10-AD52-40A04F189214}" srcOrd="0" destOrd="0" presId="urn:microsoft.com/office/officeart/2018/2/layout/IconVerticalSolidList"/>
    <dgm:cxn modelId="{AC3E7D03-9E54-416D-92F9-D2104F57CD35}" type="presParOf" srcId="{15BDA623-2CD6-4CBC-AC01-7F00ED5599A4}" destId="{451B49E0-0351-4E0E-9042-E2DCCA14F1EE}" srcOrd="1" destOrd="0" presId="urn:microsoft.com/office/officeart/2018/2/layout/IconVerticalSolidList"/>
    <dgm:cxn modelId="{CD16CF19-9C17-4D8F-9A35-314BA1C352F6}" type="presParOf" srcId="{15BDA623-2CD6-4CBC-AC01-7F00ED5599A4}" destId="{5E05691A-492D-4177-A25E-1D544452DF3C}" srcOrd="2" destOrd="0" presId="urn:microsoft.com/office/officeart/2018/2/layout/IconVerticalSolidList"/>
    <dgm:cxn modelId="{17C164D4-5361-4D52-A0B7-8F5666A084ED}" type="presParOf" srcId="{15BDA623-2CD6-4CBC-AC01-7F00ED5599A4}" destId="{9167DD78-F8E0-4EAF-8109-77F2AE822947}" srcOrd="3" destOrd="0" presId="urn:microsoft.com/office/officeart/2018/2/layout/IconVerticalSolidList"/>
    <dgm:cxn modelId="{A0D59F62-FECE-4006-8AAF-3E17A5ED0E1B}" type="presParOf" srcId="{BF0419BE-B2E1-4DBF-9648-BB16FEA00A75}" destId="{92825567-1561-41AC-8DE3-301C652220FE}" srcOrd="1" destOrd="0" presId="urn:microsoft.com/office/officeart/2018/2/layout/IconVerticalSolidList"/>
    <dgm:cxn modelId="{4C119422-A67B-4570-9C95-62F71DD923C9}" type="presParOf" srcId="{BF0419BE-B2E1-4DBF-9648-BB16FEA00A75}" destId="{4DF2F8CB-ED31-4B7A-8527-78F53E260444}" srcOrd="2" destOrd="0" presId="urn:microsoft.com/office/officeart/2018/2/layout/IconVerticalSolidList"/>
    <dgm:cxn modelId="{B9194E26-84E4-4C62-9B2A-8C2059164F58}" type="presParOf" srcId="{4DF2F8CB-ED31-4B7A-8527-78F53E260444}" destId="{042CAF5C-CE37-465D-851B-DF9BF879E1A7}" srcOrd="0" destOrd="0" presId="urn:microsoft.com/office/officeart/2018/2/layout/IconVerticalSolidList"/>
    <dgm:cxn modelId="{DE56CAAE-F103-41C1-9903-5B725C44B742}" type="presParOf" srcId="{4DF2F8CB-ED31-4B7A-8527-78F53E260444}" destId="{DDA7F0BC-EF9D-444D-A88F-6F2BA1150B28}" srcOrd="1" destOrd="0" presId="urn:microsoft.com/office/officeart/2018/2/layout/IconVerticalSolidList"/>
    <dgm:cxn modelId="{6CC065F5-499D-4721-A6CA-FF7D60AE40CF}" type="presParOf" srcId="{4DF2F8CB-ED31-4B7A-8527-78F53E260444}" destId="{BEA9B970-5235-4643-82E8-649C36C68B24}" srcOrd="2" destOrd="0" presId="urn:microsoft.com/office/officeart/2018/2/layout/IconVerticalSolidList"/>
    <dgm:cxn modelId="{8FABF857-DD0E-47DF-8E01-B2D69082D633}" type="presParOf" srcId="{4DF2F8CB-ED31-4B7A-8527-78F53E260444}" destId="{1F202B12-9457-41D2-B5D7-68B6C7729942}" srcOrd="3" destOrd="0" presId="urn:microsoft.com/office/officeart/2018/2/layout/IconVerticalSolidList"/>
    <dgm:cxn modelId="{04AE67F6-8A26-4D02-8B7D-ACF6B1E8525E}" type="presParOf" srcId="{BF0419BE-B2E1-4DBF-9648-BB16FEA00A75}" destId="{2F48BF93-D2FF-4679-85D5-4B709D98B3D8}" srcOrd="3" destOrd="0" presId="urn:microsoft.com/office/officeart/2018/2/layout/IconVerticalSolidList"/>
    <dgm:cxn modelId="{5C80FB23-36FC-42FC-999C-61198AD9E417}" type="presParOf" srcId="{BF0419BE-B2E1-4DBF-9648-BB16FEA00A75}" destId="{6E16D79C-A029-4EAE-82EE-40CFE73F8383}" srcOrd="4" destOrd="0" presId="urn:microsoft.com/office/officeart/2018/2/layout/IconVerticalSolidList"/>
    <dgm:cxn modelId="{5862AE29-0228-4D61-818F-FEEC48499C69}" type="presParOf" srcId="{6E16D79C-A029-4EAE-82EE-40CFE73F8383}" destId="{C6983334-7174-4C01-A446-5CF27529B468}" srcOrd="0" destOrd="0" presId="urn:microsoft.com/office/officeart/2018/2/layout/IconVerticalSolidList"/>
    <dgm:cxn modelId="{E9FE09EF-B8DA-431F-A4E3-69EEBF6A3D67}" type="presParOf" srcId="{6E16D79C-A029-4EAE-82EE-40CFE73F8383}" destId="{D23C4C3E-0D84-4DE4-BBB2-DF7DC8EA3BBE}" srcOrd="1" destOrd="0" presId="urn:microsoft.com/office/officeart/2018/2/layout/IconVerticalSolidList"/>
    <dgm:cxn modelId="{69D0B4D5-EE33-49E7-9AD2-9210096E0D98}" type="presParOf" srcId="{6E16D79C-A029-4EAE-82EE-40CFE73F8383}" destId="{C93244C9-7B5D-4D99-B207-566C2E61D8BC}" srcOrd="2" destOrd="0" presId="urn:microsoft.com/office/officeart/2018/2/layout/IconVerticalSolidList"/>
    <dgm:cxn modelId="{AA80B204-75EA-4F5D-8DDF-B86D11C301DF}" type="presParOf" srcId="{6E16D79C-A029-4EAE-82EE-40CFE73F8383}" destId="{E8B7CB08-2676-4388-9CFB-2626CBD759CC}" srcOrd="3" destOrd="0" presId="urn:microsoft.com/office/officeart/2018/2/layout/IconVerticalSolidList"/>
    <dgm:cxn modelId="{EA7D5390-3EE4-4552-9138-218CB71BF6F6}" type="presParOf" srcId="{BF0419BE-B2E1-4DBF-9648-BB16FEA00A75}" destId="{3F3C8B73-A6AE-452A-A64C-A85824187E76}" srcOrd="5" destOrd="0" presId="urn:microsoft.com/office/officeart/2018/2/layout/IconVerticalSolidList"/>
    <dgm:cxn modelId="{7772F049-90A0-426E-9E1A-B8CD7A347757}" type="presParOf" srcId="{BF0419BE-B2E1-4DBF-9648-BB16FEA00A75}" destId="{E1BC92A8-BD8F-4CAA-8A65-88D9ABB85F17}" srcOrd="6" destOrd="0" presId="urn:microsoft.com/office/officeart/2018/2/layout/IconVerticalSolidList"/>
    <dgm:cxn modelId="{3799E582-EA25-4E6C-A9FC-1EDE979A885B}" type="presParOf" srcId="{E1BC92A8-BD8F-4CAA-8A65-88D9ABB85F17}" destId="{C291B28F-913D-45AA-AA6F-453937A7B4C2}" srcOrd="0" destOrd="0" presId="urn:microsoft.com/office/officeart/2018/2/layout/IconVerticalSolidList"/>
    <dgm:cxn modelId="{D183E39E-6175-49A2-A455-8171EE9E364F}" type="presParOf" srcId="{E1BC92A8-BD8F-4CAA-8A65-88D9ABB85F17}" destId="{F3A201FD-06A2-419A-9561-3C89B8BB3A59}" srcOrd="1" destOrd="0" presId="urn:microsoft.com/office/officeart/2018/2/layout/IconVerticalSolidList"/>
    <dgm:cxn modelId="{43C96F0A-C621-4C90-8D72-69FEAF71E713}" type="presParOf" srcId="{E1BC92A8-BD8F-4CAA-8A65-88D9ABB85F17}" destId="{1ABBAC73-CFC5-4FF3-B4C4-5BB89F848565}" srcOrd="2" destOrd="0" presId="urn:microsoft.com/office/officeart/2018/2/layout/IconVerticalSolidList"/>
    <dgm:cxn modelId="{58055CF7-BC7D-41F4-B51F-45F2FFD1B895}" type="presParOf" srcId="{E1BC92A8-BD8F-4CAA-8A65-88D9ABB85F17}" destId="{EADE8565-ECA0-41D2-9A27-ACE67ACE7074}" srcOrd="3" destOrd="0" presId="urn:microsoft.com/office/officeart/2018/2/layout/IconVerticalSolidList"/>
    <dgm:cxn modelId="{E793BB21-23F7-48A0-AE79-64EBBFD2A6D9}" type="presParOf" srcId="{BF0419BE-B2E1-4DBF-9648-BB16FEA00A75}" destId="{2E453E41-53A3-475D-8BAF-41D3369C4B5C}" srcOrd="7" destOrd="0" presId="urn:microsoft.com/office/officeart/2018/2/layout/IconVerticalSolidList"/>
    <dgm:cxn modelId="{D209977F-245D-4822-B17C-62520C4811E6}" type="presParOf" srcId="{BF0419BE-B2E1-4DBF-9648-BB16FEA00A75}" destId="{BC9C9295-C45C-46CA-9072-E4288E691A75}" srcOrd="8" destOrd="0" presId="urn:microsoft.com/office/officeart/2018/2/layout/IconVerticalSolidList"/>
    <dgm:cxn modelId="{30FB5541-2225-48AE-811C-D249E38D2458}" type="presParOf" srcId="{BC9C9295-C45C-46CA-9072-E4288E691A75}" destId="{F73750AF-DDE7-4BD1-B9F6-4D439C5A2F72}" srcOrd="0" destOrd="0" presId="urn:microsoft.com/office/officeart/2018/2/layout/IconVerticalSolidList"/>
    <dgm:cxn modelId="{94BA088C-5257-4C26-8598-9436099E43C4}" type="presParOf" srcId="{BC9C9295-C45C-46CA-9072-E4288E691A75}" destId="{A68B7874-3961-4D5B-8386-7FEAE0969E6F}" srcOrd="1" destOrd="0" presId="urn:microsoft.com/office/officeart/2018/2/layout/IconVerticalSolidList"/>
    <dgm:cxn modelId="{D2629D79-E2BD-4C18-97BF-101FC4C82D15}" type="presParOf" srcId="{BC9C9295-C45C-46CA-9072-E4288E691A75}" destId="{61AD7BBE-6E0E-47E0-BF03-82ECEDE910B7}" srcOrd="2" destOrd="0" presId="urn:microsoft.com/office/officeart/2018/2/layout/IconVerticalSolidList"/>
    <dgm:cxn modelId="{2A037F40-70C0-4F46-AFA8-0FBF8C6F2F2D}" type="presParOf" srcId="{BC9C9295-C45C-46CA-9072-E4288E691A75}" destId="{B77BB872-0394-438E-BD76-59B84E99D29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7C4F89-D60A-4F3A-9830-027FADC1D4F5}">
      <dsp:nvSpPr>
        <dsp:cNvPr id="0" name=""/>
        <dsp:cNvSpPr/>
      </dsp:nvSpPr>
      <dsp:spPr>
        <a:xfrm>
          <a:off x="2538242" y="476053"/>
          <a:ext cx="368774" cy="91440"/>
        </a:xfrm>
        <a:custGeom>
          <a:avLst/>
          <a:gdLst/>
          <a:ahLst/>
          <a:cxnLst/>
          <a:rect l="0" t="0" r="0" b="0"/>
          <a:pathLst>
            <a:path>
              <a:moveTo>
                <a:pt x="0" y="45720"/>
              </a:moveTo>
              <a:lnTo>
                <a:pt x="36877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712645" y="519776"/>
        <a:ext cx="19968" cy="3993"/>
      </dsp:txXfrm>
    </dsp:sp>
    <dsp:sp modelId="{DBE0D56C-21A1-4D3A-87A1-6DC37778D51F}">
      <dsp:nvSpPr>
        <dsp:cNvPr id="0" name=""/>
        <dsp:cNvSpPr/>
      </dsp:nvSpPr>
      <dsp:spPr>
        <a:xfrm>
          <a:off x="803631" y="850"/>
          <a:ext cx="1736410" cy="104184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086" tIns="89312" rIns="85086" bIns="89312" numCol="1" spcCol="1270" anchor="ctr" anchorCtr="0">
          <a:noAutofit/>
        </a:bodyPr>
        <a:lstStyle/>
        <a:p>
          <a:pPr marL="0" lvl="0" indent="0" algn="ctr" defTabSz="533400">
            <a:lnSpc>
              <a:spcPct val="90000"/>
            </a:lnSpc>
            <a:spcBef>
              <a:spcPct val="0"/>
            </a:spcBef>
            <a:spcAft>
              <a:spcPct val="35000"/>
            </a:spcAft>
            <a:buNone/>
          </a:pPr>
          <a:r>
            <a:rPr lang="es-MX" sz="1200" kern="1200" dirty="0"/>
            <a:t>Nuestro principal objetivo es darle un nuevo uso a los neumático evitando la contaminación</a:t>
          </a:r>
          <a:endParaRPr lang="en-US" sz="1200" kern="1200" dirty="0"/>
        </a:p>
      </dsp:txBody>
      <dsp:txXfrm>
        <a:off x="803631" y="850"/>
        <a:ext cx="1736410" cy="1041846"/>
      </dsp:txXfrm>
    </dsp:sp>
    <dsp:sp modelId="{B6D3C0FA-D5DD-4497-92C8-BE7D66AD7E65}">
      <dsp:nvSpPr>
        <dsp:cNvPr id="0" name=""/>
        <dsp:cNvSpPr/>
      </dsp:nvSpPr>
      <dsp:spPr>
        <a:xfrm>
          <a:off x="1671836" y="1040896"/>
          <a:ext cx="2135785" cy="368774"/>
        </a:xfrm>
        <a:custGeom>
          <a:avLst/>
          <a:gdLst/>
          <a:ahLst/>
          <a:cxnLst/>
          <a:rect l="0" t="0" r="0" b="0"/>
          <a:pathLst>
            <a:path>
              <a:moveTo>
                <a:pt x="2135785" y="0"/>
              </a:moveTo>
              <a:lnTo>
                <a:pt x="2135785" y="201487"/>
              </a:lnTo>
              <a:lnTo>
                <a:pt x="0" y="201487"/>
              </a:lnTo>
              <a:lnTo>
                <a:pt x="0" y="368774"/>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85409" y="1223287"/>
        <a:ext cx="108640" cy="3993"/>
      </dsp:txXfrm>
    </dsp:sp>
    <dsp:sp modelId="{83E0C508-75E3-48F2-ADCA-560EFDBE4AE0}">
      <dsp:nvSpPr>
        <dsp:cNvPr id="0" name=""/>
        <dsp:cNvSpPr/>
      </dsp:nvSpPr>
      <dsp:spPr>
        <a:xfrm>
          <a:off x="2939416" y="850"/>
          <a:ext cx="1736410" cy="104184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086" tIns="89312" rIns="85086" bIns="89312" numCol="1" spcCol="1270" anchor="ctr" anchorCtr="0">
          <a:noAutofit/>
        </a:bodyPr>
        <a:lstStyle/>
        <a:p>
          <a:pPr marL="0" lvl="0" indent="0" algn="ctr" defTabSz="533400">
            <a:lnSpc>
              <a:spcPct val="90000"/>
            </a:lnSpc>
            <a:spcBef>
              <a:spcPct val="0"/>
            </a:spcBef>
            <a:spcAft>
              <a:spcPct val="35000"/>
            </a:spcAft>
            <a:buNone/>
          </a:pPr>
          <a:r>
            <a:rPr lang="es-MX" sz="1200" kern="1200"/>
            <a:t>Las preguntas son las siguientes:</a:t>
          </a:r>
          <a:endParaRPr lang="en-US" sz="1200" kern="1200"/>
        </a:p>
      </dsp:txBody>
      <dsp:txXfrm>
        <a:off x="2939416" y="850"/>
        <a:ext cx="1736410" cy="1041846"/>
      </dsp:txXfrm>
    </dsp:sp>
    <dsp:sp modelId="{0E8A8402-084D-43E5-BE75-391EB816642D}">
      <dsp:nvSpPr>
        <dsp:cNvPr id="0" name=""/>
        <dsp:cNvSpPr/>
      </dsp:nvSpPr>
      <dsp:spPr>
        <a:xfrm>
          <a:off x="2538242" y="1917274"/>
          <a:ext cx="368774" cy="91440"/>
        </a:xfrm>
        <a:custGeom>
          <a:avLst/>
          <a:gdLst/>
          <a:ahLst/>
          <a:cxnLst/>
          <a:rect l="0" t="0" r="0" b="0"/>
          <a:pathLst>
            <a:path>
              <a:moveTo>
                <a:pt x="0" y="45720"/>
              </a:moveTo>
              <a:lnTo>
                <a:pt x="36877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712645" y="1960997"/>
        <a:ext cx="19968" cy="3993"/>
      </dsp:txXfrm>
    </dsp:sp>
    <dsp:sp modelId="{8228007B-45BB-4024-BA53-0B58A4654A76}">
      <dsp:nvSpPr>
        <dsp:cNvPr id="0" name=""/>
        <dsp:cNvSpPr/>
      </dsp:nvSpPr>
      <dsp:spPr>
        <a:xfrm>
          <a:off x="803631" y="1442071"/>
          <a:ext cx="1736410" cy="104184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086" tIns="89312" rIns="85086" bIns="89312" numCol="1" spcCol="1270" anchor="ctr" anchorCtr="0">
          <a:noAutofit/>
        </a:bodyPr>
        <a:lstStyle/>
        <a:p>
          <a:pPr marL="0" lvl="0" indent="0" algn="ctr" defTabSz="533400">
            <a:lnSpc>
              <a:spcPct val="90000"/>
            </a:lnSpc>
            <a:spcBef>
              <a:spcPct val="0"/>
            </a:spcBef>
            <a:spcAft>
              <a:spcPct val="35000"/>
            </a:spcAft>
            <a:buNone/>
          </a:pPr>
          <a:r>
            <a:rPr lang="es-MX" sz="1200" kern="1200"/>
            <a:t>¿En que se puede reutilizar un neumático?</a:t>
          </a:r>
          <a:endParaRPr lang="en-US" sz="1200" kern="1200"/>
        </a:p>
      </dsp:txBody>
      <dsp:txXfrm>
        <a:off x="803631" y="1442071"/>
        <a:ext cx="1736410" cy="1041846"/>
      </dsp:txXfrm>
    </dsp:sp>
    <dsp:sp modelId="{C54265AC-EF3B-4E2E-9E6B-8CC20C1B1B19}">
      <dsp:nvSpPr>
        <dsp:cNvPr id="0" name=""/>
        <dsp:cNvSpPr/>
      </dsp:nvSpPr>
      <dsp:spPr>
        <a:xfrm>
          <a:off x="1671836" y="2482117"/>
          <a:ext cx="2135785" cy="368774"/>
        </a:xfrm>
        <a:custGeom>
          <a:avLst/>
          <a:gdLst/>
          <a:ahLst/>
          <a:cxnLst/>
          <a:rect l="0" t="0" r="0" b="0"/>
          <a:pathLst>
            <a:path>
              <a:moveTo>
                <a:pt x="2135785" y="0"/>
              </a:moveTo>
              <a:lnTo>
                <a:pt x="2135785" y="201487"/>
              </a:lnTo>
              <a:lnTo>
                <a:pt x="0" y="201487"/>
              </a:lnTo>
              <a:lnTo>
                <a:pt x="0" y="368774"/>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85409" y="2664508"/>
        <a:ext cx="108640" cy="3993"/>
      </dsp:txXfrm>
    </dsp:sp>
    <dsp:sp modelId="{2ABD06A7-004A-4501-9C30-B84EB210A5BE}">
      <dsp:nvSpPr>
        <dsp:cNvPr id="0" name=""/>
        <dsp:cNvSpPr/>
      </dsp:nvSpPr>
      <dsp:spPr>
        <a:xfrm>
          <a:off x="2939416" y="1442071"/>
          <a:ext cx="1736410" cy="104184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086" tIns="89312" rIns="85086" bIns="89312" numCol="1" spcCol="1270" anchor="ctr" anchorCtr="0">
          <a:noAutofit/>
        </a:bodyPr>
        <a:lstStyle/>
        <a:p>
          <a:pPr marL="0" lvl="0" indent="0" algn="ctr" defTabSz="533400">
            <a:lnSpc>
              <a:spcPct val="90000"/>
            </a:lnSpc>
            <a:spcBef>
              <a:spcPct val="0"/>
            </a:spcBef>
            <a:spcAft>
              <a:spcPct val="35000"/>
            </a:spcAft>
            <a:buNone/>
          </a:pPr>
          <a:r>
            <a:rPr lang="es-MX" sz="1200" kern="1200"/>
            <a:t>¿Qué impacto tendrá?</a:t>
          </a:r>
          <a:endParaRPr lang="en-US" sz="1200" kern="1200"/>
        </a:p>
      </dsp:txBody>
      <dsp:txXfrm>
        <a:off x="2939416" y="1442071"/>
        <a:ext cx="1736410" cy="1041846"/>
      </dsp:txXfrm>
    </dsp:sp>
    <dsp:sp modelId="{C107C682-2EF4-48BF-A261-4297261839AC}">
      <dsp:nvSpPr>
        <dsp:cNvPr id="0" name=""/>
        <dsp:cNvSpPr/>
      </dsp:nvSpPr>
      <dsp:spPr>
        <a:xfrm>
          <a:off x="2538242" y="3358495"/>
          <a:ext cx="368774" cy="91440"/>
        </a:xfrm>
        <a:custGeom>
          <a:avLst/>
          <a:gdLst/>
          <a:ahLst/>
          <a:cxnLst/>
          <a:rect l="0" t="0" r="0" b="0"/>
          <a:pathLst>
            <a:path>
              <a:moveTo>
                <a:pt x="0" y="45720"/>
              </a:moveTo>
              <a:lnTo>
                <a:pt x="36877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712645" y="3402218"/>
        <a:ext cx="19968" cy="3993"/>
      </dsp:txXfrm>
    </dsp:sp>
    <dsp:sp modelId="{7AA6310C-6155-4BEA-B030-CEBB500ACB1A}">
      <dsp:nvSpPr>
        <dsp:cNvPr id="0" name=""/>
        <dsp:cNvSpPr/>
      </dsp:nvSpPr>
      <dsp:spPr>
        <a:xfrm>
          <a:off x="803631" y="2883292"/>
          <a:ext cx="1736410" cy="104184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086" tIns="89312" rIns="85086" bIns="89312" numCol="1" spcCol="1270" anchor="ctr" anchorCtr="0">
          <a:noAutofit/>
        </a:bodyPr>
        <a:lstStyle/>
        <a:p>
          <a:pPr marL="0" lvl="0" indent="0" algn="ctr" defTabSz="533400">
            <a:lnSpc>
              <a:spcPct val="90000"/>
            </a:lnSpc>
            <a:spcBef>
              <a:spcPct val="0"/>
            </a:spcBef>
            <a:spcAft>
              <a:spcPct val="35000"/>
            </a:spcAft>
            <a:buNone/>
          </a:pPr>
          <a:r>
            <a:rPr lang="es-MX" sz="1200" kern="1200"/>
            <a:t>¿A quien beneficiaria?</a:t>
          </a:r>
          <a:endParaRPr lang="en-US" sz="1200" kern="1200"/>
        </a:p>
      </dsp:txBody>
      <dsp:txXfrm>
        <a:off x="803631" y="2883292"/>
        <a:ext cx="1736410" cy="1041846"/>
      </dsp:txXfrm>
    </dsp:sp>
    <dsp:sp modelId="{D95FE9CC-4238-481A-9A56-3C6B58A29C9E}">
      <dsp:nvSpPr>
        <dsp:cNvPr id="0" name=""/>
        <dsp:cNvSpPr/>
      </dsp:nvSpPr>
      <dsp:spPr>
        <a:xfrm>
          <a:off x="2939416" y="2883292"/>
          <a:ext cx="1736410" cy="104184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086" tIns="89312" rIns="85086" bIns="89312" numCol="1" spcCol="1270" anchor="ctr" anchorCtr="0">
          <a:noAutofit/>
        </a:bodyPr>
        <a:lstStyle/>
        <a:p>
          <a:pPr marL="0" lvl="0" indent="0" algn="ctr" defTabSz="533400">
            <a:lnSpc>
              <a:spcPct val="90000"/>
            </a:lnSpc>
            <a:spcBef>
              <a:spcPct val="0"/>
            </a:spcBef>
            <a:spcAft>
              <a:spcPct val="35000"/>
            </a:spcAft>
            <a:buNone/>
          </a:pPr>
          <a:r>
            <a:rPr lang="es-MX" sz="1200" kern="1200"/>
            <a:t>¿De que forma se puede reciclar un neumático?</a:t>
          </a:r>
          <a:endParaRPr lang="en-US" sz="1200" kern="1200"/>
        </a:p>
      </dsp:txBody>
      <dsp:txXfrm>
        <a:off x="2939416" y="2883292"/>
        <a:ext cx="1736410" cy="10418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62724A-F6DD-4C10-AD52-40A04F189214}">
      <dsp:nvSpPr>
        <dsp:cNvPr id="0" name=""/>
        <dsp:cNvSpPr/>
      </dsp:nvSpPr>
      <dsp:spPr>
        <a:xfrm>
          <a:off x="0" y="430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1B49E0-0351-4E0E-9042-E2DCCA14F1EE}">
      <dsp:nvSpPr>
        <dsp:cNvPr id="0" name=""/>
        <dsp:cNvSpPr/>
      </dsp:nvSpPr>
      <dsp:spPr>
        <a:xfrm>
          <a:off x="277554" y="210753"/>
          <a:ext cx="504644" cy="5046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67DD78-F8E0-4EAF-8109-77F2AE822947}">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s-MX" sz="1900" b="1" kern="1200"/>
            <a:t>1. Relleno de campos de césped artificial</a:t>
          </a:r>
          <a:endParaRPr lang="en-US" sz="1900" kern="1200"/>
        </a:p>
      </dsp:txBody>
      <dsp:txXfrm>
        <a:off x="1059754" y="4307"/>
        <a:ext cx="5304469" cy="917536"/>
      </dsp:txXfrm>
    </dsp:sp>
    <dsp:sp modelId="{042CAF5C-CE37-465D-851B-DF9BF879E1A7}">
      <dsp:nvSpPr>
        <dsp:cNvPr id="0" name=""/>
        <dsp:cNvSpPr/>
      </dsp:nvSpPr>
      <dsp:spPr>
        <a:xfrm>
          <a:off x="0" y="115122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A7F0BC-EF9D-444D-A88F-6F2BA1150B28}">
      <dsp:nvSpPr>
        <dsp:cNvPr id="0" name=""/>
        <dsp:cNvSpPr/>
      </dsp:nvSpPr>
      <dsp:spPr>
        <a:xfrm>
          <a:off x="277554" y="1357673"/>
          <a:ext cx="504644" cy="504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202B12-9457-41D2-B5D7-68B6C7729942}">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s-MX" sz="1900" b="1" kern="1200"/>
            <a:t>2. Asfaltado de calles y carreteras</a:t>
          </a:r>
          <a:endParaRPr lang="en-US" sz="1900" kern="1200"/>
        </a:p>
      </dsp:txBody>
      <dsp:txXfrm>
        <a:off x="1059754" y="1151227"/>
        <a:ext cx="5304469" cy="917536"/>
      </dsp:txXfrm>
    </dsp:sp>
    <dsp:sp modelId="{C6983334-7174-4C01-A446-5CF27529B468}">
      <dsp:nvSpPr>
        <dsp:cNvPr id="0" name=""/>
        <dsp:cNvSpPr/>
      </dsp:nvSpPr>
      <dsp:spPr>
        <a:xfrm>
          <a:off x="0" y="229814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3C4C3E-0D84-4DE4-BBB2-DF7DC8EA3BBE}">
      <dsp:nvSpPr>
        <dsp:cNvPr id="0" name=""/>
        <dsp:cNvSpPr/>
      </dsp:nvSpPr>
      <dsp:spPr>
        <a:xfrm>
          <a:off x="277554" y="2504593"/>
          <a:ext cx="504644" cy="5046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B7CB08-2676-4388-9CFB-2626CBD759CC}">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s-MX" sz="1900" b="1" kern="1200"/>
            <a:t>3. Suelos de parques infantiles</a:t>
          </a:r>
          <a:endParaRPr lang="en-US" sz="1900" kern="1200"/>
        </a:p>
      </dsp:txBody>
      <dsp:txXfrm>
        <a:off x="1059754" y="2298147"/>
        <a:ext cx="5304469" cy="917536"/>
      </dsp:txXfrm>
    </dsp:sp>
    <dsp:sp modelId="{C291B28F-913D-45AA-AA6F-453937A7B4C2}">
      <dsp:nvSpPr>
        <dsp:cNvPr id="0" name=""/>
        <dsp:cNvSpPr/>
      </dsp:nvSpPr>
      <dsp:spPr>
        <a:xfrm>
          <a:off x="0" y="344506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A201FD-06A2-419A-9561-3C89B8BB3A59}">
      <dsp:nvSpPr>
        <dsp:cNvPr id="0" name=""/>
        <dsp:cNvSpPr/>
      </dsp:nvSpPr>
      <dsp:spPr>
        <a:xfrm>
          <a:off x="277554" y="3651513"/>
          <a:ext cx="504644" cy="5046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DE8565-ECA0-41D2-9A27-ACE67ACE7074}">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s-MX" sz="1900" b="1" kern="1200"/>
            <a:t>4. Proyectos de obra civil</a:t>
          </a:r>
          <a:endParaRPr lang="en-US" sz="1900" kern="1200"/>
        </a:p>
      </dsp:txBody>
      <dsp:txXfrm>
        <a:off x="1059754" y="3445068"/>
        <a:ext cx="5304469" cy="917536"/>
      </dsp:txXfrm>
    </dsp:sp>
    <dsp:sp modelId="{F73750AF-DDE7-4BD1-B9F6-4D439C5A2F72}">
      <dsp:nvSpPr>
        <dsp:cNvPr id="0" name=""/>
        <dsp:cNvSpPr/>
      </dsp:nvSpPr>
      <dsp:spPr>
        <a:xfrm>
          <a:off x="0" y="459198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8B7874-3961-4D5B-8386-7FEAE0969E6F}">
      <dsp:nvSpPr>
        <dsp:cNvPr id="0" name=""/>
        <dsp:cNvSpPr/>
      </dsp:nvSpPr>
      <dsp:spPr>
        <a:xfrm>
          <a:off x="277554" y="4798433"/>
          <a:ext cx="504644" cy="5046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7BB872-0394-438E-BD76-59B84E99D299}">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s-MX" sz="1900" b="1" kern="1200"/>
            <a:t>5. Valorización energética</a:t>
          </a:r>
          <a:endParaRPr lang="en-US" sz="1900" kern="1200"/>
        </a:p>
      </dsp:txBody>
      <dsp:txXfrm>
        <a:off x="1059754" y="4591988"/>
        <a:ext cx="5304469" cy="917536"/>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923DA8-C94D-4897-B552-5A97DD614007}"/>
              </a:ext>
            </a:extLst>
          </p:cNvPr>
          <p:cNvSpPr>
            <a:spLocks noGrp="1"/>
          </p:cNvSpPr>
          <p:nvPr>
            <p:ph type="ctrTitle"/>
          </p:nvPr>
        </p:nvSpPr>
        <p:spPr>
          <a:xfrm>
            <a:off x="1524000" y="1122363"/>
            <a:ext cx="9144000" cy="2387600"/>
          </a:xfrm>
        </p:spPr>
        <p:txBody>
          <a:bodyPr anchor="b"/>
          <a:lstStyle>
            <a:lvl1pPr algn="ctr">
              <a:defRPr sz="6000"/>
            </a:lvl1pPr>
          </a:lstStyle>
          <a:p>
            <a:r>
              <a:rPr lang="es-MX"/>
              <a:t>Haga clic para modificar el estilo de título del patrón</a:t>
            </a:r>
          </a:p>
        </p:txBody>
      </p:sp>
      <p:sp>
        <p:nvSpPr>
          <p:cNvPr id="3" name="Subtítulo 2">
            <a:extLst>
              <a:ext uri="{FF2B5EF4-FFF2-40B4-BE49-F238E27FC236}">
                <a16:creationId xmlns:a16="http://schemas.microsoft.com/office/drawing/2014/main" id="{D3F44FF0-A644-49E8-A91A-118BAB632A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Haga clic para editar el estilo de subtítulo del patrón</a:t>
            </a:r>
          </a:p>
        </p:txBody>
      </p:sp>
      <p:sp>
        <p:nvSpPr>
          <p:cNvPr id="4" name="Marcador de fecha 3">
            <a:extLst>
              <a:ext uri="{FF2B5EF4-FFF2-40B4-BE49-F238E27FC236}">
                <a16:creationId xmlns:a16="http://schemas.microsoft.com/office/drawing/2014/main" id="{82A632CB-A899-4AF7-B0D1-F33E6DBA7990}"/>
              </a:ext>
            </a:extLst>
          </p:cNvPr>
          <p:cNvSpPr>
            <a:spLocks noGrp="1"/>
          </p:cNvSpPr>
          <p:nvPr>
            <p:ph type="dt" sz="half" idx="10"/>
          </p:nvPr>
        </p:nvSpPr>
        <p:spPr/>
        <p:txBody>
          <a:bodyPr/>
          <a:lstStyle/>
          <a:p>
            <a:fld id="{AE07F27B-A933-4019-B579-D5B42C28646C}" type="datetimeFigureOut">
              <a:rPr lang="es-MX" smtClean="0"/>
              <a:t>14/12/23</a:t>
            </a:fld>
            <a:endParaRPr lang="es-MX"/>
          </a:p>
        </p:txBody>
      </p:sp>
      <p:sp>
        <p:nvSpPr>
          <p:cNvPr id="5" name="Marcador de pie de página 4">
            <a:extLst>
              <a:ext uri="{FF2B5EF4-FFF2-40B4-BE49-F238E27FC236}">
                <a16:creationId xmlns:a16="http://schemas.microsoft.com/office/drawing/2014/main" id="{BC66D984-B803-435C-BCF5-4BBAC713AE8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B9692CF-9214-4B13-98B7-F4CAB957BFFB}"/>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666572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FC90C1-DC12-4585-816B-7F995CA70FA2}"/>
              </a:ext>
            </a:extLst>
          </p:cNvPr>
          <p:cNvSpPr>
            <a:spLocks noGrp="1"/>
          </p:cNvSpPr>
          <p:nvPr>
            <p:ph type="title"/>
          </p:nvPr>
        </p:nvSpPr>
        <p:spPr/>
        <p:txBody>
          <a:bodyPr/>
          <a:lstStyle/>
          <a:p>
            <a:r>
              <a:rPr lang="es-MX"/>
              <a:t>Haga clic para modificar el estilo de título del patrón</a:t>
            </a:r>
          </a:p>
        </p:txBody>
      </p:sp>
      <p:sp>
        <p:nvSpPr>
          <p:cNvPr id="3" name="Marcador de contenido 2">
            <a:extLst>
              <a:ext uri="{FF2B5EF4-FFF2-40B4-BE49-F238E27FC236}">
                <a16:creationId xmlns:a16="http://schemas.microsoft.com/office/drawing/2014/main" id="{7A8525E8-17D2-4F44-B405-8A55ADE168A8}"/>
              </a:ext>
            </a:extLst>
          </p:cNvPr>
          <p:cNvSpPr>
            <a:spLocks noGrp="1"/>
          </p:cNvSpPr>
          <p:nvPr>
            <p:ph idx="1"/>
          </p:nvPr>
        </p:nvSpPr>
        <p:spPr/>
        <p:txBody>
          <a:bodyPr/>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D10486F8-0096-44BF-8ACB-12C814FDE238}"/>
              </a:ext>
            </a:extLst>
          </p:cNvPr>
          <p:cNvSpPr>
            <a:spLocks noGrp="1"/>
          </p:cNvSpPr>
          <p:nvPr>
            <p:ph type="dt" sz="half" idx="10"/>
          </p:nvPr>
        </p:nvSpPr>
        <p:spPr/>
        <p:txBody>
          <a:bodyPr/>
          <a:lstStyle/>
          <a:p>
            <a:fld id="{AE07F27B-A933-4019-B579-D5B42C28646C}" type="datetimeFigureOut">
              <a:rPr lang="es-MX" smtClean="0"/>
              <a:t>14/12/23</a:t>
            </a:fld>
            <a:endParaRPr lang="es-MX"/>
          </a:p>
        </p:txBody>
      </p:sp>
      <p:sp>
        <p:nvSpPr>
          <p:cNvPr id="5" name="Marcador de pie de página 4">
            <a:extLst>
              <a:ext uri="{FF2B5EF4-FFF2-40B4-BE49-F238E27FC236}">
                <a16:creationId xmlns:a16="http://schemas.microsoft.com/office/drawing/2014/main" id="{3504895C-BAB0-461C-A3A0-338DF827885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08771D5-D349-4326-B034-BE55DDDD2AD4}"/>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1546273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A043F6-9A64-47B0-AF08-C54FA3B5A717}"/>
              </a:ext>
            </a:extLst>
          </p:cNvPr>
          <p:cNvSpPr>
            <a:spLocks noGrp="1"/>
          </p:cNvSpPr>
          <p:nvPr>
            <p:ph type="title"/>
          </p:nvPr>
        </p:nvSpPr>
        <p:spPr>
          <a:xfrm>
            <a:off x="831850" y="1709738"/>
            <a:ext cx="10515600" cy="2852737"/>
          </a:xfrm>
        </p:spPr>
        <p:txBody>
          <a:bodyPr anchor="b"/>
          <a:lstStyle>
            <a:lvl1pPr>
              <a:defRPr sz="6000"/>
            </a:lvl1pPr>
          </a:lstStyle>
          <a:p>
            <a:r>
              <a:rPr lang="es-MX"/>
              <a:t>Haga clic para modificar el estilo de título del patrón</a:t>
            </a:r>
          </a:p>
        </p:txBody>
      </p:sp>
      <p:sp>
        <p:nvSpPr>
          <p:cNvPr id="3" name="Marcador de texto 2">
            <a:extLst>
              <a:ext uri="{FF2B5EF4-FFF2-40B4-BE49-F238E27FC236}">
                <a16:creationId xmlns:a16="http://schemas.microsoft.com/office/drawing/2014/main" id="{BE72D7C8-2508-4D8D-B2DB-4EA1580B15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Editar el estilo de texto del patrón</a:t>
            </a:r>
          </a:p>
        </p:txBody>
      </p:sp>
      <p:sp>
        <p:nvSpPr>
          <p:cNvPr id="4" name="Marcador de fecha 3">
            <a:extLst>
              <a:ext uri="{FF2B5EF4-FFF2-40B4-BE49-F238E27FC236}">
                <a16:creationId xmlns:a16="http://schemas.microsoft.com/office/drawing/2014/main" id="{3A1690BD-00EC-42F5-A4C1-8EFD0DCDA5AF}"/>
              </a:ext>
            </a:extLst>
          </p:cNvPr>
          <p:cNvSpPr>
            <a:spLocks noGrp="1"/>
          </p:cNvSpPr>
          <p:nvPr>
            <p:ph type="dt" sz="half" idx="10"/>
          </p:nvPr>
        </p:nvSpPr>
        <p:spPr/>
        <p:txBody>
          <a:bodyPr/>
          <a:lstStyle/>
          <a:p>
            <a:fld id="{AE07F27B-A933-4019-B579-D5B42C28646C}" type="datetimeFigureOut">
              <a:rPr lang="es-MX" smtClean="0"/>
              <a:t>14/12/23</a:t>
            </a:fld>
            <a:endParaRPr lang="es-MX"/>
          </a:p>
        </p:txBody>
      </p:sp>
      <p:sp>
        <p:nvSpPr>
          <p:cNvPr id="5" name="Marcador de pie de página 4">
            <a:extLst>
              <a:ext uri="{FF2B5EF4-FFF2-40B4-BE49-F238E27FC236}">
                <a16:creationId xmlns:a16="http://schemas.microsoft.com/office/drawing/2014/main" id="{BA9856C7-3F2E-430D-9834-94A2A8EE865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79F383C-5494-4803-9C41-4EEFDF770A0C}"/>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3797575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B638FC-0A5D-4409-B619-3EB915BF2893}"/>
              </a:ext>
            </a:extLst>
          </p:cNvPr>
          <p:cNvSpPr>
            <a:spLocks noGrp="1"/>
          </p:cNvSpPr>
          <p:nvPr>
            <p:ph type="title"/>
          </p:nvPr>
        </p:nvSpPr>
        <p:spPr/>
        <p:txBody>
          <a:bodyPr/>
          <a:lstStyle/>
          <a:p>
            <a:r>
              <a:rPr lang="es-MX"/>
              <a:t>Haga clic para modificar el estilo de título del patrón</a:t>
            </a:r>
          </a:p>
        </p:txBody>
      </p:sp>
      <p:sp>
        <p:nvSpPr>
          <p:cNvPr id="3" name="Marcador de contenido 2">
            <a:extLst>
              <a:ext uri="{FF2B5EF4-FFF2-40B4-BE49-F238E27FC236}">
                <a16:creationId xmlns:a16="http://schemas.microsoft.com/office/drawing/2014/main" id="{DD68036A-CAD0-4976-A504-BC3F25FC0EF9}"/>
              </a:ext>
            </a:extLst>
          </p:cNvPr>
          <p:cNvSpPr>
            <a:spLocks noGrp="1"/>
          </p:cNvSpPr>
          <p:nvPr>
            <p:ph sz="half" idx="1"/>
          </p:nvPr>
        </p:nvSpPr>
        <p:spPr>
          <a:xfrm>
            <a:off x="838200" y="1825625"/>
            <a:ext cx="5181600" cy="4351338"/>
          </a:xfrm>
        </p:spPr>
        <p:txBody>
          <a:bodyPr/>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D1BC9E81-15FC-4750-A089-AB8BF412CAF2}"/>
              </a:ext>
            </a:extLst>
          </p:cNvPr>
          <p:cNvSpPr>
            <a:spLocks noGrp="1"/>
          </p:cNvSpPr>
          <p:nvPr>
            <p:ph sz="half" idx="2"/>
          </p:nvPr>
        </p:nvSpPr>
        <p:spPr>
          <a:xfrm>
            <a:off x="6172200" y="1825625"/>
            <a:ext cx="5181600" cy="4351338"/>
          </a:xfrm>
        </p:spPr>
        <p:txBody>
          <a:bodyPr/>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8CA51CF2-5D6A-4DA8-AF6F-2E470AFDCD08}"/>
              </a:ext>
            </a:extLst>
          </p:cNvPr>
          <p:cNvSpPr>
            <a:spLocks noGrp="1"/>
          </p:cNvSpPr>
          <p:nvPr>
            <p:ph type="dt" sz="half" idx="10"/>
          </p:nvPr>
        </p:nvSpPr>
        <p:spPr/>
        <p:txBody>
          <a:bodyPr/>
          <a:lstStyle/>
          <a:p>
            <a:fld id="{AE07F27B-A933-4019-B579-D5B42C28646C}" type="datetimeFigureOut">
              <a:rPr lang="es-MX" smtClean="0"/>
              <a:t>14/12/23</a:t>
            </a:fld>
            <a:endParaRPr lang="es-MX"/>
          </a:p>
        </p:txBody>
      </p:sp>
      <p:sp>
        <p:nvSpPr>
          <p:cNvPr id="6" name="Marcador de pie de página 5">
            <a:extLst>
              <a:ext uri="{FF2B5EF4-FFF2-40B4-BE49-F238E27FC236}">
                <a16:creationId xmlns:a16="http://schemas.microsoft.com/office/drawing/2014/main" id="{8B94BFB0-B585-4357-8EFF-958C37EE831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B86D51F-6F6C-4188-9767-34F34D9CF066}"/>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2232725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F5A965-D238-4B67-8CE2-6D0EFD679A6E}"/>
              </a:ext>
            </a:extLst>
          </p:cNvPr>
          <p:cNvSpPr>
            <a:spLocks noGrp="1"/>
          </p:cNvSpPr>
          <p:nvPr>
            <p:ph type="title"/>
          </p:nvPr>
        </p:nvSpPr>
        <p:spPr>
          <a:xfrm>
            <a:off x="839788" y="365125"/>
            <a:ext cx="10515600" cy="1325563"/>
          </a:xfrm>
        </p:spPr>
        <p:txBody>
          <a:bodyPr/>
          <a:lstStyle/>
          <a:p>
            <a:r>
              <a:rPr lang="es-MX"/>
              <a:t>Haga clic para modificar el estilo de título del patrón</a:t>
            </a:r>
          </a:p>
        </p:txBody>
      </p:sp>
      <p:sp>
        <p:nvSpPr>
          <p:cNvPr id="3" name="Marcador de texto 2">
            <a:extLst>
              <a:ext uri="{FF2B5EF4-FFF2-40B4-BE49-F238E27FC236}">
                <a16:creationId xmlns:a16="http://schemas.microsoft.com/office/drawing/2014/main" id="{97B8313A-DF6A-47E7-B425-EE6A04F7D4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Editar el estilo de texto del patrón</a:t>
            </a:r>
          </a:p>
        </p:txBody>
      </p:sp>
      <p:sp>
        <p:nvSpPr>
          <p:cNvPr id="4" name="Marcador de contenido 3">
            <a:extLst>
              <a:ext uri="{FF2B5EF4-FFF2-40B4-BE49-F238E27FC236}">
                <a16:creationId xmlns:a16="http://schemas.microsoft.com/office/drawing/2014/main" id="{E41DCF8F-BC50-4E05-B605-29848E81F828}"/>
              </a:ext>
            </a:extLst>
          </p:cNvPr>
          <p:cNvSpPr>
            <a:spLocks noGrp="1"/>
          </p:cNvSpPr>
          <p:nvPr>
            <p:ph sz="half" idx="2"/>
          </p:nvPr>
        </p:nvSpPr>
        <p:spPr>
          <a:xfrm>
            <a:off x="839788" y="2505075"/>
            <a:ext cx="5157787" cy="3684588"/>
          </a:xfrm>
        </p:spPr>
        <p:txBody>
          <a:bodyPr/>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4AEDFE27-E71A-4DA2-BEAF-658115781A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Editar el estilo de texto del patrón</a:t>
            </a:r>
          </a:p>
        </p:txBody>
      </p:sp>
      <p:sp>
        <p:nvSpPr>
          <p:cNvPr id="6" name="Marcador de contenido 5">
            <a:extLst>
              <a:ext uri="{FF2B5EF4-FFF2-40B4-BE49-F238E27FC236}">
                <a16:creationId xmlns:a16="http://schemas.microsoft.com/office/drawing/2014/main" id="{54E64931-8BAA-49A4-AFAB-C5D979450771}"/>
              </a:ext>
            </a:extLst>
          </p:cNvPr>
          <p:cNvSpPr>
            <a:spLocks noGrp="1"/>
          </p:cNvSpPr>
          <p:nvPr>
            <p:ph sz="quarter" idx="4"/>
          </p:nvPr>
        </p:nvSpPr>
        <p:spPr>
          <a:xfrm>
            <a:off x="6172200" y="2505075"/>
            <a:ext cx="5183188" cy="3684588"/>
          </a:xfrm>
        </p:spPr>
        <p:txBody>
          <a:bodyPr/>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4DA508CE-8427-44A8-B7D2-EEBA668F1896}"/>
              </a:ext>
            </a:extLst>
          </p:cNvPr>
          <p:cNvSpPr>
            <a:spLocks noGrp="1"/>
          </p:cNvSpPr>
          <p:nvPr>
            <p:ph type="dt" sz="half" idx="10"/>
          </p:nvPr>
        </p:nvSpPr>
        <p:spPr/>
        <p:txBody>
          <a:bodyPr/>
          <a:lstStyle/>
          <a:p>
            <a:fld id="{AE07F27B-A933-4019-B579-D5B42C28646C}" type="datetimeFigureOut">
              <a:rPr lang="es-MX" smtClean="0"/>
              <a:t>14/12/23</a:t>
            </a:fld>
            <a:endParaRPr lang="es-MX"/>
          </a:p>
        </p:txBody>
      </p:sp>
      <p:sp>
        <p:nvSpPr>
          <p:cNvPr id="8" name="Marcador de pie de página 7">
            <a:extLst>
              <a:ext uri="{FF2B5EF4-FFF2-40B4-BE49-F238E27FC236}">
                <a16:creationId xmlns:a16="http://schemas.microsoft.com/office/drawing/2014/main" id="{B8959ECA-69BE-464E-B720-4BCEB7BF7D49}"/>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1B37764E-246D-4B22-82FA-CAE8A131884D}"/>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92890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B856CF-1265-44DC-BB56-9C3991ED4E58}"/>
              </a:ext>
            </a:extLst>
          </p:cNvPr>
          <p:cNvSpPr>
            <a:spLocks noGrp="1"/>
          </p:cNvSpPr>
          <p:nvPr>
            <p:ph type="title"/>
          </p:nvPr>
        </p:nvSpPr>
        <p:spPr/>
        <p:txBody>
          <a:bodyPr/>
          <a:lstStyle/>
          <a:p>
            <a:r>
              <a:rPr lang="es-MX"/>
              <a:t>Haga clic para modificar el estilo de título del patrón</a:t>
            </a:r>
          </a:p>
        </p:txBody>
      </p:sp>
      <p:sp>
        <p:nvSpPr>
          <p:cNvPr id="3" name="Marcador de fecha 2">
            <a:extLst>
              <a:ext uri="{FF2B5EF4-FFF2-40B4-BE49-F238E27FC236}">
                <a16:creationId xmlns:a16="http://schemas.microsoft.com/office/drawing/2014/main" id="{EE151EC7-483A-4E49-A831-C36D8CB2D528}"/>
              </a:ext>
            </a:extLst>
          </p:cNvPr>
          <p:cNvSpPr>
            <a:spLocks noGrp="1"/>
          </p:cNvSpPr>
          <p:nvPr>
            <p:ph type="dt" sz="half" idx="10"/>
          </p:nvPr>
        </p:nvSpPr>
        <p:spPr/>
        <p:txBody>
          <a:bodyPr/>
          <a:lstStyle/>
          <a:p>
            <a:fld id="{AE07F27B-A933-4019-B579-D5B42C28646C}" type="datetimeFigureOut">
              <a:rPr lang="es-MX" smtClean="0"/>
              <a:t>14/12/23</a:t>
            </a:fld>
            <a:endParaRPr lang="es-MX"/>
          </a:p>
        </p:txBody>
      </p:sp>
      <p:sp>
        <p:nvSpPr>
          <p:cNvPr id="4" name="Marcador de pie de página 3">
            <a:extLst>
              <a:ext uri="{FF2B5EF4-FFF2-40B4-BE49-F238E27FC236}">
                <a16:creationId xmlns:a16="http://schemas.microsoft.com/office/drawing/2014/main" id="{DC0EACC7-AAA5-48FE-8F0E-051D6CD156CB}"/>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8BC5351D-2E3A-41E8-83ED-523CC5A39E13}"/>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1282273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8F00F79-9645-4996-A78C-D4830A3ED298}"/>
              </a:ext>
            </a:extLst>
          </p:cNvPr>
          <p:cNvSpPr>
            <a:spLocks noGrp="1"/>
          </p:cNvSpPr>
          <p:nvPr>
            <p:ph type="dt" sz="half" idx="10"/>
          </p:nvPr>
        </p:nvSpPr>
        <p:spPr/>
        <p:txBody>
          <a:bodyPr/>
          <a:lstStyle/>
          <a:p>
            <a:fld id="{AE07F27B-A933-4019-B579-D5B42C28646C}" type="datetimeFigureOut">
              <a:rPr lang="es-MX" smtClean="0"/>
              <a:t>14/12/23</a:t>
            </a:fld>
            <a:endParaRPr lang="es-MX"/>
          </a:p>
        </p:txBody>
      </p:sp>
      <p:sp>
        <p:nvSpPr>
          <p:cNvPr id="3" name="Marcador de pie de página 2">
            <a:extLst>
              <a:ext uri="{FF2B5EF4-FFF2-40B4-BE49-F238E27FC236}">
                <a16:creationId xmlns:a16="http://schemas.microsoft.com/office/drawing/2014/main" id="{5D06438D-C7C0-40A6-860C-AF10CD2A9C95}"/>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60EAAF8D-15B1-435E-B343-EF328E593F5A}"/>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75163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1C8C42-FE0E-417D-BB51-55A3CCC66376}"/>
              </a:ext>
            </a:extLst>
          </p:cNvPr>
          <p:cNvSpPr>
            <a:spLocks noGrp="1"/>
          </p:cNvSpPr>
          <p:nvPr>
            <p:ph type="title"/>
          </p:nvPr>
        </p:nvSpPr>
        <p:spPr>
          <a:xfrm>
            <a:off x="839788" y="457200"/>
            <a:ext cx="3932237" cy="1600200"/>
          </a:xfrm>
        </p:spPr>
        <p:txBody>
          <a:bodyPr anchor="b"/>
          <a:lstStyle>
            <a:lvl1pPr>
              <a:defRPr sz="3200"/>
            </a:lvl1pPr>
          </a:lstStyle>
          <a:p>
            <a:r>
              <a:rPr lang="es-MX"/>
              <a:t>Haga clic para modificar el estilo de título del patrón</a:t>
            </a:r>
          </a:p>
        </p:txBody>
      </p:sp>
      <p:sp>
        <p:nvSpPr>
          <p:cNvPr id="3" name="Marcador de contenido 2">
            <a:extLst>
              <a:ext uri="{FF2B5EF4-FFF2-40B4-BE49-F238E27FC236}">
                <a16:creationId xmlns:a16="http://schemas.microsoft.com/office/drawing/2014/main" id="{88DFB6B5-C462-4288-8672-B8FC96981A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1D2AF15A-B1A9-4076-B0A4-6A79B6DB71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Editar el estilo de texto del patrón</a:t>
            </a:r>
          </a:p>
        </p:txBody>
      </p:sp>
      <p:sp>
        <p:nvSpPr>
          <p:cNvPr id="5" name="Marcador de fecha 4">
            <a:extLst>
              <a:ext uri="{FF2B5EF4-FFF2-40B4-BE49-F238E27FC236}">
                <a16:creationId xmlns:a16="http://schemas.microsoft.com/office/drawing/2014/main" id="{9EF8C2B9-7F38-4B1A-82D3-FB9F4BD1E63E}"/>
              </a:ext>
            </a:extLst>
          </p:cNvPr>
          <p:cNvSpPr>
            <a:spLocks noGrp="1"/>
          </p:cNvSpPr>
          <p:nvPr>
            <p:ph type="dt" sz="half" idx="10"/>
          </p:nvPr>
        </p:nvSpPr>
        <p:spPr/>
        <p:txBody>
          <a:bodyPr/>
          <a:lstStyle/>
          <a:p>
            <a:fld id="{AE07F27B-A933-4019-B579-D5B42C28646C}" type="datetimeFigureOut">
              <a:rPr lang="es-MX" smtClean="0"/>
              <a:t>14/12/23</a:t>
            </a:fld>
            <a:endParaRPr lang="es-MX"/>
          </a:p>
        </p:txBody>
      </p:sp>
      <p:sp>
        <p:nvSpPr>
          <p:cNvPr id="6" name="Marcador de pie de página 5">
            <a:extLst>
              <a:ext uri="{FF2B5EF4-FFF2-40B4-BE49-F238E27FC236}">
                <a16:creationId xmlns:a16="http://schemas.microsoft.com/office/drawing/2014/main" id="{3088F36D-F73A-45BC-A898-EDE45077D4C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0DE0F6D-84B2-40F2-85E8-A48A04118A7F}"/>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2549233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34DA17-E930-481C-88EF-8890B17EC76E}"/>
              </a:ext>
            </a:extLst>
          </p:cNvPr>
          <p:cNvSpPr>
            <a:spLocks noGrp="1"/>
          </p:cNvSpPr>
          <p:nvPr>
            <p:ph type="title"/>
          </p:nvPr>
        </p:nvSpPr>
        <p:spPr>
          <a:xfrm>
            <a:off x="839788" y="457200"/>
            <a:ext cx="3932237" cy="1600200"/>
          </a:xfrm>
        </p:spPr>
        <p:txBody>
          <a:bodyPr anchor="b"/>
          <a:lstStyle>
            <a:lvl1pPr>
              <a:defRPr sz="3200"/>
            </a:lvl1pPr>
          </a:lstStyle>
          <a:p>
            <a:r>
              <a:rPr lang="es-MX"/>
              <a:t>Haga clic para modificar el estilo de título del patrón</a:t>
            </a:r>
          </a:p>
        </p:txBody>
      </p:sp>
      <p:sp>
        <p:nvSpPr>
          <p:cNvPr id="3" name="Marcador de posición de imagen 2">
            <a:extLst>
              <a:ext uri="{FF2B5EF4-FFF2-40B4-BE49-F238E27FC236}">
                <a16:creationId xmlns:a16="http://schemas.microsoft.com/office/drawing/2014/main" id="{F339A715-8380-48A3-A24B-A21477C83D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E89D6CB5-8A33-4ABE-BA5B-BD29818398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Editar el estilo de texto del patrón</a:t>
            </a:r>
          </a:p>
        </p:txBody>
      </p:sp>
      <p:sp>
        <p:nvSpPr>
          <p:cNvPr id="5" name="Marcador de fecha 4">
            <a:extLst>
              <a:ext uri="{FF2B5EF4-FFF2-40B4-BE49-F238E27FC236}">
                <a16:creationId xmlns:a16="http://schemas.microsoft.com/office/drawing/2014/main" id="{FCE713B2-5541-4301-8BB6-6A6A96FAC9C1}"/>
              </a:ext>
            </a:extLst>
          </p:cNvPr>
          <p:cNvSpPr>
            <a:spLocks noGrp="1"/>
          </p:cNvSpPr>
          <p:nvPr>
            <p:ph type="dt" sz="half" idx="10"/>
          </p:nvPr>
        </p:nvSpPr>
        <p:spPr/>
        <p:txBody>
          <a:bodyPr/>
          <a:lstStyle/>
          <a:p>
            <a:fld id="{AE07F27B-A933-4019-B579-D5B42C28646C}" type="datetimeFigureOut">
              <a:rPr lang="es-MX" smtClean="0"/>
              <a:t>14/12/23</a:t>
            </a:fld>
            <a:endParaRPr lang="es-MX"/>
          </a:p>
        </p:txBody>
      </p:sp>
      <p:sp>
        <p:nvSpPr>
          <p:cNvPr id="6" name="Marcador de pie de página 5">
            <a:extLst>
              <a:ext uri="{FF2B5EF4-FFF2-40B4-BE49-F238E27FC236}">
                <a16:creationId xmlns:a16="http://schemas.microsoft.com/office/drawing/2014/main" id="{1DEDDF99-5D43-4BE8-AA45-5FB18AADE40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D5C0478-924B-4E0F-AD1D-73918CD879B6}"/>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1912587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5DDAB7-A2E6-4A47-B278-99F8F531D86D}"/>
              </a:ext>
            </a:extLst>
          </p:cNvPr>
          <p:cNvSpPr>
            <a:spLocks noGrp="1"/>
          </p:cNvSpPr>
          <p:nvPr>
            <p:ph type="title"/>
          </p:nvPr>
        </p:nvSpPr>
        <p:spPr/>
        <p:txBody>
          <a:bodyPr/>
          <a:lstStyle/>
          <a:p>
            <a:r>
              <a:rPr lang="es-MX"/>
              <a:t>Haga clic para modificar el estilo de título del patrón</a:t>
            </a:r>
          </a:p>
        </p:txBody>
      </p:sp>
      <p:sp>
        <p:nvSpPr>
          <p:cNvPr id="3" name="Marcador de texto vertical 2">
            <a:extLst>
              <a:ext uri="{FF2B5EF4-FFF2-40B4-BE49-F238E27FC236}">
                <a16:creationId xmlns:a16="http://schemas.microsoft.com/office/drawing/2014/main" id="{5D751AE4-CA07-4AA4-955A-A3138A38FEC5}"/>
              </a:ext>
            </a:extLst>
          </p:cNvPr>
          <p:cNvSpPr>
            <a:spLocks noGrp="1"/>
          </p:cNvSpPr>
          <p:nvPr>
            <p:ph type="body" orient="vert" idx="1"/>
          </p:nvPr>
        </p:nvSpPr>
        <p:spPr/>
        <p:txBody>
          <a:bodyPr vert="eaVert"/>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5E94929E-898F-42A0-8E2D-6683777E274E}"/>
              </a:ext>
            </a:extLst>
          </p:cNvPr>
          <p:cNvSpPr>
            <a:spLocks noGrp="1"/>
          </p:cNvSpPr>
          <p:nvPr>
            <p:ph type="dt" sz="half" idx="10"/>
          </p:nvPr>
        </p:nvSpPr>
        <p:spPr/>
        <p:txBody>
          <a:bodyPr/>
          <a:lstStyle/>
          <a:p>
            <a:fld id="{AE07F27B-A933-4019-B579-D5B42C28646C}" type="datetimeFigureOut">
              <a:rPr lang="es-MX" smtClean="0"/>
              <a:t>14/12/23</a:t>
            </a:fld>
            <a:endParaRPr lang="es-MX"/>
          </a:p>
        </p:txBody>
      </p:sp>
      <p:sp>
        <p:nvSpPr>
          <p:cNvPr id="5" name="Marcador de pie de página 4">
            <a:extLst>
              <a:ext uri="{FF2B5EF4-FFF2-40B4-BE49-F238E27FC236}">
                <a16:creationId xmlns:a16="http://schemas.microsoft.com/office/drawing/2014/main" id="{18F1B5C4-7ED8-4576-B2E9-1DD6B2B617D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FB58ECE-66E6-4606-932A-AE5493564697}"/>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478483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6A4D404-B787-470F-ABF0-E69AAA7470DF}"/>
              </a:ext>
            </a:extLst>
          </p:cNvPr>
          <p:cNvSpPr>
            <a:spLocks noGrp="1"/>
          </p:cNvSpPr>
          <p:nvPr>
            <p:ph type="title" orient="vert"/>
          </p:nvPr>
        </p:nvSpPr>
        <p:spPr>
          <a:xfrm>
            <a:off x="8724900" y="365125"/>
            <a:ext cx="2628900" cy="5811838"/>
          </a:xfrm>
        </p:spPr>
        <p:txBody>
          <a:bodyPr vert="eaVert"/>
          <a:lstStyle/>
          <a:p>
            <a:r>
              <a:rPr lang="es-MX"/>
              <a:t>Haga clic para modificar el estilo de título del patrón</a:t>
            </a:r>
          </a:p>
        </p:txBody>
      </p:sp>
      <p:sp>
        <p:nvSpPr>
          <p:cNvPr id="3" name="Marcador de texto vertical 2">
            <a:extLst>
              <a:ext uri="{FF2B5EF4-FFF2-40B4-BE49-F238E27FC236}">
                <a16:creationId xmlns:a16="http://schemas.microsoft.com/office/drawing/2014/main" id="{039A8368-F5A5-4EAA-B0B8-837E8ABFB2D4}"/>
              </a:ext>
            </a:extLst>
          </p:cNvPr>
          <p:cNvSpPr>
            <a:spLocks noGrp="1"/>
          </p:cNvSpPr>
          <p:nvPr>
            <p:ph type="body" orient="vert" idx="1"/>
          </p:nvPr>
        </p:nvSpPr>
        <p:spPr>
          <a:xfrm>
            <a:off x="838200" y="365125"/>
            <a:ext cx="7734300" cy="5811838"/>
          </a:xfrm>
        </p:spPr>
        <p:txBody>
          <a:bodyPr vert="eaVert"/>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582EBA72-9C6F-4B4D-A16A-C1DEB754BFC2}"/>
              </a:ext>
            </a:extLst>
          </p:cNvPr>
          <p:cNvSpPr>
            <a:spLocks noGrp="1"/>
          </p:cNvSpPr>
          <p:nvPr>
            <p:ph type="dt" sz="half" idx="10"/>
          </p:nvPr>
        </p:nvSpPr>
        <p:spPr/>
        <p:txBody>
          <a:bodyPr/>
          <a:lstStyle/>
          <a:p>
            <a:fld id="{AE07F27B-A933-4019-B579-D5B42C28646C}" type="datetimeFigureOut">
              <a:rPr lang="es-MX" smtClean="0"/>
              <a:t>14/12/23</a:t>
            </a:fld>
            <a:endParaRPr lang="es-MX"/>
          </a:p>
        </p:txBody>
      </p:sp>
      <p:sp>
        <p:nvSpPr>
          <p:cNvPr id="5" name="Marcador de pie de página 4">
            <a:extLst>
              <a:ext uri="{FF2B5EF4-FFF2-40B4-BE49-F238E27FC236}">
                <a16:creationId xmlns:a16="http://schemas.microsoft.com/office/drawing/2014/main" id="{426C3164-13E1-4E73-82B8-CA01840DD38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0366C00-207E-47BE-ABD1-6356D0ED3564}"/>
              </a:ext>
            </a:extLst>
          </p:cNvPr>
          <p:cNvSpPr>
            <a:spLocks noGrp="1"/>
          </p:cNvSpPr>
          <p:nvPr>
            <p:ph type="sldNum" sz="quarter" idx="12"/>
          </p:nvPr>
        </p:nvSpPr>
        <p:spPr/>
        <p:txBody>
          <a:bodyPr/>
          <a:lstStyle/>
          <a:p>
            <a:fld id="{25161285-6D45-4A4C-BC72-F7266A558DFA}" type="slidenum">
              <a:rPr lang="es-MX" smtClean="0"/>
              <a:t>‹Nº›</a:t>
            </a:fld>
            <a:endParaRPr lang="es-MX"/>
          </a:p>
        </p:txBody>
      </p:sp>
    </p:spTree>
    <p:extLst>
      <p:ext uri="{BB962C8B-B14F-4D97-AF65-F5344CB8AC3E}">
        <p14:creationId xmlns:p14="http://schemas.microsoft.com/office/powerpoint/2010/main" val="650442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284D2B0-C852-475E-B7EF-89C7B32805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Haga clic para modificar el estilo de título del patrón</a:t>
            </a:r>
          </a:p>
        </p:txBody>
      </p:sp>
      <p:sp>
        <p:nvSpPr>
          <p:cNvPr id="3" name="Marcador de texto 2">
            <a:extLst>
              <a:ext uri="{FF2B5EF4-FFF2-40B4-BE49-F238E27FC236}">
                <a16:creationId xmlns:a16="http://schemas.microsoft.com/office/drawing/2014/main" id="{E9C39D16-E731-44C3-9CEE-2BF3ECF8A3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Editar el estilo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46DFDE89-10F9-4D5C-8B1C-D3D1A6B494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07F27B-A933-4019-B579-D5B42C28646C}" type="datetimeFigureOut">
              <a:rPr lang="es-MX" smtClean="0"/>
              <a:t>14/12/23</a:t>
            </a:fld>
            <a:endParaRPr lang="es-MX"/>
          </a:p>
        </p:txBody>
      </p:sp>
      <p:sp>
        <p:nvSpPr>
          <p:cNvPr id="5" name="Marcador de pie de página 4">
            <a:extLst>
              <a:ext uri="{FF2B5EF4-FFF2-40B4-BE49-F238E27FC236}">
                <a16:creationId xmlns:a16="http://schemas.microsoft.com/office/drawing/2014/main" id="{C58F9778-059B-41E7-8BD0-AF199A7496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88B2C287-665D-482E-A12E-A4553C99ED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161285-6D45-4A4C-BC72-F7266A558DFA}" type="slidenum">
              <a:rPr lang="es-MX" smtClean="0"/>
              <a:t>‹Nº›</a:t>
            </a:fld>
            <a:endParaRPr lang="es-MX"/>
          </a:p>
        </p:txBody>
      </p:sp>
    </p:spTree>
    <p:extLst>
      <p:ext uri="{BB962C8B-B14F-4D97-AF65-F5344CB8AC3E}">
        <p14:creationId xmlns:p14="http://schemas.microsoft.com/office/powerpoint/2010/main" val="10378361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comments" Target="../comments/comment3.xml"/><Relationship Id="rId3" Type="http://schemas.openxmlformats.org/officeDocument/2006/relationships/diagramLayout" Target="../diagrams/layout1.xml"/><Relationship Id="rId7" Type="http://schemas.openxmlformats.org/officeDocument/2006/relationships/image" Target="../media/image3.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comments" Target="../comments/comment7.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83447"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92750D7-24A8-49FA-A959-E247A4E3585A}"/>
              </a:ext>
            </a:extLst>
          </p:cNvPr>
          <p:cNvSpPr>
            <a:spLocks noGrp="1"/>
          </p:cNvSpPr>
          <p:nvPr>
            <p:ph type="ctrTitle"/>
          </p:nvPr>
        </p:nvSpPr>
        <p:spPr>
          <a:xfrm>
            <a:off x="1155556" y="4549143"/>
            <a:ext cx="4284417" cy="1663496"/>
          </a:xfrm>
        </p:spPr>
        <p:txBody>
          <a:bodyPr anchor="t">
            <a:normAutofit/>
          </a:bodyPr>
          <a:lstStyle/>
          <a:p>
            <a:pPr algn="l"/>
            <a:r>
              <a:rPr lang="es-MX" sz="4800" dirty="0">
                <a:solidFill>
                  <a:schemeClr val="bg1"/>
                </a:solidFill>
                <a:cs typeface="Calibri Light"/>
              </a:rPr>
              <a:t>Reutilización de neumáticos</a:t>
            </a:r>
            <a:endParaRPr lang="es-MX" sz="4800" dirty="0" err="1">
              <a:solidFill>
                <a:schemeClr val="bg1"/>
              </a:solidFill>
            </a:endParaRPr>
          </a:p>
        </p:txBody>
      </p:sp>
      <p:sp>
        <p:nvSpPr>
          <p:cNvPr id="11" name="Rectangle 10">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ítulo 2">
            <a:extLst>
              <a:ext uri="{FF2B5EF4-FFF2-40B4-BE49-F238E27FC236}">
                <a16:creationId xmlns:a16="http://schemas.microsoft.com/office/drawing/2014/main" id="{222436C3-4762-4542-9B41-D8B4CC95F6DE}"/>
              </a:ext>
            </a:extLst>
          </p:cNvPr>
          <p:cNvSpPr>
            <a:spLocks noGrp="1"/>
          </p:cNvSpPr>
          <p:nvPr>
            <p:ph type="subTitle" idx="1"/>
          </p:nvPr>
        </p:nvSpPr>
        <p:spPr>
          <a:xfrm>
            <a:off x="7271427" y="4364606"/>
            <a:ext cx="5110434" cy="2367508"/>
          </a:xfrm>
        </p:spPr>
        <p:txBody>
          <a:bodyPr vert="horz" lIns="91440" tIns="45720" rIns="91440" bIns="45720" rtlCol="0" anchor="t">
            <a:normAutofit/>
          </a:bodyPr>
          <a:lstStyle/>
          <a:p>
            <a:pPr algn="l"/>
            <a:r>
              <a:rPr lang="es-MX" sz="2000" b="1" dirty="0">
                <a:latin typeface="Arial"/>
                <a:cs typeface="Calibri" panose="020F0502020204030204"/>
              </a:rPr>
              <a:t>Integrantes:</a:t>
            </a:r>
            <a:r>
              <a:rPr lang="es-MX" sz="2000" dirty="0">
                <a:latin typeface="Arial"/>
                <a:cs typeface="Calibri" panose="020F0502020204030204"/>
              </a:rPr>
              <a:t> José Azocar, Jaime Velásquez, Cristóbal Araya, Benjamín Jara</a:t>
            </a:r>
            <a:endParaRPr lang="es-MX" sz="2000">
              <a:latin typeface="Arial"/>
              <a:cs typeface="Arial"/>
            </a:endParaRPr>
          </a:p>
          <a:p>
            <a:pPr algn="l"/>
            <a:r>
              <a:rPr lang="es-MX" sz="2000" b="1" dirty="0">
                <a:latin typeface="Arial"/>
                <a:cs typeface="Calibri" panose="020F0502020204030204"/>
              </a:rPr>
              <a:t>Profesor/a:</a:t>
            </a:r>
            <a:r>
              <a:rPr lang="es-MX" sz="2000" dirty="0">
                <a:latin typeface="Arial"/>
                <a:cs typeface="Calibri" panose="020F0502020204030204"/>
              </a:rPr>
              <a:t> Lissette Salamanca</a:t>
            </a:r>
          </a:p>
          <a:p>
            <a:pPr algn="l"/>
            <a:r>
              <a:rPr lang="es-MX" sz="2000" b="1" dirty="0">
                <a:latin typeface="Arial"/>
                <a:cs typeface="Calibri" panose="020F0502020204030204"/>
              </a:rPr>
              <a:t>Asignatura:</a:t>
            </a:r>
            <a:r>
              <a:rPr lang="es-MX" sz="2000" dirty="0">
                <a:latin typeface="Arial"/>
                <a:cs typeface="Calibri" panose="020F0502020204030204"/>
              </a:rPr>
              <a:t> Funciones y geometría</a:t>
            </a:r>
          </a:p>
          <a:p>
            <a:pPr algn="l"/>
            <a:r>
              <a:rPr lang="es-MX" sz="2000" b="1" dirty="0">
                <a:latin typeface="Arial"/>
                <a:cs typeface="Calibri" panose="020F0502020204030204"/>
              </a:rPr>
              <a:t>Carrera:</a:t>
            </a:r>
            <a:r>
              <a:rPr lang="es-MX" sz="2000" dirty="0">
                <a:latin typeface="Arial"/>
                <a:cs typeface="Calibri" panose="020F0502020204030204"/>
              </a:rPr>
              <a:t> Ingeniería mecánica y electromovilidad automotriz</a:t>
            </a:r>
          </a:p>
        </p:txBody>
      </p:sp>
      <p:pic>
        <p:nvPicPr>
          <p:cNvPr id="4" name="Imagen 3" descr="Así se puede cumplir con la Ley de reciclaje de neumáticos - Gasex">
            <a:extLst>
              <a:ext uri="{FF2B5EF4-FFF2-40B4-BE49-F238E27FC236}">
                <a16:creationId xmlns:a16="http://schemas.microsoft.com/office/drawing/2014/main" id="{E5513DD3-B910-6D85-7FBB-200402F69D16}"/>
              </a:ext>
            </a:extLst>
          </p:cNvPr>
          <p:cNvPicPr>
            <a:picLocks noChangeAspect="1"/>
          </p:cNvPicPr>
          <p:nvPr/>
        </p:nvPicPr>
        <p:blipFill rotWithShape="1">
          <a:blip r:embed="rId2"/>
          <a:srcRect t="2455" r="-1" b="7319"/>
          <a:stretch/>
        </p:blipFill>
        <p:spPr>
          <a:xfrm>
            <a:off x="1155556" y="637762"/>
            <a:ext cx="9889765" cy="3579308"/>
          </a:xfrm>
          <a:prstGeom prst="rect">
            <a:avLst/>
          </a:prstGeom>
        </p:spPr>
      </p:pic>
      <p:sp>
        <p:nvSpPr>
          <p:cNvPr id="13" name="Rectangle 12">
            <a:extLst>
              <a:ext uri="{FF2B5EF4-FFF2-40B4-BE49-F238E27FC236}">
                <a16:creationId xmlns:a16="http://schemas.microsoft.com/office/drawing/2014/main" id="{6832F003-FCA6-4CFB-A2EA-308F3AA25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420" y="4549143"/>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0577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F96B42D-4D7D-5011-817F-794C8CB6E249}"/>
              </a:ext>
            </a:extLst>
          </p:cNvPr>
          <p:cNvSpPr>
            <a:spLocks noGrp="1"/>
          </p:cNvSpPr>
          <p:nvPr>
            <p:ph type="title"/>
          </p:nvPr>
        </p:nvSpPr>
        <p:spPr>
          <a:xfrm>
            <a:off x="572493" y="238539"/>
            <a:ext cx="11018520" cy="1434415"/>
          </a:xfrm>
        </p:spPr>
        <p:txBody>
          <a:bodyPr anchor="b">
            <a:normAutofit/>
          </a:bodyPr>
          <a:lstStyle/>
          <a:p>
            <a:r>
              <a:rPr lang="es-MX" sz="5400">
                <a:cs typeface="Calibri Light"/>
              </a:rPr>
              <a:t>Definición del proyecto</a:t>
            </a:r>
          </a:p>
        </p:txBody>
      </p:sp>
      <p:sp>
        <p:nvSpPr>
          <p:cNvPr id="2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959384F-6ED3-25F3-C9E8-696603D91147}"/>
              </a:ext>
            </a:extLst>
          </p:cNvPr>
          <p:cNvSpPr>
            <a:spLocks noGrp="1"/>
          </p:cNvSpPr>
          <p:nvPr>
            <p:ph idx="1"/>
          </p:nvPr>
        </p:nvSpPr>
        <p:spPr>
          <a:xfrm>
            <a:off x="572493" y="2071316"/>
            <a:ext cx="6713552" cy="4119172"/>
          </a:xfrm>
        </p:spPr>
        <p:txBody>
          <a:bodyPr vert="horz" lIns="91440" tIns="45720" rIns="91440" bIns="45720" rtlCol="0" anchor="t">
            <a:normAutofit/>
          </a:bodyPr>
          <a:lstStyle/>
          <a:p>
            <a:pPr algn="just">
              <a:lnSpc>
                <a:spcPct val="150000"/>
              </a:lnSpc>
            </a:pPr>
            <a:r>
              <a:rPr lang="es-MX" sz="1100" dirty="0">
                <a:latin typeface="Arial"/>
                <a:cs typeface="Calibri"/>
              </a:rPr>
              <a:t>Nuestro proyecto tendrá el fin de buscar la manera de darle nueva vida o uso a los neumáticos que son desechados, evitando así la contaminación que generan. Ubicando puntos específicos en sectores estratégicos para las personas que desechen sus neumáticos. El caucho de los neumáticos se puede reutilizar para suelas de zapatos, uso decorativo, canchas sintéticas de futbol, etc.</a:t>
            </a:r>
            <a:endParaRPr lang="es-MX">
              <a:ea typeface="Calibri" panose="020F0502020204030204"/>
              <a:cs typeface="Calibri" panose="020F0502020204030204"/>
            </a:endParaRPr>
          </a:p>
          <a:p>
            <a:pPr algn="just">
              <a:lnSpc>
                <a:spcPct val="150000"/>
              </a:lnSpc>
            </a:pPr>
            <a:r>
              <a:rPr lang="es-MX" sz="1100" dirty="0">
                <a:latin typeface="Arial"/>
                <a:ea typeface="+mn-lt"/>
                <a:cs typeface="+mn-lt"/>
              </a:rPr>
              <a:t>Los neumáticos no duran para siempre, y cuando comienzan a desgastarse y a ser irreparables, la mayoría de la gente los tira a los vertederos para deshacerse de ellos. Sin embargo, el problema es que puede provocar graves daños medioambientales, por lo que la gente está buscando nuevas formas de reciclar sus neumáticos usados. </a:t>
            </a:r>
            <a:endParaRPr lang="es-MX" sz="1100" dirty="0">
              <a:latin typeface="Arial"/>
              <a:cs typeface="Calibri"/>
            </a:endParaRPr>
          </a:p>
        </p:txBody>
      </p:sp>
      <p:pic>
        <p:nvPicPr>
          <p:cNvPr id="5" name="Picture 4" descr="Bombilla en fondo amarillo con rayos de luz y cable pintados">
            <a:extLst>
              <a:ext uri="{FF2B5EF4-FFF2-40B4-BE49-F238E27FC236}">
                <a16:creationId xmlns:a16="http://schemas.microsoft.com/office/drawing/2014/main" id="{79E2A898-8D17-D741-2840-21CCA5A2B92F}"/>
              </a:ext>
            </a:extLst>
          </p:cNvPr>
          <p:cNvPicPr>
            <a:picLocks noChangeAspect="1"/>
          </p:cNvPicPr>
          <p:nvPr/>
        </p:nvPicPr>
        <p:blipFill rotWithShape="1">
          <a:blip r:embed="rId2"/>
          <a:srcRect l="40835" r="-3" b="-3"/>
          <a:stretch/>
        </p:blipFill>
        <p:spPr>
          <a:xfrm>
            <a:off x="7675658" y="2093976"/>
            <a:ext cx="3941064" cy="4096512"/>
          </a:xfrm>
          <a:prstGeom prst="rect">
            <a:avLst/>
          </a:prstGeom>
        </p:spPr>
      </p:pic>
    </p:spTree>
    <p:extLst>
      <p:ext uri="{BB962C8B-B14F-4D97-AF65-F5344CB8AC3E}">
        <p14:creationId xmlns:p14="http://schemas.microsoft.com/office/powerpoint/2010/main" val="1798630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60B9018-7371-D8BD-FC82-3DA6001B88C8}"/>
              </a:ext>
            </a:extLst>
          </p:cNvPr>
          <p:cNvSpPr>
            <a:spLocks noGrp="1"/>
          </p:cNvSpPr>
          <p:nvPr>
            <p:ph type="title"/>
          </p:nvPr>
        </p:nvSpPr>
        <p:spPr>
          <a:xfrm>
            <a:off x="838200" y="365125"/>
            <a:ext cx="10515600" cy="930452"/>
          </a:xfrm>
        </p:spPr>
        <p:txBody>
          <a:bodyPr>
            <a:normAutofit/>
          </a:bodyPr>
          <a:lstStyle/>
          <a:p>
            <a:r>
              <a:rPr lang="es-MX" dirty="0">
                <a:cs typeface="Calibri Light"/>
              </a:rPr>
              <a:t>Tema de investigación</a:t>
            </a:r>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3B7468E-1952-C02C-B50C-0E502430C62A}"/>
              </a:ext>
            </a:extLst>
          </p:cNvPr>
          <p:cNvSpPr>
            <a:spLocks noGrp="1"/>
          </p:cNvSpPr>
          <p:nvPr>
            <p:ph idx="1"/>
          </p:nvPr>
        </p:nvSpPr>
        <p:spPr>
          <a:xfrm>
            <a:off x="344312" y="1717717"/>
            <a:ext cx="11489265" cy="4251960"/>
          </a:xfrm>
        </p:spPr>
        <p:txBody>
          <a:bodyPr vert="horz" lIns="91440" tIns="45720" rIns="91440" bIns="45720" rtlCol="0" anchor="t">
            <a:normAutofit/>
          </a:bodyPr>
          <a:lstStyle/>
          <a:p>
            <a:pPr algn="just">
              <a:lnSpc>
                <a:spcPct val="150000"/>
              </a:lnSpc>
            </a:pPr>
            <a:r>
              <a:rPr lang="es-MX" sz="1100" dirty="0">
                <a:latin typeface="Arial"/>
                <a:cs typeface="Calibri"/>
              </a:rPr>
              <a:t>La cantidad de contaminación que causan los neumáticos desechados es muy masiva, solo en chile se desechan 6,6 millones de neumáticos cada año, lo que equivale a 180 mil toneladas, de los cuales solo un 17% se maneja de forma ambientalmente racional, el resto termina siendo depositada ilegalmente en basureros y vertederos clandestinos. </a:t>
            </a:r>
            <a:r>
              <a:rPr lang="es-MX" sz="1100" dirty="0">
                <a:latin typeface="Arial"/>
                <a:ea typeface="+mn-lt"/>
                <a:cs typeface="+mn-lt"/>
              </a:rPr>
              <a:t>Dependiendo del tipo, uso y cuidado, la vida útil de un neumático está entre los 40.000 y 50.000 kilómetros. A nivel mundial se fabrican 1.000 millones de neumáticos al año y existen 4.000 millones en vertederos.</a:t>
            </a:r>
            <a:endParaRPr lang="es-MX" sz="1100" dirty="0">
              <a:latin typeface="Arial"/>
              <a:ea typeface="Calibri" panose="020F0502020204030204"/>
              <a:cs typeface="Calibri" panose="020F0502020204030204"/>
            </a:endParaRPr>
          </a:p>
          <a:p>
            <a:pPr algn="just">
              <a:lnSpc>
                <a:spcPct val="150000"/>
              </a:lnSpc>
            </a:pPr>
            <a:r>
              <a:rPr lang="es-MX" sz="1100" dirty="0">
                <a:latin typeface="Arial"/>
                <a:ea typeface="+mn-lt"/>
                <a:cs typeface="+mn-lt"/>
              </a:rPr>
              <a:t>Los neumáticos son difíciles de descomponer. Están compuestos de caucho, acero, fibra textil y químicos y aceites minerales como sulfuro, oxido de zinc y negro de carbón. El caucho es un material que está fabricado en un 70% de petróleo. Además, en este caso se somete a un proceso químico de vulcanización para conferirle mayor resistencia y durabilidad. Por este mismo motivo, son tan difíciles de descomponer y reciclar.</a:t>
            </a:r>
            <a:endParaRPr lang="es-MX" sz="1100">
              <a:latin typeface="Arial"/>
              <a:ea typeface="Calibri"/>
              <a:cs typeface="Calibri"/>
            </a:endParaRPr>
          </a:p>
          <a:p>
            <a:pPr algn="just">
              <a:lnSpc>
                <a:spcPct val="150000"/>
              </a:lnSpc>
            </a:pPr>
            <a:r>
              <a:rPr lang="es-MX" sz="1100" dirty="0">
                <a:latin typeface="Arial"/>
                <a:ea typeface="+mn-lt"/>
                <a:cs typeface="+mn-lt"/>
              </a:rPr>
              <a:t>Ocupan grandes espacios en vertederos. Los neumáticos son voluminosos y pesados, además su producción es alta. Según datos de la UE, la producción global de neumáticos es de cerca de 1,6 mil millones al año, y cada año, casi el mismo número de neumáticos usados se desecha.</a:t>
            </a:r>
            <a:endParaRPr lang="es-MX" sz="1100" dirty="0">
              <a:latin typeface="Arial"/>
              <a:ea typeface="Calibri"/>
              <a:cs typeface="Calibri"/>
            </a:endParaRPr>
          </a:p>
          <a:p>
            <a:pPr algn="just">
              <a:lnSpc>
                <a:spcPct val="150000"/>
              </a:lnSpc>
            </a:pPr>
            <a:r>
              <a:rPr lang="es-MX" sz="1100" dirty="0">
                <a:latin typeface="Arial"/>
                <a:ea typeface="+mn-lt"/>
                <a:cs typeface="+mn-lt"/>
              </a:rPr>
              <a:t>Son difíciles de extinguir en caso de incendio. Como se ha mencionado anteriormente, el caucho ha sido tratado para hacerlo más resistente. De este modo, su poder calorífico aumenta y en caso de combustión, es capaz de arder por más tiempo. Por este motivo, la presencia de neumáticos dificulta las labores de extinción en caso de incendio.</a:t>
            </a:r>
            <a:endParaRPr lang="es-MX" sz="1100">
              <a:latin typeface="Arial"/>
              <a:cs typeface="Arial"/>
            </a:endParaRPr>
          </a:p>
          <a:p>
            <a:pPr algn="just">
              <a:lnSpc>
                <a:spcPct val="150000"/>
              </a:lnSpc>
            </a:pPr>
            <a:r>
              <a:rPr lang="es-MX" sz="1100" dirty="0">
                <a:latin typeface="Arial"/>
                <a:ea typeface="+mn-lt"/>
                <a:cs typeface="+mn-lt"/>
              </a:rPr>
              <a:t>Acumulan gases, lixiviados y plagas. En los vertederos, los metales pesados y compuestos químicos que forman los neumáticos se desprenden y se mezclan con otros líquidos dando lugar a lodos tóxicos y lixiviados. Estos lixiviados contienen sustancias perjudiciales y carcinógenas que, filtradas, contaminan suelos, acuíferos, largos y fauna.</a:t>
            </a:r>
            <a:endParaRPr lang="es-MX" sz="1100" dirty="0">
              <a:latin typeface="Arial"/>
              <a:cs typeface="Arial"/>
            </a:endParaRPr>
          </a:p>
          <a:p>
            <a:pPr algn="just">
              <a:lnSpc>
                <a:spcPct val="150000"/>
              </a:lnSpc>
            </a:pPr>
            <a:endParaRPr lang="es-MX" sz="1100" dirty="0">
              <a:latin typeface="Arial"/>
              <a:ea typeface="Calibri"/>
              <a:cs typeface="Calibri"/>
            </a:endParaRPr>
          </a:p>
          <a:p>
            <a:pPr algn="just">
              <a:lnSpc>
                <a:spcPct val="150000"/>
              </a:lnSpc>
            </a:pPr>
            <a:endParaRPr lang="es-MX" sz="1100">
              <a:latin typeface="Arial"/>
              <a:ea typeface="Calibri"/>
              <a:cs typeface="Calibri"/>
            </a:endParaRPr>
          </a:p>
          <a:p>
            <a:endParaRPr lang="es-MX" sz="2200" dirty="0">
              <a:latin typeface="Arial"/>
              <a:cs typeface="Calibri"/>
            </a:endParaRPr>
          </a:p>
        </p:txBody>
      </p:sp>
    </p:spTree>
    <p:extLst>
      <p:ext uri="{BB962C8B-B14F-4D97-AF65-F5344CB8AC3E}">
        <p14:creationId xmlns:p14="http://schemas.microsoft.com/office/powerpoint/2010/main" val="2111386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879F51B-C5DF-BF79-A336-23A907B5ACF1}"/>
              </a:ext>
            </a:extLst>
          </p:cNvPr>
          <p:cNvSpPr>
            <a:spLocks noGrp="1"/>
          </p:cNvSpPr>
          <p:nvPr>
            <p:ph type="title"/>
          </p:nvPr>
        </p:nvSpPr>
        <p:spPr>
          <a:xfrm>
            <a:off x="761803" y="350196"/>
            <a:ext cx="4646904" cy="1624520"/>
          </a:xfrm>
        </p:spPr>
        <p:txBody>
          <a:bodyPr anchor="ctr">
            <a:normAutofit/>
          </a:bodyPr>
          <a:lstStyle/>
          <a:p>
            <a:r>
              <a:rPr lang="es-MX" sz="4000">
                <a:cs typeface="Calibri Light"/>
              </a:rPr>
              <a:t>Objetivo y preguntas</a:t>
            </a:r>
            <a:endParaRPr lang="es-MX" sz="4000"/>
          </a:p>
        </p:txBody>
      </p:sp>
      <p:graphicFrame>
        <p:nvGraphicFramePr>
          <p:cNvPr id="13" name="Marcador de contenido 2">
            <a:extLst>
              <a:ext uri="{FF2B5EF4-FFF2-40B4-BE49-F238E27FC236}">
                <a16:creationId xmlns:a16="http://schemas.microsoft.com/office/drawing/2014/main" id="{EA9AA3FD-A032-49E6-C944-BCA9FBD7F967}"/>
              </a:ext>
            </a:extLst>
          </p:cNvPr>
          <p:cNvGraphicFramePr>
            <a:graphicFrameLocks noGrp="1"/>
          </p:cNvGraphicFramePr>
          <p:nvPr>
            <p:ph idx="1"/>
            <p:extLst>
              <p:ext uri="{D42A27DB-BD31-4B8C-83A1-F6EECF244321}">
                <p14:modId xmlns:p14="http://schemas.microsoft.com/office/powerpoint/2010/main" val="2759404017"/>
              </p:ext>
            </p:extLst>
          </p:nvPr>
        </p:nvGraphicFramePr>
        <p:xfrm>
          <a:off x="846469" y="2430360"/>
          <a:ext cx="5479459" cy="39259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4" descr="Neumáticos pintados de rojo">
            <a:extLst>
              <a:ext uri="{FF2B5EF4-FFF2-40B4-BE49-F238E27FC236}">
                <a16:creationId xmlns:a16="http://schemas.microsoft.com/office/drawing/2014/main" id="{C9CB7083-CDB3-11AC-C547-2F0E93B39456}"/>
              </a:ext>
            </a:extLst>
          </p:cNvPr>
          <p:cNvPicPr>
            <a:picLocks noChangeAspect="1"/>
          </p:cNvPicPr>
          <p:nvPr/>
        </p:nvPicPr>
        <p:blipFill rotWithShape="1">
          <a:blip r:embed="rId7"/>
          <a:srcRect l="23583" r="17104" b="-3"/>
          <a:stretch/>
        </p:blipFill>
        <p:spPr>
          <a:xfrm>
            <a:off x="7732888" y="1"/>
            <a:ext cx="4465937" cy="6858000"/>
          </a:xfrm>
          <a:prstGeom prst="rect">
            <a:avLst/>
          </a:prstGeom>
        </p:spPr>
      </p:pic>
    </p:spTree>
    <p:extLst>
      <p:ext uri="{BB962C8B-B14F-4D97-AF65-F5344CB8AC3E}">
        <p14:creationId xmlns:p14="http://schemas.microsoft.com/office/powerpoint/2010/main" val="82639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1D6EA09-633A-481C-2011-F1F46E5B9763}"/>
              </a:ext>
            </a:extLst>
          </p:cNvPr>
          <p:cNvSpPr>
            <a:spLocks noGrp="1"/>
          </p:cNvSpPr>
          <p:nvPr>
            <p:ph type="title"/>
          </p:nvPr>
        </p:nvSpPr>
        <p:spPr>
          <a:xfrm>
            <a:off x="838200" y="365125"/>
            <a:ext cx="10515600" cy="1325563"/>
          </a:xfrm>
        </p:spPr>
        <p:txBody>
          <a:bodyPr>
            <a:normAutofit/>
          </a:bodyPr>
          <a:lstStyle/>
          <a:p>
            <a:r>
              <a:rPr lang="es-MX" sz="5400">
                <a:cs typeface="Calibri Light"/>
              </a:rPr>
              <a:t>Temas iniciales</a:t>
            </a:r>
          </a:p>
        </p:txBody>
      </p:sp>
      <p:sp>
        <p:nvSpPr>
          <p:cNvPr id="1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40F1DD6-CFFF-24F4-406A-73A15E557BC8}"/>
              </a:ext>
            </a:extLst>
          </p:cNvPr>
          <p:cNvSpPr>
            <a:spLocks noGrp="1"/>
          </p:cNvSpPr>
          <p:nvPr>
            <p:ph idx="1"/>
          </p:nvPr>
        </p:nvSpPr>
        <p:spPr>
          <a:xfrm>
            <a:off x="838200" y="1929384"/>
            <a:ext cx="10515600" cy="4251960"/>
          </a:xfrm>
        </p:spPr>
        <p:txBody>
          <a:bodyPr vert="horz" lIns="91440" tIns="45720" rIns="91440" bIns="45720" rtlCol="0" anchor="t">
            <a:normAutofit/>
          </a:bodyPr>
          <a:lstStyle/>
          <a:p>
            <a:pPr algn="just"/>
            <a:r>
              <a:rPr lang="es-MX" sz="2000" dirty="0">
                <a:latin typeface="Arial"/>
                <a:cs typeface="Calibri"/>
              </a:rPr>
              <a:t>Los temas iniciales son:</a:t>
            </a:r>
            <a:endParaRPr lang="es-MX">
              <a:ea typeface="Calibri" panose="020F0502020204030204"/>
              <a:cs typeface="Calibri" panose="020F0502020204030204"/>
            </a:endParaRPr>
          </a:p>
          <a:p>
            <a:pPr marL="457200" lvl="1" indent="0" algn="just">
              <a:buNone/>
            </a:pPr>
            <a:r>
              <a:rPr lang="es-MX" sz="2000" dirty="0">
                <a:latin typeface="Arial"/>
                <a:cs typeface="Calibri"/>
              </a:rPr>
              <a:t>La cantidad de contaminación que se genera.</a:t>
            </a:r>
          </a:p>
          <a:p>
            <a:pPr marL="457200" lvl="1" indent="0" algn="just">
              <a:buNone/>
            </a:pPr>
            <a:r>
              <a:rPr lang="es-MX" sz="2000" dirty="0">
                <a:latin typeface="Arial"/>
                <a:cs typeface="Calibri"/>
              </a:rPr>
              <a:t>Los usos que se le pueden dar a los neumáticos.</a:t>
            </a:r>
          </a:p>
          <a:p>
            <a:pPr marL="457200" lvl="1" indent="0" algn="just">
              <a:buNone/>
            </a:pPr>
            <a:r>
              <a:rPr lang="es-MX" sz="2000" dirty="0">
                <a:latin typeface="Arial"/>
                <a:cs typeface="Calibri"/>
              </a:rPr>
              <a:t>El alcance y la influencia que puede llegar a tener.</a:t>
            </a:r>
          </a:p>
          <a:p>
            <a:pPr marL="457200" lvl="1" indent="0" algn="just">
              <a:buNone/>
            </a:pPr>
            <a:r>
              <a:rPr lang="es-MX" sz="2000" dirty="0">
                <a:latin typeface="Arial"/>
                <a:cs typeface="Calibri"/>
              </a:rPr>
              <a:t>De qué manera se puede hacer o lograr.</a:t>
            </a:r>
          </a:p>
        </p:txBody>
      </p:sp>
    </p:spTree>
    <p:extLst>
      <p:ext uri="{BB962C8B-B14F-4D97-AF65-F5344CB8AC3E}">
        <p14:creationId xmlns:p14="http://schemas.microsoft.com/office/powerpoint/2010/main" val="2070338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E0D491A-EBCD-1A13-EB3A-F3CC34D05FCE}"/>
              </a:ext>
            </a:extLst>
          </p:cNvPr>
          <p:cNvSpPr>
            <a:spLocks noGrp="1"/>
          </p:cNvSpPr>
          <p:nvPr>
            <p:ph type="title"/>
          </p:nvPr>
        </p:nvSpPr>
        <p:spPr>
          <a:xfrm>
            <a:off x="838200" y="365125"/>
            <a:ext cx="10515600" cy="1325563"/>
          </a:xfrm>
        </p:spPr>
        <p:txBody>
          <a:bodyPr>
            <a:normAutofit/>
          </a:bodyPr>
          <a:lstStyle/>
          <a:p>
            <a:r>
              <a:rPr lang="es-MX" sz="5400">
                <a:cs typeface="Calibri Light"/>
              </a:rPr>
              <a:t>Cronograma y materiales a utilizar</a:t>
            </a:r>
            <a:endParaRPr lang="es-MX" sz="5400">
              <a:ea typeface="Calibri Light"/>
              <a:cs typeface="Calibri Light"/>
            </a:endParaRPr>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006D4A0-B4AE-9BF2-8409-073734FE793C}"/>
              </a:ext>
            </a:extLst>
          </p:cNvPr>
          <p:cNvSpPr>
            <a:spLocks noGrp="1"/>
          </p:cNvSpPr>
          <p:nvPr>
            <p:ph idx="1"/>
          </p:nvPr>
        </p:nvSpPr>
        <p:spPr>
          <a:xfrm>
            <a:off x="838200" y="1929384"/>
            <a:ext cx="10515600" cy="4251960"/>
          </a:xfrm>
        </p:spPr>
        <p:txBody>
          <a:bodyPr vert="horz" lIns="91440" tIns="45720" rIns="91440" bIns="45720" rtlCol="0" anchor="t">
            <a:normAutofit/>
          </a:bodyPr>
          <a:lstStyle/>
          <a:p>
            <a:pPr algn="just">
              <a:lnSpc>
                <a:spcPct val="150000"/>
              </a:lnSpc>
            </a:pPr>
            <a:r>
              <a:rPr lang="es-MX" sz="1100" dirty="0">
                <a:latin typeface="Arial"/>
                <a:ea typeface="Calibri"/>
                <a:cs typeface="Calibri"/>
              </a:rPr>
              <a:t>Para nuestro proyecto buscaremos un lugar estratégico para que se puedan ir a dejar todos los neumáticos fuera de uso, de esta forma se evitara que terminen en lugares que contaminen. Nosotros los tendremos y les daremos usos tanto artesanales, como industriales, estos neumáticos pueden llevarse a plantas de reciclaje, procesarlos y con el material construir nuevos caminos, lugares de uso recreativo, etc.</a:t>
            </a:r>
          </a:p>
          <a:p>
            <a:pPr algn="just">
              <a:lnSpc>
                <a:spcPct val="150000"/>
              </a:lnSpc>
            </a:pPr>
            <a:r>
              <a:rPr lang="es-MX" sz="1100" dirty="0">
                <a:latin typeface="Arial"/>
                <a:ea typeface="Calibri"/>
                <a:cs typeface="Calibri"/>
              </a:rPr>
              <a:t>Este proceso le tomara tiempo, para buscar el lugar y un factor muy importante es que las personas también tomen conciencia sobre lo perjudicial que es un simple cambio de neumáticos. </a:t>
            </a:r>
          </a:p>
          <a:p>
            <a:pPr algn="just">
              <a:lnSpc>
                <a:spcPct val="150000"/>
              </a:lnSpc>
            </a:pPr>
            <a:r>
              <a:rPr lang="es-MX" sz="1100" dirty="0">
                <a:latin typeface="Arial"/>
                <a:ea typeface="Calibri"/>
                <a:cs typeface="Calibri"/>
              </a:rPr>
              <a:t>Necesitaremos un recinto, herramientas, con el paso del tiempo tener contacto con alguna planta o centro de reciclaje especializado en neumáticos, esto para acelerar el reciclaje y evitar que el recinto complete su capacidad de espacio.</a:t>
            </a:r>
          </a:p>
          <a:p>
            <a:pPr algn="just">
              <a:lnSpc>
                <a:spcPct val="150000"/>
              </a:lnSpc>
            </a:pPr>
            <a:endParaRPr lang="es-MX" sz="1100" dirty="0">
              <a:latin typeface="Arial"/>
              <a:ea typeface="Calibri"/>
              <a:cs typeface="Calibri"/>
            </a:endParaRPr>
          </a:p>
        </p:txBody>
      </p:sp>
    </p:spTree>
    <p:extLst>
      <p:ext uri="{BB962C8B-B14F-4D97-AF65-F5344CB8AC3E}">
        <p14:creationId xmlns:p14="http://schemas.microsoft.com/office/powerpoint/2010/main" val="3571319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616BB96-0793-0B1E-25E9-0798336EFAD2}"/>
              </a:ext>
            </a:extLst>
          </p:cNvPr>
          <p:cNvSpPr>
            <a:spLocks noGrp="1"/>
          </p:cNvSpPr>
          <p:nvPr>
            <p:ph idx="1"/>
          </p:nvPr>
        </p:nvSpPr>
        <p:spPr>
          <a:xfrm>
            <a:off x="506896" y="125896"/>
            <a:ext cx="10515600" cy="6606208"/>
          </a:xfrm>
        </p:spPr>
        <p:txBody>
          <a:bodyPr vert="horz" lIns="91440" tIns="45720" rIns="91440" bIns="45720" rtlCol="0" anchor="t">
            <a:normAutofit/>
          </a:bodyPr>
          <a:lstStyle/>
          <a:p>
            <a:pPr algn="just">
              <a:lnSpc>
                <a:spcPct val="150000"/>
              </a:lnSpc>
            </a:pPr>
            <a:r>
              <a:rPr lang="es-MX" sz="1100" dirty="0">
                <a:latin typeface="Arial"/>
                <a:cs typeface="Arial"/>
              </a:rPr>
              <a:t>A continuación, mostraremos un gráfico el cual nosotros aspiramos a seguir, lo cual muestra un aumento muy positivo con el tema de la reutilización de los neumáticos ya que hasta ahora solo el 17% de todos los neumáticos desechados está siendo reutilizados de una buena forma. </a:t>
            </a:r>
            <a:endParaRPr lang="es-MX" sz="1100" dirty="0">
              <a:latin typeface="Arial" panose="020B0604020202020204" pitchFamily="34" charset="0"/>
              <a:cs typeface="Arial" panose="020B0604020202020204" pitchFamily="34" charset="0"/>
            </a:endParaRPr>
          </a:p>
          <a:p>
            <a:pPr algn="just">
              <a:lnSpc>
                <a:spcPct val="150000"/>
              </a:lnSpc>
            </a:pPr>
            <a:r>
              <a:rPr lang="es-MX" sz="1100" dirty="0">
                <a:latin typeface="Arial"/>
                <a:cs typeface="Arial"/>
              </a:rPr>
              <a:t>La expresión encontrada es: x^(2)+1+17 en el cual ¨x¨ representa a los Años.</a:t>
            </a:r>
          </a:p>
          <a:p>
            <a:pPr algn="just">
              <a:lnSpc>
                <a:spcPct val="150000"/>
              </a:lnSpc>
            </a:pPr>
            <a:r>
              <a:rPr lang="es-MX" sz="1100" dirty="0">
                <a:latin typeface="Arial"/>
                <a:cs typeface="Arial"/>
              </a:rPr>
              <a:t>El eje x representara a los años</a:t>
            </a:r>
          </a:p>
          <a:p>
            <a:pPr algn="just">
              <a:lnSpc>
                <a:spcPct val="150000"/>
              </a:lnSpc>
            </a:pPr>
            <a:r>
              <a:rPr lang="es-MX" sz="1100" dirty="0">
                <a:latin typeface="Arial"/>
                <a:cs typeface="Arial"/>
              </a:rPr>
              <a:t>El eje y representara a el porcentaje que se reutilizara de neumáticos</a:t>
            </a:r>
            <a:endParaRPr lang="es-CL" sz="1100" dirty="0">
              <a:latin typeface="Arial"/>
              <a:cs typeface="Arial"/>
            </a:endParaRPr>
          </a:p>
        </p:txBody>
      </p:sp>
      <p:pic>
        <p:nvPicPr>
          <p:cNvPr id="10" name="Imagen 9">
            <a:extLst>
              <a:ext uri="{FF2B5EF4-FFF2-40B4-BE49-F238E27FC236}">
                <a16:creationId xmlns:a16="http://schemas.microsoft.com/office/drawing/2014/main" id="{F6EEF2F2-F5F2-0C15-E38E-212D4A5CBFF0}"/>
              </a:ext>
            </a:extLst>
          </p:cNvPr>
          <p:cNvPicPr>
            <a:picLocks noChangeAspect="1"/>
          </p:cNvPicPr>
          <p:nvPr/>
        </p:nvPicPr>
        <p:blipFill>
          <a:blip r:embed="rId2"/>
          <a:stretch>
            <a:fillRect/>
          </a:stretch>
        </p:blipFill>
        <p:spPr>
          <a:xfrm>
            <a:off x="2375276" y="2329547"/>
            <a:ext cx="6778840" cy="4102246"/>
          </a:xfrm>
          <a:prstGeom prst="rect">
            <a:avLst/>
          </a:prstGeom>
        </p:spPr>
      </p:pic>
    </p:spTree>
    <p:extLst>
      <p:ext uri="{BB962C8B-B14F-4D97-AF65-F5344CB8AC3E}">
        <p14:creationId xmlns:p14="http://schemas.microsoft.com/office/powerpoint/2010/main" val="2527955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15">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Freeform: Shape 17">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Freeform: Shape 19">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7FF9DCAE-F80C-1A00-A05F-BD5C51471AE1}"/>
              </a:ext>
            </a:extLst>
          </p:cNvPr>
          <p:cNvSpPr>
            <a:spLocks noGrp="1"/>
          </p:cNvSpPr>
          <p:nvPr>
            <p:ph type="title"/>
          </p:nvPr>
        </p:nvSpPr>
        <p:spPr>
          <a:xfrm>
            <a:off x="621792" y="1161288"/>
            <a:ext cx="3602736" cy="4526280"/>
          </a:xfrm>
        </p:spPr>
        <p:txBody>
          <a:bodyPr>
            <a:normAutofit/>
          </a:bodyPr>
          <a:lstStyle/>
          <a:p>
            <a:r>
              <a:rPr lang="es-MX" sz="4000">
                <a:ea typeface="Calibri Light"/>
                <a:cs typeface="Calibri Light"/>
              </a:rPr>
              <a:t>¿En qué se puede reutilizar un neumático de manera industrial?</a:t>
            </a:r>
            <a:endParaRPr lang="es-MX" sz="4000"/>
          </a:p>
        </p:txBody>
      </p:sp>
      <p:sp>
        <p:nvSpPr>
          <p:cNvPr id="27" name="Rectangle 21">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8" name="Marcador de contenido 2">
            <a:extLst>
              <a:ext uri="{FF2B5EF4-FFF2-40B4-BE49-F238E27FC236}">
                <a16:creationId xmlns:a16="http://schemas.microsoft.com/office/drawing/2014/main" id="{650F3BD2-6BB2-C148-FD2F-008E79B9E7AB}"/>
              </a:ext>
            </a:extLst>
          </p:cNvPr>
          <p:cNvGraphicFramePr>
            <a:graphicFrameLocks noGrp="1"/>
          </p:cNvGraphicFramePr>
          <p:nvPr>
            <p:ph idx="1"/>
            <p:extLst>
              <p:ext uri="{D42A27DB-BD31-4B8C-83A1-F6EECF244321}">
                <p14:modId xmlns:p14="http://schemas.microsoft.com/office/powerpoint/2010/main" val="1491082816"/>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4438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E1C073-6C6C-3131-120B-F0811543B21D}"/>
              </a:ext>
            </a:extLst>
          </p:cNvPr>
          <p:cNvSpPr>
            <a:spLocks noGrp="1"/>
          </p:cNvSpPr>
          <p:nvPr>
            <p:ph type="title"/>
          </p:nvPr>
        </p:nvSpPr>
        <p:spPr>
          <a:xfrm>
            <a:off x="838200" y="365125"/>
            <a:ext cx="10515600" cy="944564"/>
          </a:xfrm>
        </p:spPr>
        <p:txBody>
          <a:bodyPr>
            <a:normAutofit/>
          </a:bodyPr>
          <a:lstStyle/>
          <a:p>
            <a:endParaRPr lang="es-MX" sz="5400"/>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044A8F2-D402-61A2-AE1F-986B08165E79}"/>
              </a:ext>
            </a:extLst>
          </p:cNvPr>
          <p:cNvSpPr>
            <a:spLocks noGrp="1"/>
          </p:cNvSpPr>
          <p:nvPr>
            <p:ph idx="1"/>
          </p:nvPr>
        </p:nvSpPr>
        <p:spPr>
          <a:xfrm>
            <a:off x="301979" y="1689495"/>
            <a:ext cx="11461042" cy="4237849"/>
          </a:xfrm>
        </p:spPr>
        <p:txBody>
          <a:bodyPr vert="horz" lIns="91440" tIns="45720" rIns="91440" bIns="45720" rtlCol="0" anchor="t">
            <a:noAutofit/>
          </a:bodyPr>
          <a:lstStyle/>
          <a:p>
            <a:pPr marL="0" indent="0" algn="just">
              <a:lnSpc>
                <a:spcPct val="150000"/>
              </a:lnSpc>
              <a:buNone/>
            </a:pPr>
            <a:r>
              <a:rPr lang="es-MX" sz="1200" dirty="0">
                <a:ea typeface="+mn-lt"/>
                <a:cs typeface="+mn-lt"/>
              </a:rPr>
              <a:t>El caucho reciclado procedente de neumáticos fuera de uso tiene aplicación en numerosos productos y servicios ecológicos que ofrecen nuevas alternativas dentro de la industria, la construcción, el deporte, la agricultura, la ganadería, la decoración, las infraestructuras…etc. De la mano de los últimos avances tecnológicos, este caucho triturado, granulado o en forma de polvo se reutiliza en una lista inacabable de nuevos usos que ofrecen grandes ventajas en términos ambientales y económicos.</a:t>
            </a:r>
          </a:p>
          <a:p>
            <a:pPr marL="0" indent="0" algn="just">
              <a:lnSpc>
                <a:spcPct val="150000"/>
              </a:lnSpc>
              <a:buNone/>
            </a:pPr>
            <a:r>
              <a:rPr lang="es-MX" sz="1200" dirty="0">
                <a:ea typeface="+mn-lt"/>
                <a:cs typeface="+mn-lt"/>
              </a:rPr>
              <a:t>Entre otros usos, el granulado de goma se utiliza para el asfaltado de carreteras más seguras, silenciosas y duraderas, losetas de seguridad absorbe impactos, pavimentos para parques infantiles, canchas deportivas, césped artificial e incluso tejados para viviendas. Otros usos más recientes y muy interesantes del caucho son la obtención de eco-combustible a través de la Pirólisis. Este es uno de los procedimientos actuales más ecosostenibles para convertir los neumáticos, no sólo en combustibles alternativos, sino para transformarlos también en energía y productos petroquímicos de alto valor añadido.</a:t>
            </a:r>
          </a:p>
          <a:p>
            <a:pPr marL="0" indent="0" algn="just">
              <a:lnSpc>
                <a:spcPct val="150000"/>
              </a:lnSpc>
              <a:buNone/>
            </a:pPr>
            <a:r>
              <a:rPr lang="es-MX" sz="1200" dirty="0">
                <a:ea typeface="+mn-lt"/>
                <a:cs typeface="+mn-lt"/>
              </a:rPr>
              <a:t>Pero de los neumáticos no sólo se recicla el caucho, su acero que es de alta calidad también se recupera y una vez limpio, es demandado por la industria siderúrgica como materia prima para la producción de acero nuevo. Y, por último, la fibra textil que, si bien actualmente su destino principal es la valorización energética, mediante su transformación en un combustible sólido recuperado en la industria cementera, también encuentra algunas aplicaciones en la producción de materiales aislantes y elementos de construcción.</a:t>
            </a:r>
            <a:endParaRPr lang="es-MX" sz="1200" dirty="0">
              <a:latin typeface="Calibri" panose="020F0502020204030204"/>
              <a:ea typeface="Calibri"/>
              <a:cs typeface="Calibri" panose="020F0502020204030204"/>
            </a:endParaRPr>
          </a:p>
          <a:p>
            <a:pPr marL="0" indent="0" algn="just">
              <a:lnSpc>
                <a:spcPct val="150000"/>
              </a:lnSpc>
              <a:buNone/>
            </a:pPr>
            <a:r>
              <a:rPr lang="es-MX" sz="1200" dirty="0">
                <a:latin typeface="Arial"/>
                <a:ea typeface="Calibri"/>
                <a:cs typeface="Arial"/>
              </a:rPr>
              <a:t>El impacto del reciclaje de neumáticos es algo no menor que se debe tener en cuenta, esto traería muchos beneficios al lograr descontaminar algunos sectores por culpa de neumáticos. Algunos de estos impactos positivos y beneficios son:</a:t>
            </a:r>
            <a:endParaRPr lang="es-MX" sz="1200">
              <a:latin typeface="Calibri" panose="020F0502020204030204"/>
              <a:ea typeface="Calibri"/>
              <a:cs typeface="Calibri" panose="020F0502020204030204"/>
            </a:endParaRPr>
          </a:p>
          <a:p>
            <a:pPr marL="457200" lvl="1" indent="0" algn="just">
              <a:lnSpc>
                <a:spcPct val="150000"/>
              </a:lnSpc>
              <a:buNone/>
            </a:pPr>
            <a:r>
              <a:rPr lang="es-MX" sz="1200" dirty="0">
                <a:latin typeface="Arial"/>
                <a:ea typeface="Calibri"/>
                <a:cs typeface="Arial"/>
              </a:rPr>
              <a:t>Ahorro de energía, ahorro de agua, disminución de la explotación de recursos naturales, reducción de la huella de carbono, reducción de la contaminación del aire, se evita la contaminación del suelo,  se evita la contaminación en mares y océanos, se contribuye a la conservación de los bosques</a:t>
            </a:r>
            <a:endParaRPr lang="es-MX" sz="1200" dirty="0">
              <a:ea typeface="Calibri" panose="020F0502020204030204"/>
              <a:cs typeface="Calibri" panose="020F0502020204030204"/>
            </a:endParaRPr>
          </a:p>
          <a:p>
            <a:pPr marL="0" indent="0">
              <a:lnSpc>
                <a:spcPct val="150000"/>
              </a:lnSpc>
              <a:buNone/>
            </a:pPr>
            <a:endParaRPr lang="es-MX" sz="1400">
              <a:latin typeface="Calibri" panose="020F0502020204030204"/>
              <a:ea typeface="Calibri"/>
              <a:cs typeface="Calibri"/>
            </a:endParaRPr>
          </a:p>
        </p:txBody>
      </p:sp>
    </p:spTree>
    <p:extLst>
      <p:ext uri="{BB962C8B-B14F-4D97-AF65-F5344CB8AC3E}">
        <p14:creationId xmlns:p14="http://schemas.microsoft.com/office/powerpoint/2010/main" val="988669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FF0C981-C67E-6B7B-FFCB-406382189273}"/>
              </a:ext>
            </a:extLst>
          </p:cNvPr>
          <p:cNvSpPr>
            <a:spLocks noGrp="1"/>
          </p:cNvSpPr>
          <p:nvPr>
            <p:ph type="title"/>
          </p:nvPr>
        </p:nvSpPr>
        <p:spPr>
          <a:xfrm>
            <a:off x="630936" y="640080"/>
            <a:ext cx="4818888" cy="1481328"/>
          </a:xfrm>
        </p:spPr>
        <p:txBody>
          <a:bodyPr anchor="b">
            <a:normAutofit/>
          </a:bodyPr>
          <a:lstStyle/>
          <a:p>
            <a:r>
              <a:rPr lang="es-MX" sz="3400">
                <a:ea typeface="Calibri Light"/>
                <a:cs typeface="Calibri Light"/>
              </a:rPr>
              <a:t>¿De qué forma se puede reciclar un neumático?</a:t>
            </a:r>
            <a:endParaRPr lang="es-MX" sz="3400"/>
          </a:p>
        </p:txBody>
      </p:sp>
      <p:sp>
        <p:nvSpPr>
          <p:cNvPr id="2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089CEC7-448B-EA35-EA95-DD649C904474}"/>
              </a:ext>
            </a:extLst>
          </p:cNvPr>
          <p:cNvSpPr>
            <a:spLocks noGrp="1"/>
          </p:cNvSpPr>
          <p:nvPr>
            <p:ph idx="1"/>
          </p:nvPr>
        </p:nvSpPr>
        <p:spPr>
          <a:xfrm>
            <a:off x="645047" y="2660904"/>
            <a:ext cx="7274221" cy="3547872"/>
          </a:xfrm>
        </p:spPr>
        <p:txBody>
          <a:bodyPr vert="horz" lIns="91440" tIns="45720" rIns="91440" bIns="45720" rtlCol="0" anchor="t">
            <a:normAutofit/>
          </a:bodyPr>
          <a:lstStyle/>
          <a:p>
            <a:pPr algn="just">
              <a:lnSpc>
                <a:spcPct val="150000"/>
              </a:lnSpc>
            </a:pPr>
            <a:r>
              <a:rPr lang="es-MX" sz="1100" dirty="0">
                <a:latin typeface="Arial"/>
                <a:ea typeface="Calibri"/>
                <a:cs typeface="Calibri"/>
              </a:rPr>
              <a:t>Hay muchas formas actualmente para reciclar neumáticos, unas son formas caseras que cualquier persona con imaginación y herramientas puede hacer, o está la forma masiva e industrial. De forma casera se pueden realizar manualidades como asientos, maceteros, mesas de centros, columpios, etc.</a:t>
            </a:r>
            <a:endParaRPr lang="es-MX">
              <a:ea typeface="Calibri" panose="020F0502020204030204"/>
              <a:cs typeface="Calibri" panose="020F0502020204030204"/>
            </a:endParaRPr>
          </a:p>
          <a:p>
            <a:pPr algn="just">
              <a:lnSpc>
                <a:spcPct val="150000"/>
              </a:lnSpc>
            </a:pPr>
            <a:r>
              <a:rPr lang="es-MX" sz="1100" dirty="0">
                <a:solidFill>
                  <a:srgbClr val="222222"/>
                </a:solidFill>
                <a:latin typeface="Arial"/>
                <a:ea typeface="Verdana"/>
                <a:cs typeface="Calibri"/>
              </a:rPr>
              <a:t>Hoy existen tres plantas en operación que hacen una capacidad instalada de 25 a 30 mil toneladas por año en trituración mecánica de neumáticos fuera de uso y una sola de Pirolisis en Antofagasta, de capacidad de 15 mil toneladas año.</a:t>
            </a:r>
            <a:endParaRPr lang="es-MX" sz="1100" dirty="0">
              <a:latin typeface="Arial"/>
              <a:ea typeface="Calibri"/>
              <a:cs typeface="Calibri"/>
            </a:endParaRPr>
          </a:p>
          <a:p>
            <a:pPr algn="just">
              <a:lnSpc>
                <a:spcPct val="150000"/>
              </a:lnSpc>
            </a:pPr>
            <a:r>
              <a:rPr lang="es-MX" sz="1100" dirty="0">
                <a:latin typeface="Arial"/>
                <a:ea typeface="Calibri"/>
                <a:cs typeface="Calibri"/>
              </a:rPr>
              <a:t>Pero de forma industrializada es más masivo el reciclaje de neumáticos. Para dar detalles el proceso de reciclaje es el siguiente:</a:t>
            </a:r>
          </a:p>
          <a:p>
            <a:pPr lvl="1" algn="just">
              <a:lnSpc>
                <a:spcPct val="150000"/>
              </a:lnSpc>
              <a:buFont typeface="Courier New" panose="020B0604020202020204" pitchFamily="34" charset="0"/>
              <a:buChar char="o"/>
            </a:pPr>
            <a:r>
              <a:rPr lang="es-MX" sz="1100" dirty="0">
                <a:latin typeface="Arial"/>
                <a:ea typeface="Calibri"/>
                <a:cs typeface="Calibri"/>
              </a:rPr>
              <a:t>Trituración</a:t>
            </a:r>
          </a:p>
          <a:p>
            <a:pPr lvl="1" algn="just">
              <a:lnSpc>
                <a:spcPct val="150000"/>
              </a:lnSpc>
              <a:buFont typeface="Courier New" panose="020B0604020202020204" pitchFamily="34" charset="0"/>
              <a:buChar char="o"/>
            </a:pPr>
            <a:r>
              <a:rPr lang="es-MX" sz="1100" dirty="0">
                <a:latin typeface="Arial"/>
                <a:ea typeface="Calibri"/>
                <a:cs typeface="Calibri"/>
              </a:rPr>
              <a:t>Granulación</a:t>
            </a:r>
          </a:p>
          <a:p>
            <a:pPr lvl="1" algn="just">
              <a:lnSpc>
                <a:spcPct val="150000"/>
              </a:lnSpc>
              <a:buFont typeface="Courier New" panose="020B0604020202020204" pitchFamily="34" charset="0"/>
              <a:buChar char="o"/>
            </a:pPr>
            <a:r>
              <a:rPr lang="es-MX" sz="1100" dirty="0">
                <a:latin typeface="Arial"/>
                <a:ea typeface="Calibri"/>
                <a:cs typeface="Calibri"/>
              </a:rPr>
              <a:t>Separación de acero y fibra textil</a:t>
            </a:r>
          </a:p>
        </p:txBody>
      </p:sp>
      <p:pic>
        <p:nvPicPr>
          <p:cNvPr id="4" name="Imagen 3" descr="reciclajedeneumaticos.png">
            <a:extLst>
              <a:ext uri="{FF2B5EF4-FFF2-40B4-BE49-F238E27FC236}">
                <a16:creationId xmlns:a16="http://schemas.microsoft.com/office/drawing/2014/main" id="{DFFC7355-8A6E-17E6-A995-48B35F6222DD}"/>
              </a:ext>
            </a:extLst>
          </p:cNvPr>
          <p:cNvPicPr>
            <a:picLocks noChangeAspect="1"/>
          </p:cNvPicPr>
          <p:nvPr/>
        </p:nvPicPr>
        <p:blipFill>
          <a:blip r:embed="rId2"/>
          <a:stretch>
            <a:fillRect/>
          </a:stretch>
        </p:blipFill>
        <p:spPr>
          <a:xfrm>
            <a:off x="8102826" y="1769046"/>
            <a:ext cx="4019635" cy="3305796"/>
          </a:xfrm>
          <a:prstGeom prst="rect">
            <a:avLst/>
          </a:prstGeom>
        </p:spPr>
      </p:pic>
    </p:spTree>
    <p:extLst>
      <p:ext uri="{BB962C8B-B14F-4D97-AF65-F5344CB8AC3E}">
        <p14:creationId xmlns:p14="http://schemas.microsoft.com/office/powerpoint/2010/main" val="424347147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1439</Words>
  <Application>Microsoft Macintosh PowerPoint</Application>
  <PresentationFormat>Panorámica</PresentationFormat>
  <Paragraphs>54</Paragraphs>
  <Slides>10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Arial</vt:lpstr>
      <vt:lpstr>Calibri</vt:lpstr>
      <vt:lpstr>Calibri Light</vt:lpstr>
      <vt:lpstr>Courier New</vt:lpstr>
      <vt:lpstr>Verdana</vt:lpstr>
      <vt:lpstr>Tema de Office</vt:lpstr>
      <vt:lpstr>Reutilización de neumáticos</vt:lpstr>
      <vt:lpstr>Definición del proyecto</vt:lpstr>
      <vt:lpstr>Tema de investigación</vt:lpstr>
      <vt:lpstr>Objetivo y preguntas</vt:lpstr>
      <vt:lpstr>Temas iniciales</vt:lpstr>
      <vt:lpstr>Cronograma y materiales a utilizar</vt:lpstr>
      <vt:lpstr>Presentación de PowerPoint</vt:lpstr>
      <vt:lpstr>¿En qué se puede reutilizar un neumático de manera industrial?</vt:lpstr>
      <vt:lpstr>Presentación de PowerPoint</vt:lpstr>
      <vt:lpstr>¿De qué forma se puede reciclar un neumático?</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
  <cp:lastModifiedBy>LISSETTE ANDREA SALAMANCA MELLA</cp:lastModifiedBy>
  <cp:revision>659</cp:revision>
  <dcterms:created xsi:type="dcterms:W3CDTF">2023-11-18T01:30:06Z</dcterms:created>
  <dcterms:modified xsi:type="dcterms:W3CDTF">2023-12-14T12:39:37Z</dcterms:modified>
</cp:coreProperties>
</file>