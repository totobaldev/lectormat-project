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4"/>
  </p:sldMasterIdLst>
  <p:notesMasterIdLst>
    <p:notesMasterId r:id="rId15"/>
  </p:notesMasterIdLst>
  <p:sldIdLst>
    <p:sldId id="256" r:id="rId5"/>
    <p:sldId id="257" r:id="rId6"/>
    <p:sldId id="260" r:id="rId7"/>
    <p:sldId id="258" r:id="rId8"/>
    <p:sldId id="259" r:id="rId9"/>
    <p:sldId id="261" r:id="rId10"/>
    <p:sldId id="263" r:id="rId11"/>
    <p:sldId id="264" r:id="rId12"/>
    <p:sldId id="262" r:id="rId13"/>
    <p:sldId id="265"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6D6A02-F2B5-EE0C-922E-D78E0FF5186B}" name="RACHELLE ALHELI PEREZ BASCUR" initials="RP" userId="S::rachelle.perez@inacapmail.cl::219a0df4-2578-4deb-a922-c31ce5af8fa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9"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14" autoAdjust="0"/>
    <p:restoredTop sz="94984" autoAdjust="0"/>
  </p:normalViewPr>
  <p:slideViewPr>
    <p:cSldViewPr snapToGrid="0" snapToObjects="1">
      <p:cViewPr varScale="1">
        <p:scale>
          <a:sx n="104" d="100"/>
          <a:sy n="104" d="100"/>
        </p:scale>
        <p:origin x="472"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2T10:41:18.305" idx="1">
    <p:pos x="10" y="10"/>
    <p:text>agregar APA a las imágenes... además, el nombre del programa representado en cada imagen.</p:text>
    <p:extLst>
      <p:ext uri="{C676402C-5697-4E1C-873F-D02D1690AC5C}">
        <p15:threadingInfo xmlns:p15="http://schemas.microsoft.com/office/powerpoint/2012/main" timeZoneBias="180"/>
      </p:ext>
    </p:extLst>
  </p:cm>
  <p:cm authorId="1" dt="2023-12-12T10:42:55.083" idx="2">
    <p:pos x="10" y="146"/>
    <p:text>Creo que queda mas claro dar la descripción de forma individual en cada programa al lado de cada imagen.</p:text>
    <p:extLst>
      <p:ext uri="{C676402C-5697-4E1C-873F-D02D1690AC5C}">
        <p15:threadingInfo xmlns:p15="http://schemas.microsoft.com/office/powerpoint/2012/main" timeZoneBias="180">
          <p15:parentCm authorId="1" idx="1"/>
        </p15:threadingInfo>
      </p:ext>
    </p:extLst>
  </p:cm>
  <p:cm authorId="1" dt="2023-12-12T10:43:14.626" idx="3">
    <p:pos x="10" y="282"/>
    <p:text>está muy bien la descripción (para que se utiliza cada uno)</p:text>
    <p:extLst>
      <p:ext uri="{C676402C-5697-4E1C-873F-D02D1690AC5C}">
        <p15:threadingInfo xmlns:p15="http://schemas.microsoft.com/office/powerpoint/2012/main" timeZoneBias="180">
          <p15:parentCm authorId="1" idx="1"/>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2T10:44:38.675" idx="4">
    <p:pos x="4974" y="2452"/>
    <p:text>muy bien! mostrar la referencia y luego la conclusión respecto a su caso particular </p:text>
    <p:extLst>
      <p:ext uri="{C676402C-5697-4E1C-873F-D02D1690AC5C}">
        <p15:threadingInfo xmlns:p15="http://schemas.microsoft.com/office/powerpoint/2012/main" timeZoneBias="180"/>
      </p:ext>
    </p:extLst>
  </p:cm>
  <p:cm authorId="1" dt="2023-12-12T10:46:32.498" idx="5">
    <p:pos x="2382" y="3378"/>
    <p:text>muy bien!!!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2T10:47:11.793" idx="6">
    <p:pos x="5456" y="1463"/>
    <p:text>¿esto es parte de la referencia o medidas de su vehículo?</p:text>
    <p:extLst>
      <p:ext uri="{C676402C-5697-4E1C-873F-D02D1690AC5C}">
        <p15:threadingInfo xmlns:p15="http://schemas.microsoft.com/office/powerpoint/2012/main" timeZoneBias="180"/>
      </p:ext>
    </p:extLst>
  </p:cm>
  <p:cm authorId="1" dt="2023-12-12T10:48:12.559" idx="7">
    <p:pos x="5456" y="1599"/>
    <p:text>se repite la pregunta... y respuesta</p:text>
    <p:extLst>
      <p:ext uri="{C676402C-5697-4E1C-873F-D02D1690AC5C}">
        <p15:threadingInfo xmlns:p15="http://schemas.microsoft.com/office/powerpoint/2012/main" timeZoneBias="180">
          <p15:parentCm authorId="1" idx="6"/>
        </p15:threadingInfo>
      </p:ext>
    </p:extLst>
  </p:cm>
  <p:cm authorId="1" dt="2023-12-12T10:48:34.865" idx="8">
    <p:pos x="5760" y="51"/>
    <p:text>faltan cálculos asociados al vehículo que ustedes están "modificando" respecto a la compresión del motor, ya que hacen referencia a este cálculo.</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2T10:49:36.608" idx="9">
    <p:pos x="2296" y="763"/>
    <p:text>BITACORA</p:text>
    <p:extLst>
      <p:ext uri="{C676402C-5697-4E1C-873F-D02D1690AC5C}">
        <p15:threadingInfo xmlns:p15="http://schemas.microsoft.com/office/powerpoint/2012/main" timeZoneBias="180"/>
      </p:ext>
    </p:extLst>
  </p:cm>
</p:cmLst>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5B6C0C-C464-40D7-9084-A05BE5F9E18C}"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9B082E9-78ED-4093-8B23-E1A17BD177AA}">
      <dgm:prSet custT="1"/>
      <dgm:spPr/>
      <dgm:t>
        <a:bodyPr/>
        <a:lstStyle/>
        <a:p>
          <a:pPr>
            <a:lnSpc>
              <a:spcPct val="100000"/>
            </a:lnSpc>
          </a:pPr>
          <a:r>
            <a:rPr lang="en-US" sz="1200" dirty="0" err="1">
              <a:latin typeface="Times New Roman" panose="02020603050405020304" pitchFamily="18" charset="0"/>
              <a:cs typeface="Times New Roman" panose="02020603050405020304" pitchFamily="18" charset="0"/>
            </a:rPr>
            <a:t>Medir</a:t>
          </a:r>
          <a:r>
            <a:rPr lang="en-US" sz="1200" dirty="0">
              <a:latin typeface="Times New Roman" panose="02020603050405020304" pitchFamily="18" charset="0"/>
              <a:cs typeface="Times New Roman" panose="02020603050405020304" pitchFamily="18" charset="0"/>
            </a:rPr>
            <a:t> y </a:t>
          </a:r>
          <a:r>
            <a:rPr lang="en-US" sz="1200" dirty="0" err="1">
              <a:latin typeface="Times New Roman" panose="02020603050405020304" pitchFamily="18" charset="0"/>
              <a:cs typeface="Times New Roman" panose="02020603050405020304" pitchFamily="18" charset="0"/>
            </a:rPr>
            <a:t>calcular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fuerza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presión</a:t>
          </a:r>
          <a:r>
            <a:rPr lang="en-US" sz="1200" dirty="0">
              <a:latin typeface="Times New Roman" panose="02020603050405020304" pitchFamily="18" charset="0"/>
              <a:cs typeface="Times New Roman" panose="02020603050405020304" pitchFamily="18" charset="0"/>
            </a:rPr>
            <a:t> de la </a:t>
          </a:r>
          <a:r>
            <a:rPr lang="en-US" sz="1200" dirty="0" err="1">
              <a:latin typeface="Times New Roman" panose="02020603050405020304" pitchFamily="18" charset="0"/>
              <a:cs typeface="Times New Roman" panose="02020603050405020304" pitchFamily="18" charset="0"/>
            </a:rPr>
            <a:t>cámara</a:t>
          </a:r>
          <a:r>
            <a:rPr lang="en-US" sz="1200" dirty="0">
              <a:latin typeface="Times New Roman" panose="02020603050405020304" pitchFamily="18" charset="0"/>
              <a:cs typeface="Times New Roman" panose="02020603050405020304" pitchFamily="18" charset="0"/>
            </a:rPr>
            <a:t> de </a:t>
          </a:r>
          <a:r>
            <a:rPr lang="en-US" sz="1200" dirty="0" err="1">
              <a:latin typeface="Times New Roman" panose="02020603050405020304" pitchFamily="18" charset="0"/>
              <a:cs typeface="Times New Roman" panose="02020603050405020304" pitchFamily="18" charset="0"/>
            </a:rPr>
            <a:t>combustión</a:t>
          </a:r>
          <a:r>
            <a:rPr lang="en-US" sz="1200" dirty="0">
              <a:latin typeface="Times New Roman" panose="02020603050405020304" pitchFamily="18" charset="0"/>
              <a:cs typeface="Times New Roman" panose="02020603050405020304" pitchFamily="18" charset="0"/>
            </a:rPr>
            <a:t> del </a:t>
          </a:r>
          <a:r>
            <a:rPr lang="en-US" sz="1200" dirty="0" err="1">
              <a:latin typeface="Times New Roman" panose="02020603050405020304" pitchFamily="18" charset="0"/>
              <a:cs typeface="Times New Roman" panose="02020603050405020304" pitchFamily="18" charset="0"/>
            </a:rPr>
            <a:t>vehiculó</a:t>
          </a:r>
          <a:r>
            <a:rPr lang="en-US" sz="1200" dirty="0">
              <a:latin typeface="Times New Roman" panose="02020603050405020304" pitchFamily="18" charset="0"/>
              <a:cs typeface="Times New Roman" panose="02020603050405020304" pitchFamily="18" charset="0"/>
            </a:rPr>
            <a:t>.</a:t>
          </a:r>
        </a:p>
      </dgm:t>
    </dgm:pt>
    <dgm:pt modelId="{D6B8DD92-AE6D-429A-93A6-442F80542D55}" type="parTrans" cxnId="{896AB0F3-86AA-4CD0-9D4A-50196B52D878}">
      <dgm:prSet/>
      <dgm:spPr/>
      <dgm:t>
        <a:bodyPr/>
        <a:lstStyle/>
        <a:p>
          <a:endParaRPr lang="en-US"/>
        </a:p>
      </dgm:t>
    </dgm:pt>
    <dgm:pt modelId="{F95178AF-33A0-4A96-B6C7-685459D4701D}" type="sibTrans" cxnId="{896AB0F3-86AA-4CD0-9D4A-50196B52D878}">
      <dgm:prSet/>
      <dgm:spPr/>
      <dgm:t>
        <a:bodyPr/>
        <a:lstStyle/>
        <a:p>
          <a:pPr>
            <a:lnSpc>
              <a:spcPct val="100000"/>
            </a:lnSpc>
          </a:pPr>
          <a:endParaRPr lang="en-US"/>
        </a:p>
      </dgm:t>
    </dgm:pt>
    <dgm:pt modelId="{24A9E0B2-6777-4087-B00B-53268083351D}">
      <dgm:prSet custT="1"/>
      <dgm:spPr/>
      <dgm:t>
        <a:bodyPr/>
        <a:lstStyle/>
        <a:p>
          <a:pPr>
            <a:lnSpc>
              <a:spcPct val="100000"/>
            </a:lnSpc>
          </a:pPr>
          <a:r>
            <a:rPr lang="en-US" sz="1200" dirty="0" err="1">
              <a:latin typeface="Times New Roman" panose="02020603050405020304" pitchFamily="18" charset="0"/>
              <a:cs typeface="Times New Roman" panose="02020603050405020304" pitchFamily="18" charset="0"/>
            </a:rPr>
            <a:t>Medir</a:t>
          </a:r>
          <a:r>
            <a:rPr lang="en-US" sz="1200" dirty="0">
              <a:latin typeface="Times New Roman" panose="02020603050405020304" pitchFamily="18" charset="0"/>
              <a:cs typeface="Times New Roman" panose="02020603050405020304" pitchFamily="18" charset="0"/>
            </a:rPr>
            <a:t> la </a:t>
          </a:r>
          <a:r>
            <a:rPr lang="en-US" sz="1200" dirty="0" err="1">
              <a:latin typeface="Times New Roman" panose="02020603050405020304" pitchFamily="18" charset="0"/>
              <a:cs typeface="Times New Roman" panose="02020603050405020304" pitchFamily="18" charset="0"/>
            </a:rPr>
            <a:t>energía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química</a:t>
          </a:r>
          <a:r>
            <a:rPr lang="en-US" sz="1200" dirty="0">
              <a:latin typeface="Times New Roman" panose="02020603050405020304" pitchFamily="18" charset="0"/>
              <a:cs typeface="Times New Roman" panose="02020603050405020304" pitchFamily="18" charset="0"/>
            </a:rPr>
            <a:t> de la </a:t>
          </a:r>
          <a:r>
            <a:rPr lang="en-US" sz="1200" dirty="0" err="1">
              <a:latin typeface="Times New Roman" panose="02020603050405020304" pitchFamily="18" charset="0"/>
              <a:cs typeface="Times New Roman" panose="02020603050405020304" pitchFamily="18" charset="0"/>
            </a:rPr>
            <a:t>cámara</a:t>
          </a:r>
          <a:r>
            <a:rPr lang="en-US" sz="1200" dirty="0">
              <a:latin typeface="Times New Roman" panose="02020603050405020304" pitchFamily="18" charset="0"/>
              <a:cs typeface="Times New Roman" panose="02020603050405020304" pitchFamily="18" charset="0"/>
            </a:rPr>
            <a:t> de </a:t>
          </a:r>
          <a:r>
            <a:rPr lang="en-US" sz="1200" dirty="0" err="1">
              <a:latin typeface="Times New Roman" panose="02020603050405020304" pitchFamily="18" charset="0"/>
              <a:cs typeface="Times New Roman" panose="02020603050405020304" pitchFamily="18" charset="0"/>
            </a:rPr>
            <a:t>combustión</a:t>
          </a:r>
          <a:r>
            <a:rPr lang="en-US" sz="1200" dirty="0">
              <a:latin typeface="Times New Roman" panose="02020603050405020304" pitchFamily="18" charset="0"/>
              <a:cs typeface="Times New Roman" panose="02020603050405020304" pitchFamily="18" charset="0"/>
            </a:rPr>
            <a:t>.</a:t>
          </a:r>
        </a:p>
      </dgm:t>
    </dgm:pt>
    <dgm:pt modelId="{2B2AF191-E97F-4B4E-9AB9-D624E2282F00}" type="parTrans" cxnId="{F2DE267B-34FA-427A-811D-C746100AF810}">
      <dgm:prSet/>
      <dgm:spPr/>
      <dgm:t>
        <a:bodyPr/>
        <a:lstStyle/>
        <a:p>
          <a:endParaRPr lang="en-US"/>
        </a:p>
      </dgm:t>
    </dgm:pt>
    <dgm:pt modelId="{9E71B376-B9CC-4405-A84D-0571DB4E008F}" type="sibTrans" cxnId="{F2DE267B-34FA-427A-811D-C746100AF810}">
      <dgm:prSet/>
      <dgm:spPr/>
      <dgm:t>
        <a:bodyPr/>
        <a:lstStyle/>
        <a:p>
          <a:pPr>
            <a:lnSpc>
              <a:spcPct val="100000"/>
            </a:lnSpc>
          </a:pPr>
          <a:endParaRPr lang="en-US"/>
        </a:p>
      </dgm:t>
    </dgm:pt>
    <dgm:pt modelId="{AF72C78D-F4F7-43DF-89C1-6D18E9FB884B}">
      <dgm:prSet custT="1"/>
      <dgm:spPr/>
      <dgm:t>
        <a:bodyPr/>
        <a:lstStyle/>
        <a:p>
          <a:pPr>
            <a:lnSpc>
              <a:spcPct val="100000"/>
            </a:lnSpc>
          </a:pPr>
          <a:r>
            <a:rPr lang="en-US" sz="1200" dirty="0" err="1">
              <a:latin typeface="Times New Roman" panose="02020603050405020304" pitchFamily="18" charset="0"/>
              <a:cs typeface="Times New Roman" panose="02020603050405020304" pitchFamily="18" charset="0"/>
            </a:rPr>
            <a:t>Medir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pistones</a:t>
          </a:r>
          <a:r>
            <a:rPr lang="en-US" sz="1200" dirty="0">
              <a:latin typeface="Times New Roman" panose="02020603050405020304" pitchFamily="18" charset="0"/>
              <a:cs typeface="Times New Roman" panose="02020603050405020304" pitchFamily="18" charset="0"/>
            </a:rPr>
            <a:t> y </a:t>
          </a:r>
          <a:r>
            <a:rPr lang="en-US" sz="1200" dirty="0" err="1">
              <a:latin typeface="Times New Roman" panose="02020603050405020304" pitchFamily="18" charset="0"/>
              <a:cs typeface="Times New Roman" panose="02020603050405020304" pitchFamily="18" charset="0"/>
            </a:rPr>
            <a:t>presión</a:t>
          </a:r>
          <a:r>
            <a:rPr lang="en-US" sz="1200" dirty="0">
              <a:latin typeface="Times New Roman" panose="02020603050405020304" pitchFamily="18" charset="0"/>
              <a:cs typeface="Times New Roman" panose="02020603050405020304" pitchFamily="18" charset="0"/>
            </a:rPr>
            <a:t> de combustible del </a:t>
          </a:r>
          <a:r>
            <a:rPr lang="en-US" sz="1200" dirty="0" err="1">
              <a:latin typeface="Times New Roman" panose="02020603050405020304" pitchFamily="18" charset="0"/>
              <a:cs typeface="Times New Roman" panose="02020603050405020304" pitchFamily="18" charset="0"/>
            </a:rPr>
            <a:t>vehículo</a:t>
          </a:r>
          <a:endParaRPr lang="en-US" sz="1200" dirty="0">
            <a:latin typeface="Times New Roman" panose="02020603050405020304" pitchFamily="18" charset="0"/>
            <a:cs typeface="Times New Roman" panose="02020603050405020304" pitchFamily="18" charset="0"/>
          </a:endParaRPr>
        </a:p>
      </dgm:t>
    </dgm:pt>
    <dgm:pt modelId="{CEB46D93-AD47-48D0-8AD5-2EECD7C7AF54}" type="parTrans" cxnId="{60F71985-78E7-461A-B827-020A6AD2539E}">
      <dgm:prSet/>
      <dgm:spPr/>
      <dgm:t>
        <a:bodyPr/>
        <a:lstStyle/>
        <a:p>
          <a:endParaRPr lang="en-US"/>
        </a:p>
      </dgm:t>
    </dgm:pt>
    <dgm:pt modelId="{BE7C6901-43AD-43E2-97A9-3EABA9EEF471}" type="sibTrans" cxnId="{60F71985-78E7-461A-B827-020A6AD2539E}">
      <dgm:prSet/>
      <dgm:spPr/>
      <dgm:t>
        <a:bodyPr/>
        <a:lstStyle/>
        <a:p>
          <a:pPr>
            <a:lnSpc>
              <a:spcPct val="100000"/>
            </a:lnSpc>
          </a:pPr>
          <a:endParaRPr lang="en-US"/>
        </a:p>
      </dgm:t>
    </dgm:pt>
    <dgm:pt modelId="{CECB9670-CCB6-4931-A6D2-7A30BFD49F73}">
      <dgm:prSet custT="1"/>
      <dgm:spPr/>
      <dgm:t>
        <a:bodyPr/>
        <a:lstStyle/>
        <a:p>
          <a:pPr>
            <a:lnSpc>
              <a:spcPct val="100000"/>
            </a:lnSpc>
          </a:pPr>
          <a:r>
            <a:rPr lang="en-US" sz="1200" dirty="0">
              <a:latin typeface="Times New Roman" panose="02020603050405020304" pitchFamily="18" charset="0"/>
              <a:cs typeface="Times New Roman" panose="02020603050405020304" pitchFamily="18" charset="0"/>
            </a:rPr>
            <a:t>Cambio de </a:t>
          </a:r>
          <a:r>
            <a:rPr lang="en-US" sz="1200" dirty="0" err="1">
              <a:latin typeface="Times New Roman" panose="02020603050405020304" pitchFamily="18" charset="0"/>
              <a:cs typeface="Times New Roman" panose="02020603050405020304" pitchFamily="18" charset="0"/>
            </a:rPr>
            <a:t>componentes</a:t>
          </a:r>
          <a:r>
            <a:rPr lang="en-US" sz="1200" dirty="0">
              <a:latin typeface="Times New Roman" panose="02020603050405020304" pitchFamily="18" charset="0"/>
              <a:cs typeface="Times New Roman" panose="02020603050405020304" pitchFamily="18" charset="0"/>
            </a:rPr>
            <a:t> del motor del </a:t>
          </a:r>
          <a:r>
            <a:rPr lang="en-US" sz="1200" dirty="0" err="1">
              <a:latin typeface="Times New Roman" panose="02020603050405020304" pitchFamily="18" charset="0"/>
              <a:cs typeface="Times New Roman" panose="02020603050405020304" pitchFamily="18" charset="0"/>
            </a:rPr>
            <a:t>vehículo</a:t>
          </a:r>
          <a:endParaRPr lang="en-US" sz="1200" dirty="0">
            <a:latin typeface="Times New Roman" panose="02020603050405020304" pitchFamily="18" charset="0"/>
            <a:cs typeface="Times New Roman" panose="02020603050405020304" pitchFamily="18" charset="0"/>
          </a:endParaRPr>
        </a:p>
      </dgm:t>
    </dgm:pt>
    <dgm:pt modelId="{E0F2641A-A2F9-488C-80EF-FB072C5C2285}" type="parTrans" cxnId="{9A902020-BD93-49DA-A4E5-7A00480FFCA7}">
      <dgm:prSet/>
      <dgm:spPr/>
      <dgm:t>
        <a:bodyPr/>
        <a:lstStyle/>
        <a:p>
          <a:endParaRPr lang="en-US"/>
        </a:p>
      </dgm:t>
    </dgm:pt>
    <dgm:pt modelId="{C179B0FC-EB78-4AD5-838D-4DC085905043}" type="sibTrans" cxnId="{9A902020-BD93-49DA-A4E5-7A00480FFCA7}">
      <dgm:prSet/>
      <dgm:spPr/>
      <dgm:t>
        <a:bodyPr/>
        <a:lstStyle/>
        <a:p>
          <a:endParaRPr lang="en-US"/>
        </a:p>
      </dgm:t>
    </dgm:pt>
    <dgm:pt modelId="{926CF191-FB84-4165-8E18-A8851D7C0DE7}" type="pres">
      <dgm:prSet presAssocID="{DC5B6C0C-C464-40D7-9084-A05BE5F9E18C}" presName="root" presStyleCnt="0">
        <dgm:presLayoutVars>
          <dgm:dir/>
          <dgm:resizeHandles val="exact"/>
        </dgm:presLayoutVars>
      </dgm:prSet>
      <dgm:spPr/>
    </dgm:pt>
    <dgm:pt modelId="{54FFCCDA-214E-4866-B5E3-9FB896D9E78D}" type="pres">
      <dgm:prSet presAssocID="{DC5B6C0C-C464-40D7-9084-A05BE5F9E18C}" presName="container" presStyleCnt="0">
        <dgm:presLayoutVars>
          <dgm:dir/>
          <dgm:resizeHandles val="exact"/>
        </dgm:presLayoutVars>
      </dgm:prSet>
      <dgm:spPr/>
    </dgm:pt>
    <dgm:pt modelId="{7B909AF0-1F42-485C-8DC5-2FEC7BE76070}" type="pres">
      <dgm:prSet presAssocID="{69B082E9-78ED-4093-8B23-E1A17BD177AA}" presName="compNode" presStyleCnt="0"/>
      <dgm:spPr/>
    </dgm:pt>
    <dgm:pt modelId="{32257571-D929-4B24-997B-60091751C2EB}" type="pres">
      <dgm:prSet presAssocID="{69B082E9-78ED-4093-8B23-E1A17BD177AA}" presName="iconBgRect" presStyleLbl="bgShp" presStyleIdx="0" presStyleCnt="4"/>
      <dgm:spPr/>
    </dgm:pt>
    <dgm:pt modelId="{B7B35179-2AB1-4752-8D7A-4B3E0583FB5F}" type="pres">
      <dgm:prSet presAssocID="{69B082E9-78ED-4093-8B23-E1A17BD177A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lculadora"/>
        </a:ext>
      </dgm:extLst>
    </dgm:pt>
    <dgm:pt modelId="{CDBFF3CF-13B3-4DF8-BFD8-D0BCE27B2CCE}" type="pres">
      <dgm:prSet presAssocID="{69B082E9-78ED-4093-8B23-E1A17BD177AA}" presName="spaceRect" presStyleCnt="0"/>
      <dgm:spPr/>
    </dgm:pt>
    <dgm:pt modelId="{97B22A7A-2C0F-45C7-AC2A-EDD0936F1C59}" type="pres">
      <dgm:prSet presAssocID="{69B082E9-78ED-4093-8B23-E1A17BD177AA}" presName="textRect" presStyleLbl="revTx" presStyleIdx="0" presStyleCnt="4">
        <dgm:presLayoutVars>
          <dgm:chMax val="1"/>
          <dgm:chPref val="1"/>
        </dgm:presLayoutVars>
      </dgm:prSet>
      <dgm:spPr/>
    </dgm:pt>
    <dgm:pt modelId="{EDC161D1-05C8-4ED0-8CDE-90066761E7E1}" type="pres">
      <dgm:prSet presAssocID="{F95178AF-33A0-4A96-B6C7-685459D4701D}" presName="sibTrans" presStyleLbl="sibTrans2D1" presStyleIdx="0" presStyleCnt="0"/>
      <dgm:spPr/>
    </dgm:pt>
    <dgm:pt modelId="{450BE26C-E6AC-4DBA-9F15-3DF7D2AB44BA}" type="pres">
      <dgm:prSet presAssocID="{24A9E0B2-6777-4087-B00B-53268083351D}" presName="compNode" presStyleCnt="0"/>
      <dgm:spPr/>
    </dgm:pt>
    <dgm:pt modelId="{699231DB-6E0F-4D33-BC05-EAB5D344C8E7}" type="pres">
      <dgm:prSet presAssocID="{24A9E0B2-6777-4087-B00B-53268083351D}" presName="iconBgRect" presStyleLbl="bgShp" presStyleIdx="1" presStyleCnt="4"/>
      <dgm:spPr/>
    </dgm:pt>
    <dgm:pt modelId="{615B2191-C6E2-4B65-9D50-7A20EEB048B1}" type="pres">
      <dgm:prSet presAssocID="{24A9E0B2-6777-4087-B00B-53268083351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Vaso de precipitado"/>
        </a:ext>
      </dgm:extLst>
    </dgm:pt>
    <dgm:pt modelId="{9875352C-B715-4392-B056-68E2E8F012D9}" type="pres">
      <dgm:prSet presAssocID="{24A9E0B2-6777-4087-B00B-53268083351D}" presName="spaceRect" presStyleCnt="0"/>
      <dgm:spPr/>
    </dgm:pt>
    <dgm:pt modelId="{CB81DDEE-6943-46B5-AE9E-37848CF335E0}" type="pres">
      <dgm:prSet presAssocID="{24A9E0B2-6777-4087-B00B-53268083351D}" presName="textRect" presStyleLbl="revTx" presStyleIdx="1" presStyleCnt="4">
        <dgm:presLayoutVars>
          <dgm:chMax val="1"/>
          <dgm:chPref val="1"/>
        </dgm:presLayoutVars>
      </dgm:prSet>
      <dgm:spPr/>
    </dgm:pt>
    <dgm:pt modelId="{8C305CAE-3DF3-4162-A79A-5B04EB3DCC8F}" type="pres">
      <dgm:prSet presAssocID="{9E71B376-B9CC-4405-A84D-0571DB4E008F}" presName="sibTrans" presStyleLbl="sibTrans2D1" presStyleIdx="0" presStyleCnt="0"/>
      <dgm:spPr/>
    </dgm:pt>
    <dgm:pt modelId="{EF613431-19C9-42AC-9353-D703E359BEB8}" type="pres">
      <dgm:prSet presAssocID="{AF72C78D-F4F7-43DF-89C1-6D18E9FB884B}" presName="compNode" presStyleCnt="0"/>
      <dgm:spPr/>
    </dgm:pt>
    <dgm:pt modelId="{43232828-6A4B-4E18-88B8-93A5A9A6C335}" type="pres">
      <dgm:prSet presAssocID="{AF72C78D-F4F7-43DF-89C1-6D18E9FB884B}" presName="iconBgRect" presStyleLbl="bgShp" presStyleIdx="2" presStyleCnt="4"/>
      <dgm:spPr/>
    </dgm:pt>
    <dgm:pt modelId="{0F844B00-DB3F-4B48-B0BF-3685C1D96331}" type="pres">
      <dgm:prSet presAssocID="{AF72C78D-F4F7-43DF-89C1-6D18E9FB884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ndicador"/>
        </a:ext>
      </dgm:extLst>
    </dgm:pt>
    <dgm:pt modelId="{D01F18DE-83E5-4446-B450-5F3EB03727EC}" type="pres">
      <dgm:prSet presAssocID="{AF72C78D-F4F7-43DF-89C1-6D18E9FB884B}" presName="spaceRect" presStyleCnt="0"/>
      <dgm:spPr/>
    </dgm:pt>
    <dgm:pt modelId="{C6B16694-593A-440C-9830-52636DE30FD6}" type="pres">
      <dgm:prSet presAssocID="{AF72C78D-F4F7-43DF-89C1-6D18E9FB884B}" presName="textRect" presStyleLbl="revTx" presStyleIdx="2" presStyleCnt="4">
        <dgm:presLayoutVars>
          <dgm:chMax val="1"/>
          <dgm:chPref val="1"/>
        </dgm:presLayoutVars>
      </dgm:prSet>
      <dgm:spPr/>
    </dgm:pt>
    <dgm:pt modelId="{77F0636F-5159-4937-BA18-6BF6561333D6}" type="pres">
      <dgm:prSet presAssocID="{BE7C6901-43AD-43E2-97A9-3EABA9EEF471}" presName="sibTrans" presStyleLbl="sibTrans2D1" presStyleIdx="0" presStyleCnt="0"/>
      <dgm:spPr/>
    </dgm:pt>
    <dgm:pt modelId="{B8B3AF1B-C50C-44AC-B4A7-D66E843EF283}" type="pres">
      <dgm:prSet presAssocID="{CECB9670-CCB6-4931-A6D2-7A30BFD49F73}" presName="compNode" presStyleCnt="0"/>
      <dgm:spPr/>
    </dgm:pt>
    <dgm:pt modelId="{F746C02B-A38B-4278-ABB0-3F0A4CEB7B8E}" type="pres">
      <dgm:prSet presAssocID="{CECB9670-CCB6-4931-A6D2-7A30BFD49F73}" presName="iconBgRect" presStyleLbl="bgShp" presStyleIdx="3" presStyleCnt="4"/>
      <dgm:spPr/>
    </dgm:pt>
    <dgm:pt modelId="{7BEF4E97-4650-48EB-9832-173A6B65B603}" type="pres">
      <dgm:prSet presAssocID="{CECB9670-CCB6-4931-A6D2-7A30BFD49F7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che"/>
        </a:ext>
      </dgm:extLst>
    </dgm:pt>
    <dgm:pt modelId="{8432B339-48EA-4B61-92E1-3E629DE7BB42}" type="pres">
      <dgm:prSet presAssocID="{CECB9670-CCB6-4931-A6D2-7A30BFD49F73}" presName="spaceRect" presStyleCnt="0"/>
      <dgm:spPr/>
    </dgm:pt>
    <dgm:pt modelId="{D7CAA210-D757-4863-8516-0BA68689D239}" type="pres">
      <dgm:prSet presAssocID="{CECB9670-CCB6-4931-A6D2-7A30BFD49F73}" presName="textRect" presStyleLbl="revTx" presStyleIdx="3" presStyleCnt="4">
        <dgm:presLayoutVars>
          <dgm:chMax val="1"/>
          <dgm:chPref val="1"/>
        </dgm:presLayoutVars>
      </dgm:prSet>
      <dgm:spPr/>
    </dgm:pt>
  </dgm:ptLst>
  <dgm:cxnLst>
    <dgm:cxn modelId="{6BFB9919-76D5-46BD-9C79-9E568D2F4CD2}" type="presOf" srcId="{AF72C78D-F4F7-43DF-89C1-6D18E9FB884B}" destId="{C6B16694-593A-440C-9830-52636DE30FD6}" srcOrd="0" destOrd="0" presId="urn:microsoft.com/office/officeart/2018/2/layout/IconCircleList"/>
    <dgm:cxn modelId="{9A902020-BD93-49DA-A4E5-7A00480FFCA7}" srcId="{DC5B6C0C-C464-40D7-9084-A05BE5F9E18C}" destId="{CECB9670-CCB6-4931-A6D2-7A30BFD49F73}" srcOrd="3" destOrd="0" parTransId="{E0F2641A-A2F9-488C-80EF-FB072C5C2285}" sibTransId="{C179B0FC-EB78-4AD5-838D-4DC085905043}"/>
    <dgm:cxn modelId="{992B9154-D4F7-428F-B16E-97B760921669}" type="presOf" srcId="{24A9E0B2-6777-4087-B00B-53268083351D}" destId="{CB81DDEE-6943-46B5-AE9E-37848CF335E0}" srcOrd="0" destOrd="0" presId="urn:microsoft.com/office/officeart/2018/2/layout/IconCircleList"/>
    <dgm:cxn modelId="{12A53970-EC7F-4654-BC4B-64FEE33327E6}" type="presOf" srcId="{CECB9670-CCB6-4931-A6D2-7A30BFD49F73}" destId="{D7CAA210-D757-4863-8516-0BA68689D239}" srcOrd="0" destOrd="0" presId="urn:microsoft.com/office/officeart/2018/2/layout/IconCircleList"/>
    <dgm:cxn modelId="{F2DE267B-34FA-427A-811D-C746100AF810}" srcId="{DC5B6C0C-C464-40D7-9084-A05BE5F9E18C}" destId="{24A9E0B2-6777-4087-B00B-53268083351D}" srcOrd="1" destOrd="0" parTransId="{2B2AF191-E97F-4B4E-9AB9-D624E2282F00}" sibTransId="{9E71B376-B9CC-4405-A84D-0571DB4E008F}"/>
    <dgm:cxn modelId="{60F71985-78E7-461A-B827-020A6AD2539E}" srcId="{DC5B6C0C-C464-40D7-9084-A05BE5F9E18C}" destId="{AF72C78D-F4F7-43DF-89C1-6D18E9FB884B}" srcOrd="2" destOrd="0" parTransId="{CEB46D93-AD47-48D0-8AD5-2EECD7C7AF54}" sibTransId="{BE7C6901-43AD-43E2-97A9-3EABA9EEF471}"/>
    <dgm:cxn modelId="{AD998B95-7554-42BD-A87B-21EEBD0E52B1}" type="presOf" srcId="{BE7C6901-43AD-43E2-97A9-3EABA9EEF471}" destId="{77F0636F-5159-4937-BA18-6BF6561333D6}" srcOrd="0" destOrd="0" presId="urn:microsoft.com/office/officeart/2018/2/layout/IconCircleList"/>
    <dgm:cxn modelId="{F6C7F29D-B462-479D-923C-C707E6971F53}" type="presOf" srcId="{F95178AF-33A0-4A96-B6C7-685459D4701D}" destId="{EDC161D1-05C8-4ED0-8CDE-90066761E7E1}" srcOrd="0" destOrd="0" presId="urn:microsoft.com/office/officeart/2018/2/layout/IconCircleList"/>
    <dgm:cxn modelId="{1E511FC4-89B6-43C4-BDB0-A13BF72E1CCC}" type="presOf" srcId="{9E71B376-B9CC-4405-A84D-0571DB4E008F}" destId="{8C305CAE-3DF3-4162-A79A-5B04EB3DCC8F}" srcOrd="0" destOrd="0" presId="urn:microsoft.com/office/officeart/2018/2/layout/IconCircleList"/>
    <dgm:cxn modelId="{F025B8D3-8151-47EB-B284-80F2BB023149}" type="presOf" srcId="{69B082E9-78ED-4093-8B23-E1A17BD177AA}" destId="{97B22A7A-2C0F-45C7-AC2A-EDD0936F1C59}" srcOrd="0" destOrd="0" presId="urn:microsoft.com/office/officeart/2018/2/layout/IconCircleList"/>
    <dgm:cxn modelId="{0870DFEC-3046-41B3-8AA0-4315F4C87DBB}" type="presOf" srcId="{DC5B6C0C-C464-40D7-9084-A05BE5F9E18C}" destId="{926CF191-FB84-4165-8E18-A8851D7C0DE7}" srcOrd="0" destOrd="0" presId="urn:microsoft.com/office/officeart/2018/2/layout/IconCircleList"/>
    <dgm:cxn modelId="{896AB0F3-86AA-4CD0-9D4A-50196B52D878}" srcId="{DC5B6C0C-C464-40D7-9084-A05BE5F9E18C}" destId="{69B082E9-78ED-4093-8B23-E1A17BD177AA}" srcOrd="0" destOrd="0" parTransId="{D6B8DD92-AE6D-429A-93A6-442F80542D55}" sibTransId="{F95178AF-33A0-4A96-B6C7-685459D4701D}"/>
    <dgm:cxn modelId="{DDB342CF-060B-40FC-B68B-C0320F557DA6}" type="presParOf" srcId="{926CF191-FB84-4165-8E18-A8851D7C0DE7}" destId="{54FFCCDA-214E-4866-B5E3-9FB896D9E78D}" srcOrd="0" destOrd="0" presId="urn:microsoft.com/office/officeart/2018/2/layout/IconCircleList"/>
    <dgm:cxn modelId="{AD679F30-173E-4422-8A19-81A5EF6396AD}" type="presParOf" srcId="{54FFCCDA-214E-4866-B5E3-9FB896D9E78D}" destId="{7B909AF0-1F42-485C-8DC5-2FEC7BE76070}" srcOrd="0" destOrd="0" presId="urn:microsoft.com/office/officeart/2018/2/layout/IconCircleList"/>
    <dgm:cxn modelId="{B6EFE3B6-2D34-4592-A5D9-1551D54B2982}" type="presParOf" srcId="{7B909AF0-1F42-485C-8DC5-2FEC7BE76070}" destId="{32257571-D929-4B24-997B-60091751C2EB}" srcOrd="0" destOrd="0" presId="urn:microsoft.com/office/officeart/2018/2/layout/IconCircleList"/>
    <dgm:cxn modelId="{BD380E84-57CC-4B61-924F-24DEBD457B75}" type="presParOf" srcId="{7B909AF0-1F42-485C-8DC5-2FEC7BE76070}" destId="{B7B35179-2AB1-4752-8D7A-4B3E0583FB5F}" srcOrd="1" destOrd="0" presId="urn:microsoft.com/office/officeart/2018/2/layout/IconCircleList"/>
    <dgm:cxn modelId="{96C60007-F135-40E0-B2E4-A1AECB1512D9}" type="presParOf" srcId="{7B909AF0-1F42-485C-8DC5-2FEC7BE76070}" destId="{CDBFF3CF-13B3-4DF8-BFD8-D0BCE27B2CCE}" srcOrd="2" destOrd="0" presId="urn:microsoft.com/office/officeart/2018/2/layout/IconCircleList"/>
    <dgm:cxn modelId="{5DA6156C-999B-46FC-B946-F4FABD049F91}" type="presParOf" srcId="{7B909AF0-1F42-485C-8DC5-2FEC7BE76070}" destId="{97B22A7A-2C0F-45C7-AC2A-EDD0936F1C59}" srcOrd="3" destOrd="0" presId="urn:microsoft.com/office/officeart/2018/2/layout/IconCircleList"/>
    <dgm:cxn modelId="{1C476198-EFF2-4680-A936-AE85D9AB01EF}" type="presParOf" srcId="{54FFCCDA-214E-4866-B5E3-9FB896D9E78D}" destId="{EDC161D1-05C8-4ED0-8CDE-90066761E7E1}" srcOrd="1" destOrd="0" presId="urn:microsoft.com/office/officeart/2018/2/layout/IconCircleList"/>
    <dgm:cxn modelId="{5D08C797-E08E-4A4B-BED0-9A92C6ACBBB9}" type="presParOf" srcId="{54FFCCDA-214E-4866-B5E3-9FB896D9E78D}" destId="{450BE26C-E6AC-4DBA-9F15-3DF7D2AB44BA}" srcOrd="2" destOrd="0" presId="urn:microsoft.com/office/officeart/2018/2/layout/IconCircleList"/>
    <dgm:cxn modelId="{A7370BD9-3E4B-442D-B8FF-1E471458CEAF}" type="presParOf" srcId="{450BE26C-E6AC-4DBA-9F15-3DF7D2AB44BA}" destId="{699231DB-6E0F-4D33-BC05-EAB5D344C8E7}" srcOrd="0" destOrd="0" presId="urn:microsoft.com/office/officeart/2018/2/layout/IconCircleList"/>
    <dgm:cxn modelId="{A87801AE-CA0C-47E1-8FF3-AE11FB1BDEE3}" type="presParOf" srcId="{450BE26C-E6AC-4DBA-9F15-3DF7D2AB44BA}" destId="{615B2191-C6E2-4B65-9D50-7A20EEB048B1}" srcOrd="1" destOrd="0" presId="urn:microsoft.com/office/officeart/2018/2/layout/IconCircleList"/>
    <dgm:cxn modelId="{77E8150E-8F9C-4C07-8E83-7E8E2A0DB798}" type="presParOf" srcId="{450BE26C-E6AC-4DBA-9F15-3DF7D2AB44BA}" destId="{9875352C-B715-4392-B056-68E2E8F012D9}" srcOrd="2" destOrd="0" presId="urn:microsoft.com/office/officeart/2018/2/layout/IconCircleList"/>
    <dgm:cxn modelId="{33AE967B-655B-4A02-A79A-D8A627D5C280}" type="presParOf" srcId="{450BE26C-E6AC-4DBA-9F15-3DF7D2AB44BA}" destId="{CB81DDEE-6943-46B5-AE9E-37848CF335E0}" srcOrd="3" destOrd="0" presId="urn:microsoft.com/office/officeart/2018/2/layout/IconCircleList"/>
    <dgm:cxn modelId="{727B2BA1-8167-490D-A710-492971999249}" type="presParOf" srcId="{54FFCCDA-214E-4866-B5E3-9FB896D9E78D}" destId="{8C305CAE-3DF3-4162-A79A-5B04EB3DCC8F}" srcOrd="3" destOrd="0" presId="urn:microsoft.com/office/officeart/2018/2/layout/IconCircleList"/>
    <dgm:cxn modelId="{3F3E2AF7-1403-4604-81E9-7B1FF9C1FB38}" type="presParOf" srcId="{54FFCCDA-214E-4866-B5E3-9FB896D9E78D}" destId="{EF613431-19C9-42AC-9353-D703E359BEB8}" srcOrd="4" destOrd="0" presId="urn:microsoft.com/office/officeart/2018/2/layout/IconCircleList"/>
    <dgm:cxn modelId="{EF8B34BD-963B-47DF-A081-F1BC14522DDC}" type="presParOf" srcId="{EF613431-19C9-42AC-9353-D703E359BEB8}" destId="{43232828-6A4B-4E18-88B8-93A5A9A6C335}" srcOrd="0" destOrd="0" presId="urn:microsoft.com/office/officeart/2018/2/layout/IconCircleList"/>
    <dgm:cxn modelId="{32CD6591-A49A-420B-ACDD-6BC8E1A4F024}" type="presParOf" srcId="{EF613431-19C9-42AC-9353-D703E359BEB8}" destId="{0F844B00-DB3F-4B48-B0BF-3685C1D96331}" srcOrd="1" destOrd="0" presId="urn:microsoft.com/office/officeart/2018/2/layout/IconCircleList"/>
    <dgm:cxn modelId="{288DFFF4-AD9F-4B91-8BA8-9DE3A08C5758}" type="presParOf" srcId="{EF613431-19C9-42AC-9353-D703E359BEB8}" destId="{D01F18DE-83E5-4446-B450-5F3EB03727EC}" srcOrd="2" destOrd="0" presId="urn:microsoft.com/office/officeart/2018/2/layout/IconCircleList"/>
    <dgm:cxn modelId="{9B4F3E8A-3CE3-41DC-B98B-15BEBFFD8ACA}" type="presParOf" srcId="{EF613431-19C9-42AC-9353-D703E359BEB8}" destId="{C6B16694-593A-440C-9830-52636DE30FD6}" srcOrd="3" destOrd="0" presId="urn:microsoft.com/office/officeart/2018/2/layout/IconCircleList"/>
    <dgm:cxn modelId="{8E5279C7-C288-457E-8B3B-2A3F8B7BDAB9}" type="presParOf" srcId="{54FFCCDA-214E-4866-B5E3-9FB896D9E78D}" destId="{77F0636F-5159-4937-BA18-6BF6561333D6}" srcOrd="5" destOrd="0" presId="urn:microsoft.com/office/officeart/2018/2/layout/IconCircleList"/>
    <dgm:cxn modelId="{5549063F-E196-4497-B349-3C6D69E97934}" type="presParOf" srcId="{54FFCCDA-214E-4866-B5E3-9FB896D9E78D}" destId="{B8B3AF1B-C50C-44AC-B4A7-D66E843EF283}" srcOrd="6" destOrd="0" presId="urn:microsoft.com/office/officeart/2018/2/layout/IconCircleList"/>
    <dgm:cxn modelId="{1E669388-39EF-4582-A85E-15C9B1F82E86}" type="presParOf" srcId="{B8B3AF1B-C50C-44AC-B4A7-D66E843EF283}" destId="{F746C02B-A38B-4278-ABB0-3F0A4CEB7B8E}" srcOrd="0" destOrd="0" presId="urn:microsoft.com/office/officeart/2018/2/layout/IconCircleList"/>
    <dgm:cxn modelId="{451DE975-0630-424F-B158-555C57C4BEA3}" type="presParOf" srcId="{B8B3AF1B-C50C-44AC-B4A7-D66E843EF283}" destId="{7BEF4E97-4650-48EB-9832-173A6B65B603}" srcOrd="1" destOrd="0" presId="urn:microsoft.com/office/officeart/2018/2/layout/IconCircleList"/>
    <dgm:cxn modelId="{1F9A8254-2CFB-4878-BB0F-B91BCA334516}" type="presParOf" srcId="{B8B3AF1B-C50C-44AC-B4A7-D66E843EF283}" destId="{8432B339-48EA-4B61-92E1-3E629DE7BB42}" srcOrd="2" destOrd="0" presId="urn:microsoft.com/office/officeart/2018/2/layout/IconCircleList"/>
    <dgm:cxn modelId="{2C3B6412-5DE5-4B88-A15F-F1A7EE0F1CB7}" type="presParOf" srcId="{B8B3AF1B-C50C-44AC-B4A7-D66E843EF283}" destId="{D7CAA210-D757-4863-8516-0BA68689D239}"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05DB92-526E-48B5-8D3D-4EAB0EE48409}" type="doc">
      <dgm:prSet loTypeId="urn:microsoft.com/office/officeart/2005/8/layout/orgChart1" loCatId="hierarchy" qsTypeId="urn:microsoft.com/office/officeart/2005/8/quickstyle/simple5" qsCatId="simple" csTypeId="urn:microsoft.com/office/officeart/2005/8/colors/accent0_3" csCatId="mainScheme"/>
      <dgm:spPr/>
      <dgm:t>
        <a:bodyPr/>
        <a:lstStyle/>
        <a:p>
          <a:endParaRPr lang="en-US"/>
        </a:p>
      </dgm:t>
    </dgm:pt>
    <dgm:pt modelId="{277E46C7-7AE1-4735-93D0-398C5E571D96}">
      <dgm:prSet custT="1"/>
      <dgm:spPr/>
      <dgm:t>
        <a:bodyPr/>
        <a:lstStyle/>
        <a:p>
          <a:r>
            <a:rPr lang="en-US" sz="1100" dirty="0">
              <a:latin typeface="Times New Roman" panose="02020603050405020304" pitchFamily="18" charset="0"/>
              <a:cs typeface="Times New Roman" panose="02020603050405020304" pitchFamily="18" charset="0"/>
            </a:rPr>
            <a:t>Los </a:t>
          </a:r>
          <a:r>
            <a:rPr lang="en-US" sz="1100" dirty="0" err="1">
              <a:latin typeface="Times New Roman" panose="02020603050405020304" pitchFamily="18" charset="0"/>
              <a:cs typeface="Times New Roman" panose="02020603050405020304" pitchFamily="18" charset="0"/>
            </a:rPr>
            <a:t>materiales</a:t>
          </a:r>
          <a:r>
            <a:rPr lang="en-US" sz="1100" dirty="0">
              <a:latin typeface="Times New Roman" panose="02020603050405020304" pitchFamily="18" charset="0"/>
              <a:cs typeface="Times New Roman" panose="02020603050405020304" pitchFamily="18" charset="0"/>
            </a:rPr>
            <a:t> que </a:t>
          </a:r>
          <a:r>
            <a:rPr lang="en-US" sz="1100" dirty="0" err="1">
              <a:latin typeface="Times New Roman" panose="02020603050405020304" pitchFamily="18" charset="0"/>
              <a:cs typeface="Times New Roman" panose="02020603050405020304" pitchFamily="18" charset="0"/>
            </a:rPr>
            <a:t>vamos</a:t>
          </a:r>
          <a:r>
            <a:rPr lang="en-US" sz="1100" dirty="0">
              <a:latin typeface="Times New Roman" panose="02020603050405020304" pitchFamily="18" charset="0"/>
              <a:cs typeface="Times New Roman" panose="02020603050405020304" pitchFamily="18" charset="0"/>
            </a:rPr>
            <a:t> a tener que </a:t>
          </a:r>
          <a:r>
            <a:rPr lang="en-US" sz="1100" dirty="0" err="1">
              <a:latin typeface="Times New Roman" panose="02020603050405020304" pitchFamily="18" charset="0"/>
              <a:cs typeface="Times New Roman" panose="02020603050405020304" pitchFamily="18" charset="0"/>
            </a:rPr>
            <a:t>utilizar</a:t>
          </a:r>
          <a:r>
            <a:rPr lang="en-US" sz="1100" dirty="0">
              <a:latin typeface="Times New Roman" panose="02020603050405020304" pitchFamily="18" charset="0"/>
              <a:cs typeface="Times New Roman" panose="02020603050405020304" pitchFamily="18" charset="0"/>
            </a:rPr>
            <a:t> son los </a:t>
          </a:r>
          <a:r>
            <a:rPr lang="en-US" sz="1100" dirty="0" err="1">
              <a:latin typeface="Times New Roman" panose="02020603050405020304" pitchFamily="18" charset="0"/>
              <a:cs typeface="Times New Roman" panose="02020603050405020304" pitchFamily="18" charset="0"/>
            </a:rPr>
            <a:t>siguientes</a:t>
          </a:r>
          <a:r>
            <a:rPr lang="en-US" sz="1100" dirty="0">
              <a:latin typeface="Times New Roman" panose="02020603050405020304" pitchFamily="18" charset="0"/>
              <a:cs typeface="Times New Roman" panose="02020603050405020304" pitchFamily="18" charset="0"/>
            </a:rPr>
            <a:t> para </a:t>
          </a:r>
          <a:r>
            <a:rPr lang="en-US" sz="1100" dirty="0" err="1">
              <a:latin typeface="Times New Roman" panose="02020603050405020304" pitchFamily="18" charset="0"/>
              <a:cs typeface="Times New Roman" panose="02020603050405020304" pitchFamily="18" charset="0"/>
            </a:rPr>
            <a:t>poder</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comenzar</a:t>
          </a:r>
          <a:r>
            <a:rPr lang="en-US" sz="1100" dirty="0">
              <a:latin typeface="Times New Roman" panose="02020603050405020304" pitchFamily="18" charset="0"/>
              <a:cs typeface="Times New Roman" panose="02020603050405020304" pitchFamily="18" charset="0"/>
            </a:rPr>
            <a:t> con </a:t>
          </a:r>
          <a:r>
            <a:rPr lang="en-US" sz="1100" dirty="0" err="1">
              <a:latin typeface="Times New Roman" panose="02020603050405020304" pitchFamily="18" charset="0"/>
              <a:cs typeface="Times New Roman" panose="02020603050405020304" pitchFamily="18" charset="0"/>
            </a:rPr>
            <a:t>nuestro</a:t>
          </a:r>
          <a:r>
            <a:rPr lang="en-US" sz="1100" dirty="0">
              <a:latin typeface="Times New Roman" panose="02020603050405020304" pitchFamily="18" charset="0"/>
              <a:cs typeface="Times New Roman" panose="02020603050405020304" pitchFamily="18" charset="0"/>
            </a:rPr>
            <a:t> proyecto:</a:t>
          </a:r>
        </a:p>
      </dgm:t>
    </dgm:pt>
    <dgm:pt modelId="{8ED8AE6C-CCAA-4ED5-A162-E468F8A0EEA0}" type="parTrans" cxnId="{41FE63D2-83BB-440A-BABB-C51134E7E120}">
      <dgm:prSet/>
      <dgm:spPr/>
      <dgm:t>
        <a:bodyPr/>
        <a:lstStyle/>
        <a:p>
          <a:endParaRPr lang="en-US"/>
        </a:p>
      </dgm:t>
    </dgm:pt>
    <dgm:pt modelId="{0E7DFBD6-9243-4470-A1DF-C2673BEA583B}" type="sibTrans" cxnId="{41FE63D2-83BB-440A-BABB-C51134E7E120}">
      <dgm:prSet/>
      <dgm:spPr/>
      <dgm:t>
        <a:bodyPr/>
        <a:lstStyle/>
        <a:p>
          <a:endParaRPr lang="en-US"/>
        </a:p>
      </dgm:t>
    </dgm:pt>
    <dgm:pt modelId="{473E02FA-4D15-4752-A69B-6FCA8C237A4D}">
      <dgm:prSet custT="1"/>
      <dgm:spPr/>
      <dgm:t>
        <a:bodyPr/>
        <a:lstStyle/>
        <a:p>
          <a:r>
            <a:rPr lang="en-US" sz="1200" dirty="0" err="1">
              <a:latin typeface="Times New Roman" panose="02020603050405020304" pitchFamily="18" charset="0"/>
              <a:cs typeface="Times New Roman" panose="02020603050405020304" pitchFamily="18" charset="0"/>
            </a:rPr>
            <a:t>Computador</a:t>
          </a:r>
          <a:r>
            <a:rPr lang="en-US" sz="1200" dirty="0">
              <a:latin typeface="Times New Roman" panose="02020603050405020304" pitchFamily="18" charset="0"/>
              <a:cs typeface="Times New Roman" panose="02020603050405020304" pitchFamily="18" charset="0"/>
            </a:rPr>
            <a:t> para </a:t>
          </a:r>
          <a:r>
            <a:rPr lang="en-US" sz="1200" dirty="0" err="1">
              <a:latin typeface="Times New Roman" panose="02020603050405020304" pitchFamily="18" charset="0"/>
              <a:cs typeface="Times New Roman" panose="02020603050405020304" pitchFamily="18" charset="0"/>
            </a:rPr>
            <a:t>poder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investigar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cosas</a:t>
          </a:r>
          <a:r>
            <a:rPr lang="en-US" sz="1200" dirty="0">
              <a:latin typeface="Times New Roman" panose="02020603050405020304" pitchFamily="18" charset="0"/>
              <a:cs typeface="Times New Roman" panose="02020603050405020304" pitchFamily="18" charset="0"/>
            </a:rPr>
            <a:t> que </a:t>
          </a:r>
          <a:r>
            <a:rPr lang="en-US" sz="1200" dirty="0" err="1">
              <a:latin typeface="Times New Roman" panose="02020603050405020304" pitchFamily="18" charset="0"/>
              <a:cs typeface="Times New Roman" panose="02020603050405020304" pitchFamily="18" charset="0"/>
            </a:rPr>
            <a:t>necesitaremos</a:t>
          </a:r>
          <a:r>
            <a:rPr lang="en-US" sz="1200" dirty="0">
              <a:latin typeface="Times New Roman" panose="02020603050405020304" pitchFamily="18" charset="0"/>
              <a:cs typeface="Times New Roman" panose="02020603050405020304" pitchFamily="18" charset="0"/>
            </a:rPr>
            <a:t>.</a:t>
          </a:r>
        </a:p>
      </dgm:t>
    </dgm:pt>
    <dgm:pt modelId="{7255E5E1-FC6C-4D6B-A6D5-9255A1F28D27}" type="parTrans" cxnId="{02FC2692-DDA4-490E-B03F-1940B0C09D48}">
      <dgm:prSet/>
      <dgm:spPr/>
      <dgm:t>
        <a:bodyPr/>
        <a:lstStyle/>
        <a:p>
          <a:endParaRPr lang="en-US"/>
        </a:p>
      </dgm:t>
    </dgm:pt>
    <dgm:pt modelId="{FFB5E4B9-0625-4779-8B37-BC0A0FCA8FB2}" type="sibTrans" cxnId="{02FC2692-DDA4-490E-B03F-1940B0C09D48}">
      <dgm:prSet/>
      <dgm:spPr/>
      <dgm:t>
        <a:bodyPr/>
        <a:lstStyle/>
        <a:p>
          <a:endParaRPr lang="en-US"/>
        </a:p>
      </dgm:t>
    </dgm:pt>
    <dgm:pt modelId="{07B5C3DD-58AE-48A8-AA7D-004297CAA5B2}">
      <dgm:prSet custT="1"/>
      <dgm:spPr/>
      <dgm:t>
        <a:bodyPr/>
        <a:lstStyle/>
        <a:p>
          <a:r>
            <a:rPr lang="en-US" sz="1200" dirty="0" err="1">
              <a:latin typeface="Times New Roman" panose="02020603050405020304" pitchFamily="18" charset="0"/>
              <a:cs typeface="Times New Roman" panose="02020603050405020304" pitchFamily="18" charset="0"/>
            </a:rPr>
            <a:t>Materiales</a:t>
          </a:r>
          <a:r>
            <a:rPr lang="en-US" sz="1200" dirty="0">
              <a:latin typeface="Times New Roman" panose="02020603050405020304" pitchFamily="18" charset="0"/>
              <a:cs typeface="Times New Roman" panose="02020603050405020304" pitchFamily="18" charset="0"/>
            </a:rPr>
            <a:t> para </a:t>
          </a:r>
          <a:r>
            <a:rPr lang="en-US" sz="1200" dirty="0" err="1">
              <a:latin typeface="Times New Roman" panose="02020603050405020304" pitchFamily="18" charset="0"/>
              <a:cs typeface="Times New Roman" panose="02020603050405020304" pitchFamily="18" charset="0"/>
            </a:rPr>
            <a:t>medir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como</a:t>
          </a:r>
          <a:r>
            <a:rPr lang="en-US" sz="1200" dirty="0">
              <a:latin typeface="Times New Roman" panose="02020603050405020304" pitchFamily="18" charset="0"/>
              <a:cs typeface="Times New Roman" panose="02020603050405020304" pitchFamily="18" charset="0"/>
            </a:rPr>
            <a:t> pie de metro, </a:t>
          </a:r>
          <a:r>
            <a:rPr lang="en-US" sz="1200" dirty="0" err="1">
              <a:latin typeface="Times New Roman" panose="02020603050405020304" pitchFamily="18" charset="0"/>
              <a:cs typeface="Times New Roman" panose="02020603050405020304" pitchFamily="18" charset="0"/>
            </a:rPr>
            <a:t>micrómetro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anemómetro</a:t>
          </a:r>
          <a:r>
            <a:rPr lang="en-US" sz="1200" dirty="0">
              <a:latin typeface="Times New Roman" panose="02020603050405020304" pitchFamily="18" charset="0"/>
              <a:cs typeface="Times New Roman" panose="02020603050405020304" pitchFamily="18" charset="0"/>
            </a:rPr>
            <a:t>.</a:t>
          </a:r>
        </a:p>
      </dgm:t>
    </dgm:pt>
    <dgm:pt modelId="{B730A736-C807-4A14-B73F-BBB2E37F34C6}" type="parTrans" cxnId="{8411F809-C780-457C-B978-9F609C78354A}">
      <dgm:prSet/>
      <dgm:spPr/>
      <dgm:t>
        <a:bodyPr/>
        <a:lstStyle/>
        <a:p>
          <a:endParaRPr lang="en-US"/>
        </a:p>
      </dgm:t>
    </dgm:pt>
    <dgm:pt modelId="{455CF76C-E6EA-44A8-BE84-E10C7A4C6200}" type="sibTrans" cxnId="{8411F809-C780-457C-B978-9F609C78354A}">
      <dgm:prSet/>
      <dgm:spPr/>
      <dgm:t>
        <a:bodyPr/>
        <a:lstStyle/>
        <a:p>
          <a:endParaRPr lang="en-US"/>
        </a:p>
      </dgm:t>
    </dgm:pt>
    <dgm:pt modelId="{C1BB6976-ECBD-4F1F-8CB9-D232DBB22C91}">
      <dgm:prSet custT="1"/>
      <dgm:spPr/>
      <dgm:t>
        <a:bodyPr/>
        <a:lstStyle/>
        <a:p>
          <a:r>
            <a:rPr lang="en-US" sz="1200" dirty="0" err="1">
              <a:latin typeface="Times New Roman" panose="02020603050405020304" pitchFamily="18" charset="0"/>
              <a:cs typeface="Times New Roman" panose="02020603050405020304" pitchFamily="18" charset="0"/>
            </a:rPr>
            <a:t>Calculadora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científica</a:t>
          </a:r>
          <a:r>
            <a:rPr lang="en-US" sz="1200" dirty="0">
              <a:latin typeface="Times New Roman" panose="02020603050405020304" pitchFamily="18" charset="0"/>
              <a:cs typeface="Times New Roman" panose="02020603050405020304" pitchFamily="18" charset="0"/>
            </a:rPr>
            <a:t> y Manual del </a:t>
          </a:r>
          <a:r>
            <a:rPr lang="en-US" sz="1200" dirty="0" err="1">
              <a:latin typeface="Times New Roman" panose="02020603050405020304" pitchFamily="18" charset="0"/>
              <a:cs typeface="Times New Roman" panose="02020603050405020304" pitchFamily="18" charset="0"/>
            </a:rPr>
            <a:t>vehículo</a:t>
          </a:r>
          <a:r>
            <a:rPr lang="en-US" sz="1200" dirty="0">
              <a:latin typeface="Times New Roman" panose="02020603050405020304" pitchFamily="18" charset="0"/>
              <a:cs typeface="Times New Roman" panose="02020603050405020304" pitchFamily="18" charset="0"/>
            </a:rPr>
            <a:t>.</a:t>
          </a:r>
        </a:p>
      </dgm:t>
    </dgm:pt>
    <dgm:pt modelId="{EC0CA67E-3330-4EEF-A533-FB4FA73AA86A}" type="parTrans" cxnId="{808417A5-6A4F-4486-837B-EFFB01AB55BD}">
      <dgm:prSet/>
      <dgm:spPr/>
      <dgm:t>
        <a:bodyPr/>
        <a:lstStyle/>
        <a:p>
          <a:endParaRPr lang="en-US"/>
        </a:p>
      </dgm:t>
    </dgm:pt>
    <dgm:pt modelId="{E1A8F45F-9F34-490C-B567-AF4F2C832B81}" type="sibTrans" cxnId="{808417A5-6A4F-4486-837B-EFFB01AB55BD}">
      <dgm:prSet/>
      <dgm:spPr/>
      <dgm:t>
        <a:bodyPr/>
        <a:lstStyle/>
        <a:p>
          <a:endParaRPr lang="en-US"/>
        </a:p>
      </dgm:t>
    </dgm:pt>
    <dgm:pt modelId="{ED4198CE-FB19-4C7B-85B9-1C13833906F3}" type="pres">
      <dgm:prSet presAssocID="{2205DB92-526E-48B5-8D3D-4EAB0EE48409}" presName="hierChild1" presStyleCnt="0">
        <dgm:presLayoutVars>
          <dgm:orgChart val="1"/>
          <dgm:chPref val="1"/>
          <dgm:dir/>
          <dgm:animOne val="branch"/>
          <dgm:animLvl val="lvl"/>
          <dgm:resizeHandles/>
        </dgm:presLayoutVars>
      </dgm:prSet>
      <dgm:spPr/>
    </dgm:pt>
    <dgm:pt modelId="{C0E71FE8-7BF0-43B2-8F18-ADB183594880}" type="pres">
      <dgm:prSet presAssocID="{277E46C7-7AE1-4735-93D0-398C5E571D96}" presName="hierRoot1" presStyleCnt="0">
        <dgm:presLayoutVars>
          <dgm:hierBranch val="init"/>
        </dgm:presLayoutVars>
      </dgm:prSet>
      <dgm:spPr/>
    </dgm:pt>
    <dgm:pt modelId="{39BF72C9-05B7-447A-8840-1F6497026E0E}" type="pres">
      <dgm:prSet presAssocID="{277E46C7-7AE1-4735-93D0-398C5E571D96}" presName="rootComposite1" presStyleCnt="0"/>
      <dgm:spPr/>
    </dgm:pt>
    <dgm:pt modelId="{051AD19A-E6D2-4699-9D21-A7AE5E0E9649}" type="pres">
      <dgm:prSet presAssocID="{277E46C7-7AE1-4735-93D0-398C5E571D96}" presName="rootText1" presStyleLbl="node0" presStyleIdx="0" presStyleCnt="4">
        <dgm:presLayoutVars>
          <dgm:chPref val="3"/>
        </dgm:presLayoutVars>
      </dgm:prSet>
      <dgm:spPr/>
    </dgm:pt>
    <dgm:pt modelId="{77DE57BD-5B49-4568-8E4A-F99293E7CCDC}" type="pres">
      <dgm:prSet presAssocID="{277E46C7-7AE1-4735-93D0-398C5E571D96}" presName="rootConnector1" presStyleLbl="node1" presStyleIdx="0" presStyleCnt="0"/>
      <dgm:spPr/>
    </dgm:pt>
    <dgm:pt modelId="{E2BE85B6-8F2B-4218-BDAD-EC66A526C950}" type="pres">
      <dgm:prSet presAssocID="{277E46C7-7AE1-4735-93D0-398C5E571D96}" presName="hierChild2" presStyleCnt="0"/>
      <dgm:spPr/>
    </dgm:pt>
    <dgm:pt modelId="{387C0377-85C7-4E30-B13F-86F02215EFC9}" type="pres">
      <dgm:prSet presAssocID="{277E46C7-7AE1-4735-93D0-398C5E571D96}" presName="hierChild3" presStyleCnt="0"/>
      <dgm:spPr/>
    </dgm:pt>
    <dgm:pt modelId="{C88A47AF-C4F0-4C7F-86C5-645E169BB249}" type="pres">
      <dgm:prSet presAssocID="{473E02FA-4D15-4752-A69B-6FCA8C237A4D}" presName="hierRoot1" presStyleCnt="0">
        <dgm:presLayoutVars>
          <dgm:hierBranch val="init"/>
        </dgm:presLayoutVars>
      </dgm:prSet>
      <dgm:spPr/>
    </dgm:pt>
    <dgm:pt modelId="{2B30DE12-2102-41E8-BA92-2338CC882101}" type="pres">
      <dgm:prSet presAssocID="{473E02FA-4D15-4752-A69B-6FCA8C237A4D}" presName="rootComposite1" presStyleCnt="0"/>
      <dgm:spPr/>
    </dgm:pt>
    <dgm:pt modelId="{AB5011DD-880E-4174-A9FD-053057B3FEB3}" type="pres">
      <dgm:prSet presAssocID="{473E02FA-4D15-4752-A69B-6FCA8C237A4D}" presName="rootText1" presStyleLbl="node0" presStyleIdx="1" presStyleCnt="4" custLinFactNeighborX="-1265" custLinFactNeighborY="-2530">
        <dgm:presLayoutVars>
          <dgm:chPref val="3"/>
        </dgm:presLayoutVars>
      </dgm:prSet>
      <dgm:spPr/>
    </dgm:pt>
    <dgm:pt modelId="{FB34AEF2-6BD0-4EA6-BBF9-90431C2034A2}" type="pres">
      <dgm:prSet presAssocID="{473E02FA-4D15-4752-A69B-6FCA8C237A4D}" presName="rootConnector1" presStyleLbl="node1" presStyleIdx="0" presStyleCnt="0"/>
      <dgm:spPr/>
    </dgm:pt>
    <dgm:pt modelId="{2932054F-F63F-4AEC-BFE0-02B127850D94}" type="pres">
      <dgm:prSet presAssocID="{473E02FA-4D15-4752-A69B-6FCA8C237A4D}" presName="hierChild2" presStyleCnt="0"/>
      <dgm:spPr/>
    </dgm:pt>
    <dgm:pt modelId="{F480A0C7-5628-4A81-BA2C-B65EEAD8FEBE}" type="pres">
      <dgm:prSet presAssocID="{473E02FA-4D15-4752-A69B-6FCA8C237A4D}" presName="hierChild3" presStyleCnt="0"/>
      <dgm:spPr/>
    </dgm:pt>
    <dgm:pt modelId="{A03C036D-F579-4DD1-B8BC-F81ABB8CBD84}" type="pres">
      <dgm:prSet presAssocID="{07B5C3DD-58AE-48A8-AA7D-004297CAA5B2}" presName="hierRoot1" presStyleCnt="0">
        <dgm:presLayoutVars>
          <dgm:hierBranch val="init"/>
        </dgm:presLayoutVars>
      </dgm:prSet>
      <dgm:spPr/>
    </dgm:pt>
    <dgm:pt modelId="{88653ED3-A4FD-49E6-AF11-8C2157938F1B}" type="pres">
      <dgm:prSet presAssocID="{07B5C3DD-58AE-48A8-AA7D-004297CAA5B2}" presName="rootComposite1" presStyleCnt="0"/>
      <dgm:spPr/>
    </dgm:pt>
    <dgm:pt modelId="{85D03DDF-5025-4BAE-9477-10127F9E1DE1}" type="pres">
      <dgm:prSet presAssocID="{07B5C3DD-58AE-48A8-AA7D-004297CAA5B2}" presName="rootText1" presStyleLbl="node0" presStyleIdx="2" presStyleCnt="4">
        <dgm:presLayoutVars>
          <dgm:chPref val="3"/>
        </dgm:presLayoutVars>
      </dgm:prSet>
      <dgm:spPr/>
    </dgm:pt>
    <dgm:pt modelId="{86C0F8C5-40ED-4211-86E8-2501423BF3B1}" type="pres">
      <dgm:prSet presAssocID="{07B5C3DD-58AE-48A8-AA7D-004297CAA5B2}" presName="rootConnector1" presStyleLbl="node1" presStyleIdx="0" presStyleCnt="0"/>
      <dgm:spPr/>
    </dgm:pt>
    <dgm:pt modelId="{FA96F721-F221-4892-95DB-71DB50374A6D}" type="pres">
      <dgm:prSet presAssocID="{07B5C3DD-58AE-48A8-AA7D-004297CAA5B2}" presName="hierChild2" presStyleCnt="0"/>
      <dgm:spPr/>
    </dgm:pt>
    <dgm:pt modelId="{4A865B80-91FD-48F2-AA03-1FB7761A0A64}" type="pres">
      <dgm:prSet presAssocID="{07B5C3DD-58AE-48A8-AA7D-004297CAA5B2}" presName="hierChild3" presStyleCnt="0"/>
      <dgm:spPr/>
    </dgm:pt>
    <dgm:pt modelId="{F6B59CB7-31F2-4D9C-AF0C-BB0D5653F235}" type="pres">
      <dgm:prSet presAssocID="{C1BB6976-ECBD-4F1F-8CB9-D232DBB22C91}" presName="hierRoot1" presStyleCnt="0">
        <dgm:presLayoutVars>
          <dgm:hierBranch val="init"/>
        </dgm:presLayoutVars>
      </dgm:prSet>
      <dgm:spPr/>
    </dgm:pt>
    <dgm:pt modelId="{7136F200-6CC7-4D1D-9E29-A849B528DDB7}" type="pres">
      <dgm:prSet presAssocID="{C1BB6976-ECBD-4F1F-8CB9-D232DBB22C91}" presName="rootComposite1" presStyleCnt="0"/>
      <dgm:spPr/>
    </dgm:pt>
    <dgm:pt modelId="{36690B09-3F74-4129-A4C8-9D3224074541}" type="pres">
      <dgm:prSet presAssocID="{C1BB6976-ECBD-4F1F-8CB9-D232DBB22C91}" presName="rootText1" presStyleLbl="node0" presStyleIdx="3" presStyleCnt="4">
        <dgm:presLayoutVars>
          <dgm:chPref val="3"/>
        </dgm:presLayoutVars>
      </dgm:prSet>
      <dgm:spPr/>
    </dgm:pt>
    <dgm:pt modelId="{AADF3AEF-A4A4-4D3F-8173-06334D597087}" type="pres">
      <dgm:prSet presAssocID="{C1BB6976-ECBD-4F1F-8CB9-D232DBB22C91}" presName="rootConnector1" presStyleLbl="node1" presStyleIdx="0" presStyleCnt="0"/>
      <dgm:spPr/>
    </dgm:pt>
    <dgm:pt modelId="{0689E479-D0BE-465D-88E7-3F7BF0BA7A28}" type="pres">
      <dgm:prSet presAssocID="{C1BB6976-ECBD-4F1F-8CB9-D232DBB22C91}" presName="hierChild2" presStyleCnt="0"/>
      <dgm:spPr/>
    </dgm:pt>
    <dgm:pt modelId="{D21CB4F8-68D0-4EF2-ABA9-555220A88A02}" type="pres">
      <dgm:prSet presAssocID="{C1BB6976-ECBD-4F1F-8CB9-D232DBB22C91}" presName="hierChild3" presStyleCnt="0"/>
      <dgm:spPr/>
    </dgm:pt>
  </dgm:ptLst>
  <dgm:cxnLst>
    <dgm:cxn modelId="{36138106-E888-4C0E-9275-4AD5A7CA9F78}" type="presOf" srcId="{277E46C7-7AE1-4735-93D0-398C5E571D96}" destId="{051AD19A-E6D2-4699-9D21-A7AE5E0E9649}" srcOrd="0" destOrd="0" presId="urn:microsoft.com/office/officeart/2005/8/layout/orgChart1"/>
    <dgm:cxn modelId="{8411F809-C780-457C-B978-9F609C78354A}" srcId="{2205DB92-526E-48B5-8D3D-4EAB0EE48409}" destId="{07B5C3DD-58AE-48A8-AA7D-004297CAA5B2}" srcOrd="2" destOrd="0" parTransId="{B730A736-C807-4A14-B73F-BBB2E37F34C6}" sibTransId="{455CF76C-E6EA-44A8-BE84-E10C7A4C6200}"/>
    <dgm:cxn modelId="{06AAEA0D-D94F-49FE-AFE0-0AE768D7AA10}" type="presOf" srcId="{473E02FA-4D15-4752-A69B-6FCA8C237A4D}" destId="{AB5011DD-880E-4174-A9FD-053057B3FEB3}" srcOrd="0" destOrd="0" presId="urn:microsoft.com/office/officeart/2005/8/layout/orgChart1"/>
    <dgm:cxn modelId="{BDC99334-E099-461A-AC06-106DB2F36C1E}" type="presOf" srcId="{277E46C7-7AE1-4735-93D0-398C5E571D96}" destId="{77DE57BD-5B49-4568-8E4A-F99293E7CCDC}" srcOrd="1" destOrd="0" presId="urn:microsoft.com/office/officeart/2005/8/layout/orgChart1"/>
    <dgm:cxn modelId="{6E52BD6F-F3BE-4285-8B6A-26E97C9AF3E1}" type="presOf" srcId="{07B5C3DD-58AE-48A8-AA7D-004297CAA5B2}" destId="{86C0F8C5-40ED-4211-86E8-2501423BF3B1}" srcOrd="1" destOrd="0" presId="urn:microsoft.com/office/officeart/2005/8/layout/orgChart1"/>
    <dgm:cxn modelId="{02FC2692-DDA4-490E-B03F-1940B0C09D48}" srcId="{2205DB92-526E-48B5-8D3D-4EAB0EE48409}" destId="{473E02FA-4D15-4752-A69B-6FCA8C237A4D}" srcOrd="1" destOrd="0" parTransId="{7255E5E1-FC6C-4D6B-A6D5-9255A1F28D27}" sibTransId="{FFB5E4B9-0625-4779-8B37-BC0A0FCA8FB2}"/>
    <dgm:cxn modelId="{70F7919D-B437-4ED4-80EB-EE2A754D01AA}" type="presOf" srcId="{C1BB6976-ECBD-4F1F-8CB9-D232DBB22C91}" destId="{AADF3AEF-A4A4-4D3F-8173-06334D597087}" srcOrd="1" destOrd="0" presId="urn:microsoft.com/office/officeart/2005/8/layout/orgChart1"/>
    <dgm:cxn modelId="{808417A5-6A4F-4486-837B-EFFB01AB55BD}" srcId="{2205DB92-526E-48B5-8D3D-4EAB0EE48409}" destId="{C1BB6976-ECBD-4F1F-8CB9-D232DBB22C91}" srcOrd="3" destOrd="0" parTransId="{EC0CA67E-3330-4EEF-A533-FB4FA73AA86A}" sibTransId="{E1A8F45F-9F34-490C-B567-AF4F2C832B81}"/>
    <dgm:cxn modelId="{A71ADCA9-1660-4C75-A5AF-E289C18951D5}" type="presOf" srcId="{C1BB6976-ECBD-4F1F-8CB9-D232DBB22C91}" destId="{36690B09-3F74-4129-A4C8-9D3224074541}" srcOrd="0" destOrd="0" presId="urn:microsoft.com/office/officeart/2005/8/layout/orgChart1"/>
    <dgm:cxn modelId="{4E2D28C9-197F-457A-A0C9-FDFD0D76CBD0}" type="presOf" srcId="{473E02FA-4D15-4752-A69B-6FCA8C237A4D}" destId="{FB34AEF2-6BD0-4EA6-BBF9-90431C2034A2}" srcOrd="1" destOrd="0" presId="urn:microsoft.com/office/officeart/2005/8/layout/orgChart1"/>
    <dgm:cxn modelId="{B08DBACD-6DE9-48B4-81D7-A64AF2D4F754}" type="presOf" srcId="{2205DB92-526E-48B5-8D3D-4EAB0EE48409}" destId="{ED4198CE-FB19-4C7B-85B9-1C13833906F3}" srcOrd="0" destOrd="0" presId="urn:microsoft.com/office/officeart/2005/8/layout/orgChart1"/>
    <dgm:cxn modelId="{41FE63D2-83BB-440A-BABB-C51134E7E120}" srcId="{2205DB92-526E-48B5-8D3D-4EAB0EE48409}" destId="{277E46C7-7AE1-4735-93D0-398C5E571D96}" srcOrd="0" destOrd="0" parTransId="{8ED8AE6C-CCAA-4ED5-A162-E468F8A0EEA0}" sibTransId="{0E7DFBD6-9243-4470-A1DF-C2673BEA583B}"/>
    <dgm:cxn modelId="{E58F1BE5-8F40-457D-86F0-31E4DCF5CE0B}" type="presOf" srcId="{07B5C3DD-58AE-48A8-AA7D-004297CAA5B2}" destId="{85D03DDF-5025-4BAE-9477-10127F9E1DE1}" srcOrd="0" destOrd="0" presId="urn:microsoft.com/office/officeart/2005/8/layout/orgChart1"/>
    <dgm:cxn modelId="{BBCFA41C-02F4-413C-B186-5E1092ECB631}" type="presParOf" srcId="{ED4198CE-FB19-4C7B-85B9-1C13833906F3}" destId="{C0E71FE8-7BF0-43B2-8F18-ADB183594880}" srcOrd="0" destOrd="0" presId="urn:microsoft.com/office/officeart/2005/8/layout/orgChart1"/>
    <dgm:cxn modelId="{40FB2E81-CB1F-4060-8309-4CD68F59D8F9}" type="presParOf" srcId="{C0E71FE8-7BF0-43B2-8F18-ADB183594880}" destId="{39BF72C9-05B7-447A-8840-1F6497026E0E}" srcOrd="0" destOrd="0" presId="urn:microsoft.com/office/officeart/2005/8/layout/orgChart1"/>
    <dgm:cxn modelId="{A0C21E24-28A7-4443-99D1-695E4C315B11}" type="presParOf" srcId="{39BF72C9-05B7-447A-8840-1F6497026E0E}" destId="{051AD19A-E6D2-4699-9D21-A7AE5E0E9649}" srcOrd="0" destOrd="0" presId="urn:microsoft.com/office/officeart/2005/8/layout/orgChart1"/>
    <dgm:cxn modelId="{DB8A200E-C81E-4693-8F2F-2E2EE016B091}" type="presParOf" srcId="{39BF72C9-05B7-447A-8840-1F6497026E0E}" destId="{77DE57BD-5B49-4568-8E4A-F99293E7CCDC}" srcOrd="1" destOrd="0" presId="urn:microsoft.com/office/officeart/2005/8/layout/orgChart1"/>
    <dgm:cxn modelId="{875113DA-E87A-48F6-BDAB-FF923196FDCE}" type="presParOf" srcId="{C0E71FE8-7BF0-43B2-8F18-ADB183594880}" destId="{E2BE85B6-8F2B-4218-BDAD-EC66A526C950}" srcOrd="1" destOrd="0" presId="urn:microsoft.com/office/officeart/2005/8/layout/orgChart1"/>
    <dgm:cxn modelId="{B9222BA5-F4F7-43C2-9EED-0B4B44895EA8}" type="presParOf" srcId="{C0E71FE8-7BF0-43B2-8F18-ADB183594880}" destId="{387C0377-85C7-4E30-B13F-86F02215EFC9}" srcOrd="2" destOrd="0" presId="urn:microsoft.com/office/officeart/2005/8/layout/orgChart1"/>
    <dgm:cxn modelId="{6AC22018-C0AA-425B-8C62-0FBF96BB0910}" type="presParOf" srcId="{ED4198CE-FB19-4C7B-85B9-1C13833906F3}" destId="{C88A47AF-C4F0-4C7F-86C5-645E169BB249}" srcOrd="1" destOrd="0" presId="urn:microsoft.com/office/officeart/2005/8/layout/orgChart1"/>
    <dgm:cxn modelId="{5823FF2A-96B4-4B60-B388-E4006E8A2838}" type="presParOf" srcId="{C88A47AF-C4F0-4C7F-86C5-645E169BB249}" destId="{2B30DE12-2102-41E8-BA92-2338CC882101}" srcOrd="0" destOrd="0" presId="urn:microsoft.com/office/officeart/2005/8/layout/orgChart1"/>
    <dgm:cxn modelId="{5BC97986-A17F-45D6-B3E6-6F29C9BD57D8}" type="presParOf" srcId="{2B30DE12-2102-41E8-BA92-2338CC882101}" destId="{AB5011DD-880E-4174-A9FD-053057B3FEB3}" srcOrd="0" destOrd="0" presId="urn:microsoft.com/office/officeart/2005/8/layout/orgChart1"/>
    <dgm:cxn modelId="{C9DC3744-5176-4E90-80C5-46CDF9FD5C91}" type="presParOf" srcId="{2B30DE12-2102-41E8-BA92-2338CC882101}" destId="{FB34AEF2-6BD0-4EA6-BBF9-90431C2034A2}" srcOrd="1" destOrd="0" presId="urn:microsoft.com/office/officeart/2005/8/layout/orgChart1"/>
    <dgm:cxn modelId="{3CBEF3D5-A230-40B0-96B6-58BE718EF3B3}" type="presParOf" srcId="{C88A47AF-C4F0-4C7F-86C5-645E169BB249}" destId="{2932054F-F63F-4AEC-BFE0-02B127850D94}" srcOrd="1" destOrd="0" presId="urn:microsoft.com/office/officeart/2005/8/layout/orgChart1"/>
    <dgm:cxn modelId="{CF0A1E3E-5B10-4996-8A4D-7546B6873A3E}" type="presParOf" srcId="{C88A47AF-C4F0-4C7F-86C5-645E169BB249}" destId="{F480A0C7-5628-4A81-BA2C-B65EEAD8FEBE}" srcOrd="2" destOrd="0" presId="urn:microsoft.com/office/officeart/2005/8/layout/orgChart1"/>
    <dgm:cxn modelId="{3481CE05-1FF5-45E8-B514-5603E787F65C}" type="presParOf" srcId="{ED4198CE-FB19-4C7B-85B9-1C13833906F3}" destId="{A03C036D-F579-4DD1-B8BC-F81ABB8CBD84}" srcOrd="2" destOrd="0" presId="urn:microsoft.com/office/officeart/2005/8/layout/orgChart1"/>
    <dgm:cxn modelId="{ADB0201A-20F1-4977-9494-5E2A6827FCC9}" type="presParOf" srcId="{A03C036D-F579-4DD1-B8BC-F81ABB8CBD84}" destId="{88653ED3-A4FD-49E6-AF11-8C2157938F1B}" srcOrd="0" destOrd="0" presId="urn:microsoft.com/office/officeart/2005/8/layout/orgChart1"/>
    <dgm:cxn modelId="{4FB9C9E2-D99A-4479-BFE2-1E76E42853A3}" type="presParOf" srcId="{88653ED3-A4FD-49E6-AF11-8C2157938F1B}" destId="{85D03DDF-5025-4BAE-9477-10127F9E1DE1}" srcOrd="0" destOrd="0" presId="urn:microsoft.com/office/officeart/2005/8/layout/orgChart1"/>
    <dgm:cxn modelId="{A9879076-AE85-4137-8F1A-F5958972C907}" type="presParOf" srcId="{88653ED3-A4FD-49E6-AF11-8C2157938F1B}" destId="{86C0F8C5-40ED-4211-86E8-2501423BF3B1}" srcOrd="1" destOrd="0" presId="urn:microsoft.com/office/officeart/2005/8/layout/orgChart1"/>
    <dgm:cxn modelId="{8720DE34-C85B-447C-9AF1-65F6D852D913}" type="presParOf" srcId="{A03C036D-F579-4DD1-B8BC-F81ABB8CBD84}" destId="{FA96F721-F221-4892-95DB-71DB50374A6D}" srcOrd="1" destOrd="0" presId="urn:microsoft.com/office/officeart/2005/8/layout/orgChart1"/>
    <dgm:cxn modelId="{01B3747A-F22F-4AE5-A716-886203B6D3A2}" type="presParOf" srcId="{A03C036D-F579-4DD1-B8BC-F81ABB8CBD84}" destId="{4A865B80-91FD-48F2-AA03-1FB7761A0A64}" srcOrd="2" destOrd="0" presId="urn:microsoft.com/office/officeart/2005/8/layout/orgChart1"/>
    <dgm:cxn modelId="{A2384FCA-E70C-4DD4-861B-88A6E1DC0864}" type="presParOf" srcId="{ED4198CE-FB19-4C7B-85B9-1C13833906F3}" destId="{F6B59CB7-31F2-4D9C-AF0C-BB0D5653F235}" srcOrd="3" destOrd="0" presId="urn:microsoft.com/office/officeart/2005/8/layout/orgChart1"/>
    <dgm:cxn modelId="{8E1A63ED-9E74-4D0E-A1BF-EF124C25C0DD}" type="presParOf" srcId="{F6B59CB7-31F2-4D9C-AF0C-BB0D5653F235}" destId="{7136F200-6CC7-4D1D-9E29-A849B528DDB7}" srcOrd="0" destOrd="0" presId="urn:microsoft.com/office/officeart/2005/8/layout/orgChart1"/>
    <dgm:cxn modelId="{8FDF6763-2C03-4BF6-A14B-A1573C935A29}" type="presParOf" srcId="{7136F200-6CC7-4D1D-9E29-A849B528DDB7}" destId="{36690B09-3F74-4129-A4C8-9D3224074541}" srcOrd="0" destOrd="0" presId="urn:microsoft.com/office/officeart/2005/8/layout/orgChart1"/>
    <dgm:cxn modelId="{5A18591A-6323-4ACE-8E77-8DCBC9368409}" type="presParOf" srcId="{7136F200-6CC7-4D1D-9E29-A849B528DDB7}" destId="{AADF3AEF-A4A4-4D3F-8173-06334D597087}" srcOrd="1" destOrd="0" presId="urn:microsoft.com/office/officeart/2005/8/layout/orgChart1"/>
    <dgm:cxn modelId="{0816742A-312F-460C-87BC-71DF10ECA511}" type="presParOf" srcId="{F6B59CB7-31F2-4D9C-AF0C-BB0D5653F235}" destId="{0689E479-D0BE-465D-88E7-3F7BF0BA7A28}" srcOrd="1" destOrd="0" presId="urn:microsoft.com/office/officeart/2005/8/layout/orgChart1"/>
    <dgm:cxn modelId="{23823757-F293-4989-97FA-20E7B95EF68E}" type="presParOf" srcId="{F6B59CB7-31F2-4D9C-AF0C-BB0D5653F235}" destId="{D21CB4F8-68D0-4EF2-ABA9-555220A88A02}"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257571-D929-4B24-997B-60091751C2EB}">
      <dsp:nvSpPr>
        <dsp:cNvPr id="0" name=""/>
        <dsp:cNvSpPr/>
      </dsp:nvSpPr>
      <dsp:spPr>
        <a:xfrm>
          <a:off x="37425" y="322878"/>
          <a:ext cx="973664" cy="97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B35179-2AB1-4752-8D7A-4B3E0583FB5F}">
      <dsp:nvSpPr>
        <dsp:cNvPr id="0" name=""/>
        <dsp:cNvSpPr/>
      </dsp:nvSpPr>
      <dsp:spPr>
        <a:xfrm>
          <a:off x="241895" y="527348"/>
          <a:ext cx="564725" cy="5647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B22A7A-2C0F-45C7-AC2A-EDD0936F1C59}">
      <dsp:nvSpPr>
        <dsp:cNvPr id="0" name=""/>
        <dsp:cNvSpPr/>
      </dsp:nvSpPr>
      <dsp:spPr>
        <a:xfrm>
          <a:off x="1219733" y="322878"/>
          <a:ext cx="2295067" cy="973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Medir</a:t>
          </a:r>
          <a:r>
            <a:rPr lang="en-US" sz="1200" kern="1200" dirty="0">
              <a:latin typeface="Times New Roman" panose="02020603050405020304" pitchFamily="18" charset="0"/>
              <a:cs typeface="Times New Roman" panose="02020603050405020304" pitchFamily="18" charset="0"/>
            </a:rPr>
            <a:t> y </a:t>
          </a:r>
          <a:r>
            <a:rPr lang="en-US" sz="1200" kern="1200" dirty="0" err="1">
              <a:latin typeface="Times New Roman" panose="02020603050405020304" pitchFamily="18" charset="0"/>
              <a:cs typeface="Times New Roman" panose="02020603050405020304" pitchFamily="18" charset="0"/>
            </a:rPr>
            <a:t>calcular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fuerza</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presión</a:t>
          </a:r>
          <a:r>
            <a:rPr lang="en-US" sz="1200" kern="1200" dirty="0">
              <a:latin typeface="Times New Roman" panose="02020603050405020304" pitchFamily="18" charset="0"/>
              <a:cs typeface="Times New Roman" panose="02020603050405020304" pitchFamily="18" charset="0"/>
            </a:rPr>
            <a:t> de la </a:t>
          </a:r>
          <a:r>
            <a:rPr lang="en-US" sz="1200" kern="1200" dirty="0" err="1">
              <a:latin typeface="Times New Roman" panose="02020603050405020304" pitchFamily="18" charset="0"/>
              <a:cs typeface="Times New Roman" panose="02020603050405020304" pitchFamily="18" charset="0"/>
            </a:rPr>
            <a:t>cámara</a:t>
          </a:r>
          <a:r>
            <a:rPr lang="en-US" sz="1200" kern="1200" dirty="0">
              <a:latin typeface="Times New Roman" panose="02020603050405020304" pitchFamily="18" charset="0"/>
              <a:cs typeface="Times New Roman" panose="02020603050405020304" pitchFamily="18" charset="0"/>
            </a:rPr>
            <a:t> de </a:t>
          </a:r>
          <a:r>
            <a:rPr lang="en-US" sz="1200" kern="1200" dirty="0" err="1">
              <a:latin typeface="Times New Roman" panose="02020603050405020304" pitchFamily="18" charset="0"/>
              <a:cs typeface="Times New Roman" panose="02020603050405020304" pitchFamily="18" charset="0"/>
            </a:rPr>
            <a:t>combustión</a:t>
          </a:r>
          <a:r>
            <a:rPr lang="en-US" sz="1200" kern="1200" dirty="0">
              <a:latin typeface="Times New Roman" panose="02020603050405020304" pitchFamily="18" charset="0"/>
              <a:cs typeface="Times New Roman" panose="02020603050405020304" pitchFamily="18" charset="0"/>
            </a:rPr>
            <a:t> del </a:t>
          </a:r>
          <a:r>
            <a:rPr lang="en-US" sz="1200" kern="1200" dirty="0" err="1">
              <a:latin typeface="Times New Roman" panose="02020603050405020304" pitchFamily="18" charset="0"/>
              <a:cs typeface="Times New Roman" panose="02020603050405020304" pitchFamily="18" charset="0"/>
            </a:rPr>
            <a:t>vehiculó</a:t>
          </a:r>
          <a:r>
            <a:rPr lang="en-US" sz="1200" kern="1200" dirty="0">
              <a:latin typeface="Times New Roman" panose="02020603050405020304" pitchFamily="18" charset="0"/>
              <a:cs typeface="Times New Roman" panose="02020603050405020304" pitchFamily="18" charset="0"/>
            </a:rPr>
            <a:t>.</a:t>
          </a:r>
        </a:p>
      </dsp:txBody>
      <dsp:txXfrm>
        <a:off x="1219733" y="322878"/>
        <a:ext cx="2295067" cy="973664"/>
      </dsp:txXfrm>
    </dsp:sp>
    <dsp:sp modelId="{699231DB-6E0F-4D33-BC05-EAB5D344C8E7}">
      <dsp:nvSpPr>
        <dsp:cNvPr id="0" name=""/>
        <dsp:cNvSpPr/>
      </dsp:nvSpPr>
      <dsp:spPr>
        <a:xfrm>
          <a:off x="3914698" y="322878"/>
          <a:ext cx="973664" cy="97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5B2191-C6E2-4B65-9D50-7A20EEB048B1}">
      <dsp:nvSpPr>
        <dsp:cNvPr id="0" name=""/>
        <dsp:cNvSpPr/>
      </dsp:nvSpPr>
      <dsp:spPr>
        <a:xfrm>
          <a:off x="4119168" y="527348"/>
          <a:ext cx="564725" cy="5647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81DDEE-6943-46B5-AE9E-37848CF335E0}">
      <dsp:nvSpPr>
        <dsp:cNvPr id="0" name=""/>
        <dsp:cNvSpPr/>
      </dsp:nvSpPr>
      <dsp:spPr>
        <a:xfrm>
          <a:off x="5097005" y="322878"/>
          <a:ext cx="2295067" cy="973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Medir</a:t>
          </a:r>
          <a:r>
            <a:rPr lang="en-US" sz="1200" kern="1200" dirty="0">
              <a:latin typeface="Times New Roman" panose="02020603050405020304" pitchFamily="18" charset="0"/>
              <a:cs typeface="Times New Roman" panose="02020603050405020304" pitchFamily="18" charset="0"/>
            </a:rPr>
            <a:t> la </a:t>
          </a:r>
          <a:r>
            <a:rPr lang="en-US" sz="1200" kern="1200" dirty="0" err="1">
              <a:latin typeface="Times New Roman" panose="02020603050405020304" pitchFamily="18" charset="0"/>
              <a:cs typeface="Times New Roman" panose="02020603050405020304" pitchFamily="18" charset="0"/>
            </a:rPr>
            <a:t>energía</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química</a:t>
          </a:r>
          <a:r>
            <a:rPr lang="en-US" sz="1200" kern="1200" dirty="0">
              <a:latin typeface="Times New Roman" panose="02020603050405020304" pitchFamily="18" charset="0"/>
              <a:cs typeface="Times New Roman" panose="02020603050405020304" pitchFamily="18" charset="0"/>
            </a:rPr>
            <a:t> de la </a:t>
          </a:r>
          <a:r>
            <a:rPr lang="en-US" sz="1200" kern="1200" dirty="0" err="1">
              <a:latin typeface="Times New Roman" panose="02020603050405020304" pitchFamily="18" charset="0"/>
              <a:cs typeface="Times New Roman" panose="02020603050405020304" pitchFamily="18" charset="0"/>
            </a:rPr>
            <a:t>cámara</a:t>
          </a:r>
          <a:r>
            <a:rPr lang="en-US" sz="1200" kern="1200" dirty="0">
              <a:latin typeface="Times New Roman" panose="02020603050405020304" pitchFamily="18" charset="0"/>
              <a:cs typeface="Times New Roman" panose="02020603050405020304" pitchFamily="18" charset="0"/>
            </a:rPr>
            <a:t> de </a:t>
          </a:r>
          <a:r>
            <a:rPr lang="en-US" sz="1200" kern="1200" dirty="0" err="1">
              <a:latin typeface="Times New Roman" panose="02020603050405020304" pitchFamily="18" charset="0"/>
              <a:cs typeface="Times New Roman" panose="02020603050405020304" pitchFamily="18" charset="0"/>
            </a:rPr>
            <a:t>combustión</a:t>
          </a:r>
          <a:r>
            <a:rPr lang="en-US" sz="1200" kern="1200" dirty="0">
              <a:latin typeface="Times New Roman" panose="02020603050405020304" pitchFamily="18" charset="0"/>
              <a:cs typeface="Times New Roman" panose="02020603050405020304" pitchFamily="18" charset="0"/>
            </a:rPr>
            <a:t>.</a:t>
          </a:r>
        </a:p>
      </dsp:txBody>
      <dsp:txXfrm>
        <a:off x="5097005" y="322878"/>
        <a:ext cx="2295067" cy="973664"/>
      </dsp:txXfrm>
    </dsp:sp>
    <dsp:sp modelId="{43232828-6A4B-4E18-88B8-93A5A9A6C335}">
      <dsp:nvSpPr>
        <dsp:cNvPr id="0" name=""/>
        <dsp:cNvSpPr/>
      </dsp:nvSpPr>
      <dsp:spPr>
        <a:xfrm>
          <a:off x="37425" y="1827657"/>
          <a:ext cx="973664" cy="97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844B00-DB3F-4B48-B0BF-3685C1D96331}">
      <dsp:nvSpPr>
        <dsp:cNvPr id="0" name=""/>
        <dsp:cNvSpPr/>
      </dsp:nvSpPr>
      <dsp:spPr>
        <a:xfrm>
          <a:off x="241895" y="2032127"/>
          <a:ext cx="564725" cy="5647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B16694-593A-440C-9830-52636DE30FD6}">
      <dsp:nvSpPr>
        <dsp:cNvPr id="0" name=""/>
        <dsp:cNvSpPr/>
      </dsp:nvSpPr>
      <dsp:spPr>
        <a:xfrm>
          <a:off x="1219733" y="1827657"/>
          <a:ext cx="2295067" cy="973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Medir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pistones</a:t>
          </a:r>
          <a:r>
            <a:rPr lang="en-US" sz="1200" kern="1200" dirty="0">
              <a:latin typeface="Times New Roman" panose="02020603050405020304" pitchFamily="18" charset="0"/>
              <a:cs typeface="Times New Roman" panose="02020603050405020304" pitchFamily="18" charset="0"/>
            </a:rPr>
            <a:t> y </a:t>
          </a:r>
          <a:r>
            <a:rPr lang="en-US" sz="1200" kern="1200" dirty="0" err="1">
              <a:latin typeface="Times New Roman" panose="02020603050405020304" pitchFamily="18" charset="0"/>
              <a:cs typeface="Times New Roman" panose="02020603050405020304" pitchFamily="18" charset="0"/>
            </a:rPr>
            <a:t>presión</a:t>
          </a:r>
          <a:r>
            <a:rPr lang="en-US" sz="1200" kern="1200" dirty="0">
              <a:latin typeface="Times New Roman" panose="02020603050405020304" pitchFamily="18" charset="0"/>
              <a:cs typeface="Times New Roman" panose="02020603050405020304" pitchFamily="18" charset="0"/>
            </a:rPr>
            <a:t> de combustible del </a:t>
          </a:r>
          <a:r>
            <a:rPr lang="en-US" sz="1200" kern="1200" dirty="0" err="1">
              <a:latin typeface="Times New Roman" panose="02020603050405020304" pitchFamily="18" charset="0"/>
              <a:cs typeface="Times New Roman" panose="02020603050405020304" pitchFamily="18" charset="0"/>
            </a:rPr>
            <a:t>vehículo</a:t>
          </a:r>
          <a:endParaRPr lang="en-US" sz="1200" kern="1200" dirty="0">
            <a:latin typeface="Times New Roman" panose="02020603050405020304" pitchFamily="18" charset="0"/>
            <a:cs typeface="Times New Roman" panose="02020603050405020304" pitchFamily="18" charset="0"/>
          </a:endParaRPr>
        </a:p>
      </dsp:txBody>
      <dsp:txXfrm>
        <a:off x="1219733" y="1827657"/>
        <a:ext cx="2295067" cy="973664"/>
      </dsp:txXfrm>
    </dsp:sp>
    <dsp:sp modelId="{F746C02B-A38B-4278-ABB0-3F0A4CEB7B8E}">
      <dsp:nvSpPr>
        <dsp:cNvPr id="0" name=""/>
        <dsp:cNvSpPr/>
      </dsp:nvSpPr>
      <dsp:spPr>
        <a:xfrm>
          <a:off x="3914698" y="1827657"/>
          <a:ext cx="973664" cy="97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EF4E97-4650-48EB-9832-173A6B65B603}">
      <dsp:nvSpPr>
        <dsp:cNvPr id="0" name=""/>
        <dsp:cNvSpPr/>
      </dsp:nvSpPr>
      <dsp:spPr>
        <a:xfrm>
          <a:off x="4119168" y="2032127"/>
          <a:ext cx="564725" cy="56472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CAA210-D757-4863-8516-0BA68689D239}">
      <dsp:nvSpPr>
        <dsp:cNvPr id="0" name=""/>
        <dsp:cNvSpPr/>
      </dsp:nvSpPr>
      <dsp:spPr>
        <a:xfrm>
          <a:off x="5097005" y="1827657"/>
          <a:ext cx="2295067" cy="9736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Cambio de </a:t>
          </a:r>
          <a:r>
            <a:rPr lang="en-US" sz="1200" kern="1200" dirty="0" err="1">
              <a:latin typeface="Times New Roman" panose="02020603050405020304" pitchFamily="18" charset="0"/>
              <a:cs typeface="Times New Roman" panose="02020603050405020304" pitchFamily="18" charset="0"/>
            </a:rPr>
            <a:t>componentes</a:t>
          </a:r>
          <a:r>
            <a:rPr lang="en-US" sz="1200" kern="1200" dirty="0">
              <a:latin typeface="Times New Roman" panose="02020603050405020304" pitchFamily="18" charset="0"/>
              <a:cs typeface="Times New Roman" panose="02020603050405020304" pitchFamily="18" charset="0"/>
            </a:rPr>
            <a:t> del motor del </a:t>
          </a:r>
          <a:r>
            <a:rPr lang="en-US" sz="1200" kern="1200" dirty="0" err="1">
              <a:latin typeface="Times New Roman" panose="02020603050405020304" pitchFamily="18" charset="0"/>
              <a:cs typeface="Times New Roman" panose="02020603050405020304" pitchFamily="18" charset="0"/>
            </a:rPr>
            <a:t>vehículo</a:t>
          </a:r>
          <a:endParaRPr lang="en-US" sz="1200" kern="1200" dirty="0">
            <a:latin typeface="Times New Roman" panose="02020603050405020304" pitchFamily="18" charset="0"/>
            <a:cs typeface="Times New Roman" panose="02020603050405020304" pitchFamily="18" charset="0"/>
          </a:endParaRPr>
        </a:p>
      </dsp:txBody>
      <dsp:txXfrm>
        <a:off x="5097005" y="1827657"/>
        <a:ext cx="2295067" cy="9736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AD19A-E6D2-4699-9D21-A7AE5E0E9649}">
      <dsp:nvSpPr>
        <dsp:cNvPr id="0" name=""/>
        <dsp:cNvSpPr/>
      </dsp:nvSpPr>
      <dsp:spPr>
        <a:xfrm>
          <a:off x="3727" y="1013479"/>
          <a:ext cx="1554657" cy="777328"/>
        </a:xfrm>
        <a:prstGeom prst="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Los </a:t>
          </a:r>
          <a:r>
            <a:rPr lang="en-US" sz="1100" kern="1200" dirty="0" err="1">
              <a:latin typeface="Times New Roman" panose="02020603050405020304" pitchFamily="18" charset="0"/>
              <a:cs typeface="Times New Roman" panose="02020603050405020304" pitchFamily="18" charset="0"/>
            </a:rPr>
            <a:t>materiales</a:t>
          </a:r>
          <a:r>
            <a:rPr lang="en-US" sz="1100" kern="1200" dirty="0">
              <a:latin typeface="Times New Roman" panose="02020603050405020304" pitchFamily="18" charset="0"/>
              <a:cs typeface="Times New Roman" panose="02020603050405020304" pitchFamily="18" charset="0"/>
            </a:rPr>
            <a:t> que </a:t>
          </a:r>
          <a:r>
            <a:rPr lang="en-US" sz="1100" kern="1200" dirty="0" err="1">
              <a:latin typeface="Times New Roman" panose="02020603050405020304" pitchFamily="18" charset="0"/>
              <a:cs typeface="Times New Roman" panose="02020603050405020304" pitchFamily="18" charset="0"/>
            </a:rPr>
            <a:t>vamos</a:t>
          </a:r>
          <a:r>
            <a:rPr lang="en-US" sz="1100" kern="1200" dirty="0">
              <a:latin typeface="Times New Roman" panose="02020603050405020304" pitchFamily="18" charset="0"/>
              <a:cs typeface="Times New Roman" panose="02020603050405020304" pitchFamily="18" charset="0"/>
            </a:rPr>
            <a:t> a tener que </a:t>
          </a:r>
          <a:r>
            <a:rPr lang="en-US" sz="1100" kern="1200" dirty="0" err="1">
              <a:latin typeface="Times New Roman" panose="02020603050405020304" pitchFamily="18" charset="0"/>
              <a:cs typeface="Times New Roman" panose="02020603050405020304" pitchFamily="18" charset="0"/>
            </a:rPr>
            <a:t>utilizar</a:t>
          </a:r>
          <a:r>
            <a:rPr lang="en-US" sz="1100" kern="1200" dirty="0">
              <a:latin typeface="Times New Roman" panose="02020603050405020304" pitchFamily="18" charset="0"/>
              <a:cs typeface="Times New Roman" panose="02020603050405020304" pitchFamily="18" charset="0"/>
            </a:rPr>
            <a:t> son los </a:t>
          </a:r>
          <a:r>
            <a:rPr lang="en-US" sz="1100" kern="1200" dirty="0" err="1">
              <a:latin typeface="Times New Roman" panose="02020603050405020304" pitchFamily="18" charset="0"/>
              <a:cs typeface="Times New Roman" panose="02020603050405020304" pitchFamily="18" charset="0"/>
            </a:rPr>
            <a:t>siguientes</a:t>
          </a:r>
          <a:r>
            <a:rPr lang="en-US" sz="1100" kern="1200" dirty="0">
              <a:latin typeface="Times New Roman" panose="02020603050405020304" pitchFamily="18" charset="0"/>
              <a:cs typeface="Times New Roman" panose="02020603050405020304" pitchFamily="18" charset="0"/>
            </a:rPr>
            <a:t> para </a:t>
          </a:r>
          <a:r>
            <a:rPr lang="en-US" sz="1100" kern="1200" dirty="0" err="1">
              <a:latin typeface="Times New Roman" panose="02020603050405020304" pitchFamily="18" charset="0"/>
              <a:cs typeface="Times New Roman" panose="02020603050405020304" pitchFamily="18" charset="0"/>
            </a:rPr>
            <a:t>poder</a:t>
          </a:r>
          <a:r>
            <a:rPr lang="en-US" sz="1100" kern="1200" dirty="0">
              <a:latin typeface="Times New Roman" panose="02020603050405020304" pitchFamily="18" charset="0"/>
              <a:cs typeface="Times New Roman" panose="02020603050405020304" pitchFamily="18" charset="0"/>
            </a:rPr>
            <a:t> </a:t>
          </a:r>
          <a:r>
            <a:rPr lang="en-US" sz="1100" kern="1200" dirty="0" err="1">
              <a:latin typeface="Times New Roman" panose="02020603050405020304" pitchFamily="18" charset="0"/>
              <a:cs typeface="Times New Roman" panose="02020603050405020304" pitchFamily="18" charset="0"/>
            </a:rPr>
            <a:t>comenzar</a:t>
          </a:r>
          <a:r>
            <a:rPr lang="en-US" sz="1100" kern="1200" dirty="0">
              <a:latin typeface="Times New Roman" panose="02020603050405020304" pitchFamily="18" charset="0"/>
              <a:cs typeface="Times New Roman" panose="02020603050405020304" pitchFamily="18" charset="0"/>
            </a:rPr>
            <a:t> con </a:t>
          </a:r>
          <a:r>
            <a:rPr lang="en-US" sz="1100" kern="1200" dirty="0" err="1">
              <a:latin typeface="Times New Roman" panose="02020603050405020304" pitchFamily="18" charset="0"/>
              <a:cs typeface="Times New Roman" panose="02020603050405020304" pitchFamily="18" charset="0"/>
            </a:rPr>
            <a:t>nuestro</a:t>
          </a:r>
          <a:r>
            <a:rPr lang="en-US" sz="1100" kern="1200" dirty="0">
              <a:latin typeface="Times New Roman" panose="02020603050405020304" pitchFamily="18" charset="0"/>
              <a:cs typeface="Times New Roman" panose="02020603050405020304" pitchFamily="18" charset="0"/>
            </a:rPr>
            <a:t> proyecto:</a:t>
          </a:r>
        </a:p>
      </dsp:txBody>
      <dsp:txXfrm>
        <a:off x="3727" y="1013479"/>
        <a:ext cx="1554657" cy="777328"/>
      </dsp:txXfrm>
    </dsp:sp>
    <dsp:sp modelId="{AB5011DD-880E-4174-A9FD-053057B3FEB3}">
      <dsp:nvSpPr>
        <dsp:cNvPr id="0" name=""/>
        <dsp:cNvSpPr/>
      </dsp:nvSpPr>
      <dsp:spPr>
        <a:xfrm>
          <a:off x="1865195" y="993812"/>
          <a:ext cx="1554657" cy="777328"/>
        </a:xfrm>
        <a:prstGeom prst="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Computador</a:t>
          </a:r>
          <a:r>
            <a:rPr lang="en-US" sz="1200" kern="1200" dirty="0">
              <a:latin typeface="Times New Roman" panose="02020603050405020304" pitchFamily="18" charset="0"/>
              <a:cs typeface="Times New Roman" panose="02020603050405020304" pitchFamily="18" charset="0"/>
            </a:rPr>
            <a:t> para </a:t>
          </a:r>
          <a:r>
            <a:rPr lang="en-US" sz="1200" kern="1200" dirty="0" err="1">
              <a:latin typeface="Times New Roman" panose="02020603050405020304" pitchFamily="18" charset="0"/>
              <a:cs typeface="Times New Roman" panose="02020603050405020304" pitchFamily="18" charset="0"/>
            </a:rPr>
            <a:t>poder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investigar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cosas</a:t>
          </a:r>
          <a:r>
            <a:rPr lang="en-US" sz="1200" kern="1200" dirty="0">
              <a:latin typeface="Times New Roman" panose="02020603050405020304" pitchFamily="18" charset="0"/>
              <a:cs typeface="Times New Roman" panose="02020603050405020304" pitchFamily="18" charset="0"/>
            </a:rPr>
            <a:t> que </a:t>
          </a:r>
          <a:r>
            <a:rPr lang="en-US" sz="1200" kern="1200" dirty="0" err="1">
              <a:latin typeface="Times New Roman" panose="02020603050405020304" pitchFamily="18" charset="0"/>
              <a:cs typeface="Times New Roman" panose="02020603050405020304" pitchFamily="18" charset="0"/>
            </a:rPr>
            <a:t>necesitaremos</a:t>
          </a:r>
          <a:r>
            <a:rPr lang="en-US" sz="1200" kern="1200" dirty="0">
              <a:latin typeface="Times New Roman" panose="02020603050405020304" pitchFamily="18" charset="0"/>
              <a:cs typeface="Times New Roman" panose="02020603050405020304" pitchFamily="18" charset="0"/>
            </a:rPr>
            <a:t>.</a:t>
          </a:r>
        </a:p>
      </dsp:txBody>
      <dsp:txXfrm>
        <a:off x="1865195" y="993812"/>
        <a:ext cx="1554657" cy="777328"/>
      </dsp:txXfrm>
    </dsp:sp>
    <dsp:sp modelId="{85D03DDF-5025-4BAE-9477-10127F9E1DE1}">
      <dsp:nvSpPr>
        <dsp:cNvPr id="0" name=""/>
        <dsp:cNvSpPr/>
      </dsp:nvSpPr>
      <dsp:spPr>
        <a:xfrm>
          <a:off x="3765997" y="1013479"/>
          <a:ext cx="1554657" cy="777328"/>
        </a:xfrm>
        <a:prstGeom prst="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Materiales</a:t>
          </a:r>
          <a:r>
            <a:rPr lang="en-US" sz="1200" kern="1200" dirty="0">
              <a:latin typeface="Times New Roman" panose="02020603050405020304" pitchFamily="18" charset="0"/>
              <a:cs typeface="Times New Roman" panose="02020603050405020304" pitchFamily="18" charset="0"/>
            </a:rPr>
            <a:t> para </a:t>
          </a:r>
          <a:r>
            <a:rPr lang="en-US" sz="1200" kern="1200" dirty="0" err="1">
              <a:latin typeface="Times New Roman" panose="02020603050405020304" pitchFamily="18" charset="0"/>
              <a:cs typeface="Times New Roman" panose="02020603050405020304" pitchFamily="18" charset="0"/>
            </a:rPr>
            <a:t>medir</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como</a:t>
          </a:r>
          <a:r>
            <a:rPr lang="en-US" sz="1200" kern="1200" dirty="0">
              <a:latin typeface="Times New Roman" panose="02020603050405020304" pitchFamily="18" charset="0"/>
              <a:cs typeface="Times New Roman" panose="02020603050405020304" pitchFamily="18" charset="0"/>
            </a:rPr>
            <a:t> pie de metro, </a:t>
          </a:r>
          <a:r>
            <a:rPr lang="en-US" sz="1200" kern="1200" dirty="0" err="1">
              <a:latin typeface="Times New Roman" panose="02020603050405020304" pitchFamily="18" charset="0"/>
              <a:cs typeface="Times New Roman" panose="02020603050405020304" pitchFamily="18" charset="0"/>
            </a:rPr>
            <a:t>micrómetro</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anemómetro</a:t>
          </a:r>
          <a:r>
            <a:rPr lang="en-US" sz="1200" kern="1200" dirty="0">
              <a:latin typeface="Times New Roman" panose="02020603050405020304" pitchFamily="18" charset="0"/>
              <a:cs typeface="Times New Roman" panose="02020603050405020304" pitchFamily="18" charset="0"/>
            </a:rPr>
            <a:t>.</a:t>
          </a:r>
        </a:p>
      </dsp:txBody>
      <dsp:txXfrm>
        <a:off x="3765997" y="1013479"/>
        <a:ext cx="1554657" cy="777328"/>
      </dsp:txXfrm>
    </dsp:sp>
    <dsp:sp modelId="{36690B09-3F74-4129-A4C8-9D3224074541}">
      <dsp:nvSpPr>
        <dsp:cNvPr id="0" name=""/>
        <dsp:cNvSpPr/>
      </dsp:nvSpPr>
      <dsp:spPr>
        <a:xfrm>
          <a:off x="5647132" y="1013479"/>
          <a:ext cx="1554657" cy="777328"/>
        </a:xfrm>
        <a:prstGeom prst="rect">
          <a:avLst/>
        </a:prstGeom>
        <a:gradFill rotWithShape="0">
          <a:gsLst>
            <a:gs pos="0">
              <a:schemeClr val="dk2">
                <a:hueOff val="0"/>
                <a:satOff val="0"/>
                <a:lumOff val="0"/>
                <a:alphaOff val="0"/>
                <a:tint val="96000"/>
                <a:lumMod val="104000"/>
              </a:schemeClr>
            </a:gs>
            <a:gs pos="100000">
              <a:schemeClr val="dk2">
                <a:hueOff val="0"/>
                <a:satOff val="0"/>
                <a:lumOff val="0"/>
                <a:alphaOff val="0"/>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latin typeface="Times New Roman" panose="02020603050405020304" pitchFamily="18" charset="0"/>
              <a:cs typeface="Times New Roman" panose="02020603050405020304" pitchFamily="18" charset="0"/>
            </a:rPr>
            <a:t>Calculadora</a:t>
          </a:r>
          <a:r>
            <a:rPr lang="en-US" sz="1200" kern="1200" dirty="0">
              <a:latin typeface="Times New Roman" panose="02020603050405020304" pitchFamily="18" charset="0"/>
              <a:cs typeface="Times New Roman" panose="02020603050405020304" pitchFamily="18" charset="0"/>
            </a:rPr>
            <a:t> </a:t>
          </a:r>
          <a:r>
            <a:rPr lang="en-US" sz="1200" kern="1200" dirty="0" err="1">
              <a:latin typeface="Times New Roman" panose="02020603050405020304" pitchFamily="18" charset="0"/>
              <a:cs typeface="Times New Roman" panose="02020603050405020304" pitchFamily="18" charset="0"/>
            </a:rPr>
            <a:t>científica</a:t>
          </a:r>
          <a:r>
            <a:rPr lang="en-US" sz="1200" kern="1200" dirty="0">
              <a:latin typeface="Times New Roman" panose="02020603050405020304" pitchFamily="18" charset="0"/>
              <a:cs typeface="Times New Roman" panose="02020603050405020304" pitchFamily="18" charset="0"/>
            </a:rPr>
            <a:t> y Manual del </a:t>
          </a:r>
          <a:r>
            <a:rPr lang="en-US" sz="1200" kern="1200" dirty="0" err="1">
              <a:latin typeface="Times New Roman" panose="02020603050405020304" pitchFamily="18" charset="0"/>
              <a:cs typeface="Times New Roman" panose="02020603050405020304" pitchFamily="18" charset="0"/>
            </a:rPr>
            <a:t>vehículo</a:t>
          </a:r>
          <a:r>
            <a:rPr lang="en-US" sz="1200" kern="1200" dirty="0">
              <a:latin typeface="Times New Roman" panose="02020603050405020304" pitchFamily="18" charset="0"/>
              <a:cs typeface="Times New Roman" panose="02020603050405020304" pitchFamily="18" charset="0"/>
            </a:rPr>
            <a:t>.</a:t>
          </a:r>
        </a:p>
      </dsp:txBody>
      <dsp:txXfrm>
        <a:off x="5647132" y="1013479"/>
        <a:ext cx="1554657" cy="77732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40E5E0-E3D0-42D2-A467-425CCD46441B}" type="datetimeFigureOut">
              <a:rPr lang="es-CL" smtClean="0"/>
              <a:t>12-12-23</a:t>
            </a:fld>
            <a:endParaRPr lang="es-CL"/>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383874-1211-4C44-B361-2054F87AFB79}" type="slidenum">
              <a:rPr lang="es-CL" smtClean="0"/>
              <a:t>‹Nº›</a:t>
            </a:fld>
            <a:endParaRPr lang="es-CL"/>
          </a:p>
        </p:txBody>
      </p:sp>
    </p:spTree>
    <p:extLst>
      <p:ext uri="{BB962C8B-B14F-4D97-AF65-F5344CB8AC3E}">
        <p14:creationId xmlns:p14="http://schemas.microsoft.com/office/powerpoint/2010/main" val="2255522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Cronograma </a:t>
            </a:r>
          </a:p>
          <a:p>
            <a:endParaRPr lang="es-ES" dirty="0"/>
          </a:p>
          <a:p>
            <a:r>
              <a:rPr lang="es-ES" dirty="0"/>
              <a:t> </a:t>
            </a:r>
            <a:endParaRPr lang="es-CL" dirty="0"/>
          </a:p>
        </p:txBody>
      </p:sp>
      <p:sp>
        <p:nvSpPr>
          <p:cNvPr id="4" name="Marcador de número de diapositiva 3"/>
          <p:cNvSpPr>
            <a:spLocks noGrp="1"/>
          </p:cNvSpPr>
          <p:nvPr>
            <p:ph type="sldNum" sz="quarter" idx="5"/>
          </p:nvPr>
        </p:nvSpPr>
        <p:spPr/>
        <p:txBody>
          <a:bodyPr/>
          <a:lstStyle/>
          <a:p>
            <a:fld id="{E2383874-1211-4C44-B361-2054F87AFB79}" type="slidenum">
              <a:rPr lang="es-CL" smtClean="0"/>
              <a:t>6</a:t>
            </a:fld>
            <a:endParaRPr lang="es-CL"/>
          </a:p>
        </p:txBody>
      </p:sp>
    </p:spTree>
    <p:extLst>
      <p:ext uri="{BB962C8B-B14F-4D97-AF65-F5344CB8AC3E}">
        <p14:creationId xmlns:p14="http://schemas.microsoft.com/office/powerpoint/2010/main" val="3438656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819314" y="596019"/>
            <a:ext cx="7510506" cy="3213982"/>
          </a:xfrm>
        </p:spPr>
        <p:txBody>
          <a:bodyPr anchor="b">
            <a:normAutofit/>
          </a:bodyPr>
          <a:lstStyle>
            <a:lvl1pPr algn="ctr">
              <a:defRPr sz="40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19314" y="3886200"/>
            <a:ext cx="7510506" cy="2219108"/>
          </a:xfrm>
        </p:spPr>
        <p:txBody>
          <a:bodyPr anchor="t">
            <a:normAutofit/>
          </a:bodyPr>
          <a:lstStyle>
            <a:lvl1pPr marL="0" indent="0" algn="ctr">
              <a:buNone/>
              <a:defRPr sz="1800">
                <a:gradFill flip="none" rotWithShape="1">
                  <a:gsLst>
                    <a:gs pos="0">
                      <a:schemeClr val="tx1"/>
                    </a:gs>
                    <a:gs pos="100000">
                      <a:schemeClr val="tx1">
                        <a:lumMod val="75000"/>
                      </a:schemeClr>
                    </a:gs>
                  </a:gsLst>
                  <a:lin ang="0" scaled="1"/>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547366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840184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19314" y="3270698"/>
            <a:ext cx="7510506" cy="1823305"/>
          </a:xfrm>
        </p:spPr>
        <p:txBody>
          <a:bodyPr anchor="b">
            <a:normAutofit/>
          </a:bodyPr>
          <a:lstStyle>
            <a:lvl1pPr algn="r">
              <a:defRPr sz="28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9314" y="5103810"/>
            <a:ext cx="7510506" cy="998250"/>
          </a:xfrm>
        </p:spPr>
        <p:txBody>
          <a:bodyPr anchor="t">
            <a:normAutofit/>
          </a:bodyPr>
          <a:lstStyle>
            <a:lvl1pPr marL="0" indent="0" algn="r">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75647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18347" y="2060898"/>
            <a:ext cx="3685073" cy="4031331"/>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40580" y="2060898"/>
            <a:ext cx="3689239" cy="403133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1BFFDA3-703B-5A46-AEFC-E14C30159CAC}" type="datetimeFigureOut">
              <a:rPr lang="es-ES" smtClean="0"/>
              <a:t>12/12/23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612041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6306" y="2060898"/>
            <a:ext cx="3397113" cy="733596"/>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18347" y="2786027"/>
            <a:ext cx="3685073"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910150" y="2060898"/>
            <a:ext cx="3419670" cy="725129"/>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65" y="2786027"/>
            <a:ext cx="3701520"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1BFFDA3-703B-5A46-AEFC-E14C30159CAC}" type="datetimeFigureOut">
              <a:rPr lang="es-ES" smtClean="0"/>
              <a:t>12/12/23</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556575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600"/>
            </a:lvl1p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1BFFDA3-703B-5A46-AEFC-E14C30159CAC}" type="datetimeFigureOut">
              <a:rPr lang="es-ES" smtClean="0"/>
              <a:t>12/12/23</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629950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BFFDA3-703B-5A46-AEFC-E14C30159CAC}" type="datetimeFigureOut">
              <a:rPr lang="es-ES" smtClean="0"/>
              <a:t>12/12/23</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445628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18347" y="1754928"/>
            <a:ext cx="2729523" cy="1371600"/>
          </a:xfrm>
        </p:spPr>
        <p:txBody>
          <a:bodyPr anchor="b">
            <a:normAutofit/>
          </a:bodyPr>
          <a:lstStyle>
            <a:lvl1pPr algn="l">
              <a:defRPr sz="22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28856" y="596018"/>
            <a:ext cx="4500964" cy="5506041"/>
          </a:xfrm>
        </p:spPr>
        <p:txBody>
          <a:bodyPr anchor="ctr">
            <a:normAutofit/>
          </a:bodyPr>
          <a:lstStyle>
            <a:lvl1pPr>
              <a:defRPr sz="1800"/>
            </a:lvl1pPr>
            <a:lvl2pPr>
              <a:defRPr sz="1600"/>
            </a:lvl2pPr>
            <a:lvl3pPr>
              <a:defRPr sz="1400"/>
            </a:lvl3pPr>
            <a:lvl4pPr>
              <a:defRPr sz="1200"/>
            </a:lvl4pPr>
            <a:lvl5pPr>
              <a:defRPr sz="1100"/>
            </a:lvl5pPr>
            <a:lvl6pPr>
              <a:defRPr sz="1100"/>
            </a:lvl6pPr>
            <a:lvl7pPr>
              <a:defRPr sz="1100"/>
            </a:lvl7pPr>
            <a:lvl8pPr>
              <a:defRPr sz="1100"/>
            </a:lvl8pPr>
            <a:lvl9pPr>
              <a:defRPr sz="11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18347" y="3126528"/>
            <a:ext cx="272952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12/12/23</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769919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18347" y="1898269"/>
            <a:ext cx="4423803" cy="1371600"/>
          </a:xfrm>
        </p:spPr>
        <p:txBody>
          <a:bodyPr anchor="b">
            <a:normAutofit/>
          </a:bodyPr>
          <a:lstStyle>
            <a:lvl1pPr algn="l">
              <a:defRPr sz="24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5515442" y="-18288"/>
            <a:ext cx="2500062"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17318" y="3269869"/>
            <a:ext cx="442380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523649" y="6181344"/>
            <a:ext cx="718502" cy="365125"/>
          </a:xfrm>
        </p:spPr>
        <p:txBody>
          <a:bodyPr/>
          <a:lstStyle/>
          <a:p>
            <a:fld id="{11BFFDA3-703B-5A46-AEFC-E14C30159CAC}" type="datetimeFigureOut">
              <a:rPr lang="es-ES" smtClean="0"/>
              <a:t>12/12/23</a:t>
            </a:fld>
            <a:endParaRPr lang="es-ES"/>
          </a:p>
        </p:txBody>
      </p:sp>
      <p:sp>
        <p:nvSpPr>
          <p:cNvPr id="6" name="Footer Placeholder 5"/>
          <p:cNvSpPr>
            <a:spLocks noGrp="1"/>
          </p:cNvSpPr>
          <p:nvPr>
            <p:ph type="ftr" sz="quarter" idx="11"/>
          </p:nvPr>
        </p:nvSpPr>
        <p:spPr>
          <a:xfrm>
            <a:off x="818348" y="6181344"/>
            <a:ext cx="3705300" cy="365125"/>
          </a:xfrm>
        </p:spPr>
        <p:txBody>
          <a:bodyPr/>
          <a:lstStyle/>
          <a:p>
            <a:endParaRPr lang="es-ES"/>
          </a:p>
        </p:txBody>
      </p:sp>
      <p:sp>
        <p:nvSpPr>
          <p:cNvPr id="7" name="Slide Number Placeholder 6"/>
          <p:cNvSpPr>
            <a:spLocks noGrp="1"/>
          </p:cNvSpPr>
          <p:nvPr>
            <p:ph type="sldNum" sz="quarter" idx="12"/>
          </p:nvPr>
        </p:nvSpPr>
        <p:spPr>
          <a:xfrm>
            <a:off x="8024262" y="6181344"/>
            <a:ext cx="305186" cy="329250"/>
          </a:xfrm>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976341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7677" y="4377485"/>
            <a:ext cx="7413007" cy="907505"/>
          </a:xfrm>
        </p:spPr>
        <p:txBody>
          <a:bodyPr anchor="b">
            <a:normAutofit/>
          </a:bodyPr>
          <a:lstStyle>
            <a:lvl1pPr algn="l">
              <a:defRPr sz="20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7678" y="996188"/>
            <a:ext cx="7301427" cy="298112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7677" y="5284990"/>
            <a:ext cx="7413007" cy="81707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1BFFDA3-703B-5A46-AEFC-E14C30159CAC}" type="datetimeFigureOut">
              <a:rPr lang="es-ES" smtClean="0"/>
              <a:t>12/12/23</a:t>
            </a:fld>
            <a:endParaRPr lang="es-ES"/>
          </a:p>
        </p:txBody>
      </p:sp>
      <p:sp>
        <p:nvSpPr>
          <p:cNvPr id="6" name="Footer Placeholder 5"/>
          <p:cNvSpPr>
            <a:spLocks noGrp="1"/>
          </p:cNvSpPr>
          <p:nvPr>
            <p:ph type="ftr" sz="quarter" idx="11"/>
          </p:nvPr>
        </p:nvSpPr>
        <p:spPr>
          <a:xfrm>
            <a:off x="917678" y="6181344"/>
            <a:ext cx="5337278" cy="365125"/>
          </a:xfrm>
        </p:spPr>
        <p:txBody>
          <a:bodyPr/>
          <a:lstStyle/>
          <a:p>
            <a:endParaRPr lang="es-ES"/>
          </a:p>
        </p:txBody>
      </p:sp>
      <p:sp>
        <p:nvSpPr>
          <p:cNvPr id="7" name="Slide Number Placeholder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579007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818347" y="596018"/>
            <a:ext cx="7511474" cy="3137782"/>
          </a:xfrm>
        </p:spPr>
        <p:txBody>
          <a:bodyPr anchor="ctr">
            <a:normAutofit/>
          </a:bodyPr>
          <a:lstStyle>
            <a:lvl1pPr algn="l">
              <a:defRPr sz="28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18347" y="4343400"/>
            <a:ext cx="7511474" cy="1758660"/>
          </a:xfrm>
        </p:spPr>
        <p:txBody>
          <a:bodyPr anchor="ctr">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551603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14" name="TextBox 13"/>
          <p:cNvSpPr txBox="1"/>
          <p:nvPr/>
        </p:nvSpPr>
        <p:spPr>
          <a:xfrm>
            <a:off x="583818" y="860276"/>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7888822" y="29859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304407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256436" y="3650606"/>
            <a:ext cx="6631128" cy="381000"/>
          </a:xfrm>
        </p:spPr>
        <p:txBody>
          <a:bodyPr anchor="ctr">
            <a:normAutofit/>
          </a:bodyPr>
          <a:lstStyle>
            <a:lvl1pPr marL="0" indent="0">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818347" y="4641206"/>
            <a:ext cx="7511473" cy="1447800"/>
          </a:xfrm>
        </p:spPr>
        <p:txBody>
          <a:bodyPr anchor="ctr">
            <a:normAutofit/>
          </a:bodyPr>
          <a:lstStyle>
            <a:lvl1pPr marL="0" indent="0" algn="l">
              <a:buNone/>
              <a:defRPr sz="1800">
                <a:gradFill flip="none" rotWithShape="1">
                  <a:gsLst>
                    <a:gs pos="0">
                      <a:schemeClr val="tx1"/>
                    </a:gs>
                    <a:gs pos="100000">
                      <a:schemeClr val="tx1">
                        <a:lumMod val="75000"/>
                      </a:schemeClr>
                    </a:gs>
                  </a:gsLst>
                  <a:lin ang="0" scaled="1"/>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634859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818347" y="3603566"/>
            <a:ext cx="7512338" cy="1468800"/>
          </a:xfrm>
        </p:spPr>
        <p:txBody>
          <a:bodyPr anchor="b">
            <a:normAutofit/>
          </a:bodyPr>
          <a:lstStyle>
            <a:lvl1pPr algn="l">
              <a:defRPr sz="28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21015" y="5072366"/>
            <a:ext cx="7512339" cy="1029694"/>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42339276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extBox 12"/>
          <p:cNvSpPr txBox="1"/>
          <p:nvPr/>
        </p:nvSpPr>
        <p:spPr>
          <a:xfrm>
            <a:off x="583818" y="75385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6" name="TextBox 15"/>
          <p:cNvSpPr txBox="1"/>
          <p:nvPr/>
        </p:nvSpPr>
        <p:spPr>
          <a:xfrm>
            <a:off x="7887556" y="2879498"/>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284436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818347" y="3886200"/>
            <a:ext cx="7512338" cy="1053662"/>
          </a:xfrm>
        </p:spPr>
        <p:txBody>
          <a:bodyPr vert="horz" lIns="91440" tIns="45720" rIns="91440" bIns="45720" rtlCol="0" anchor="b">
            <a:normAutofit/>
          </a:bodyPr>
          <a:lstStyle>
            <a:lvl1pPr>
              <a:buNone/>
              <a:defRPr lang="en-US" sz="2000"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818347" y="4939862"/>
            <a:ext cx="7512338" cy="1162198"/>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2147379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818346" y="596018"/>
            <a:ext cx="7511473" cy="2756783"/>
          </a:xfrm>
        </p:spPr>
        <p:txBody>
          <a:bodyPr vert="horz" lIns="91440" tIns="45720" rIns="91440" bIns="45720" rtlCol="0" anchor="ctr">
            <a:normAutofit/>
          </a:bodyPr>
          <a:lstStyle>
            <a:lvl1pPr>
              <a:defRPr lang="en-US" sz="2800"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818346" y="3682941"/>
            <a:ext cx="7511473" cy="1049283"/>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818347" y="4732224"/>
            <a:ext cx="7511472" cy="1369836"/>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382360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7" name="Title 1"/>
          <p:cNvSpPr>
            <a:spLocks noGrp="1"/>
          </p:cNvSpPr>
          <p:nvPr>
            <p:ph type="title"/>
          </p:nvPr>
        </p:nvSpPr>
        <p:spPr>
          <a:xfrm>
            <a:off x="818347" y="596018"/>
            <a:ext cx="7511473" cy="1312480"/>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2688585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1708" y="596018"/>
            <a:ext cx="1778112" cy="5506042"/>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18347" y="596018"/>
            <a:ext cx="5624137" cy="5506042"/>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1BFFDA3-703B-5A46-AEFC-E14C30159CAC}" type="datetimeFigureOut">
              <a:rPr lang="es-ES" smtClean="0"/>
              <a:t>12/12/23</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202326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8347" y="596018"/>
            <a:ext cx="7511473" cy="1312480"/>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18348" y="2060898"/>
            <a:ext cx="7511472" cy="4041162"/>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551708" y="6178260"/>
            <a:ext cx="1287464"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11BFFDA3-703B-5A46-AEFC-E14C30159CAC}" type="datetimeFigureOut">
              <a:rPr lang="es-ES" smtClean="0"/>
              <a:t>12/12/23</a:t>
            </a:fld>
            <a:endParaRPr lang="es-ES"/>
          </a:p>
        </p:txBody>
      </p:sp>
      <p:sp>
        <p:nvSpPr>
          <p:cNvPr id="5" name="Footer Placeholder 4"/>
          <p:cNvSpPr>
            <a:spLocks noGrp="1"/>
          </p:cNvSpPr>
          <p:nvPr>
            <p:ph type="ftr" sz="quarter" idx="3"/>
          </p:nvPr>
        </p:nvSpPr>
        <p:spPr>
          <a:xfrm>
            <a:off x="818347" y="6178260"/>
            <a:ext cx="5624137" cy="365125"/>
          </a:xfrm>
          <a:prstGeom prst="rect">
            <a:avLst/>
          </a:prstGeom>
        </p:spPr>
        <p:txBody>
          <a:bodyPr vert="horz" lIns="91440" tIns="45720" rIns="91440" bIns="45720" rtlCol="0" anchor="ctr"/>
          <a:lstStyle>
            <a:lvl1pPr algn="l">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s-ES"/>
          </a:p>
        </p:txBody>
      </p:sp>
      <p:sp>
        <p:nvSpPr>
          <p:cNvPr id="6" name="Slide Number Placeholder 5"/>
          <p:cNvSpPr>
            <a:spLocks noGrp="1"/>
          </p:cNvSpPr>
          <p:nvPr>
            <p:ph type="sldNum" sz="quarter" idx="4"/>
          </p:nvPr>
        </p:nvSpPr>
        <p:spPr>
          <a:xfrm>
            <a:off x="7917202" y="6178260"/>
            <a:ext cx="413483"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47BE25F8-CB20-F449-B4F4-A964C31BB732}" type="slidenum">
              <a:rPr lang="es-ES" smtClean="0"/>
              <a:t>‹Nº›</a:t>
            </a:fld>
            <a:endParaRPr lang="es-ES"/>
          </a:p>
        </p:txBody>
      </p:sp>
    </p:spTree>
    <p:extLst>
      <p:ext uri="{BB962C8B-B14F-4D97-AF65-F5344CB8AC3E}">
        <p14:creationId xmlns:p14="http://schemas.microsoft.com/office/powerpoint/2010/main" val="159621189"/>
      </p:ext>
    </p:extLst>
  </p:cSld>
  <p:clrMap bg1="dk1" tx1="lt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Lst>
  <p:txStyles>
    <p:titleStyle>
      <a:lvl1pPr algn="l" defTabSz="457200" rtl="0" eaLnBrk="1" latinLnBrk="0" hangingPunct="1">
        <a:spcBef>
          <a:spcPct val="0"/>
        </a:spcBef>
        <a:buNone/>
        <a:defRPr sz="2800"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30000"/>
        <a:buFont typeface="Arial"/>
        <a:buChar char="•"/>
        <a:defRPr sz="18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30000"/>
        <a:buFont typeface="Arial"/>
        <a:buChar char="•"/>
        <a:defRPr sz="16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30000"/>
        <a:buFont typeface="Arial"/>
        <a:buChar char="•"/>
        <a:defRPr sz="1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30000"/>
        <a:buFont typeface="Arial"/>
        <a:buChar char="•"/>
        <a:defRPr sz="1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30000"/>
        <a:buFont typeface="Arial"/>
        <a:buChar char="•"/>
        <a:defRPr sz="12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image" Target="../media/image4.jpeg"/><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4.jpeg"/><Relationship Id="rId7" Type="http://schemas.openxmlformats.org/officeDocument/2006/relationships/diagramLayout" Target="../diagrams/layout2.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Data" Target="../diagrams/data2.xml"/><Relationship Id="rId11" Type="http://schemas.openxmlformats.org/officeDocument/2006/relationships/image" Target="../media/image15.emf"/><Relationship Id="rId5" Type="http://schemas.openxmlformats.org/officeDocument/2006/relationships/image" Target="../media/image6.png"/><Relationship Id="rId10" Type="http://schemas.microsoft.com/office/2007/relationships/diagramDrawing" Target="../diagrams/drawing2.xml"/><Relationship Id="rId4" Type="http://schemas.openxmlformats.org/officeDocument/2006/relationships/image" Target="../media/image5.png"/><Relationship Id="rId9" Type="http://schemas.openxmlformats.org/officeDocument/2006/relationships/diagramColors" Target="../diagrams/colors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comments" Target="../comments/comment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comments" Target="../comments/commen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comments" Target="../comments/comment4.xml"/><Relationship Id="rId4" Type="http://schemas.openxmlformats.org/officeDocument/2006/relationships/image" Target="../media/image2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1560" y="2947566"/>
            <a:ext cx="7772400" cy="685347"/>
          </a:xfrm>
        </p:spPr>
        <p:txBody>
          <a:bodyPr/>
          <a:lstStyle/>
          <a:p>
            <a:r>
              <a:rPr lang="es-US" sz="3600" b="1" dirty="0">
                <a:solidFill>
                  <a:srgbClr val="D40202"/>
                </a:solidFill>
                <a:latin typeface="Times New Roman" panose="02020603050405020304" pitchFamily="18" charset="0"/>
                <a:cs typeface="Times New Roman" panose="02020603050405020304" pitchFamily="18" charset="0"/>
              </a:rPr>
              <a:t>Car Tunning</a:t>
            </a:r>
            <a:endParaRPr lang="es-CL" sz="3600" b="1" dirty="0">
              <a:solidFill>
                <a:srgbClr val="D40202"/>
              </a:solidFill>
              <a:latin typeface="Times New Roman" panose="02020603050405020304" pitchFamily="18" charset="0"/>
              <a:cs typeface="Times New Roman" panose="02020603050405020304" pitchFamily="18" charset="0"/>
            </a:endParaRPr>
          </a:p>
        </p:txBody>
      </p:sp>
      <p:sp>
        <p:nvSpPr>
          <p:cNvPr id="10" name="Rectángulo 9"/>
          <p:cNvSpPr/>
          <p:nvPr/>
        </p:nvSpPr>
        <p:spPr>
          <a:xfrm>
            <a:off x="469608"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US" sz="1400" kern="1400" dirty="0">
                <a:solidFill>
                  <a:schemeClr val="bg1"/>
                </a:solidFill>
                <a:latin typeface="Myriad Pro Light"/>
                <a:cs typeface="Myriad Pro Light"/>
              </a:rPr>
              <a:t>Ingeniería Mecánica y Electromovilidad Automotriz</a:t>
            </a:r>
            <a:endParaRPr lang="es-CL" sz="1400" kern="1400" dirty="0">
              <a:solidFill>
                <a:schemeClr val="bg1"/>
              </a:solidFill>
              <a:latin typeface="Myriad Pro Light"/>
              <a:cs typeface="Myriad Pro Light"/>
            </a:endParaRP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47" y="1332361"/>
            <a:ext cx="1270076" cy="342346"/>
          </a:xfrm>
          <a:prstGeom prst="rect">
            <a:avLst/>
          </a:prstGeom>
        </p:spPr>
      </p:pic>
      <p:cxnSp>
        <p:nvCxnSpPr>
          <p:cNvPr id="14" name="Conector recto 13"/>
          <p:cNvCxnSpPr/>
          <p:nvPr/>
        </p:nvCxnSpPr>
        <p:spPr>
          <a:xfrm>
            <a:off x="615294"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6" name="CuadroTexto 15"/>
          <p:cNvSpPr txBox="1"/>
          <p:nvPr/>
        </p:nvSpPr>
        <p:spPr>
          <a:xfrm>
            <a:off x="466894" y="4824838"/>
            <a:ext cx="5858981" cy="1180964"/>
          </a:xfrm>
          <a:prstGeom prst="rect">
            <a:avLst/>
          </a:prstGeom>
          <a:noFill/>
        </p:spPr>
        <p:txBody>
          <a:bodyPr wrap="square" rtlCol="0">
            <a:spAutoFit/>
          </a:bodyPr>
          <a:lstStyle/>
          <a:p>
            <a:pPr>
              <a:lnSpc>
                <a:spcPct val="120000"/>
              </a:lnSpc>
            </a:pPr>
            <a:r>
              <a:rPr lang="es-CL" sz="1200" dirty="0">
                <a:latin typeface="Times New Roman" panose="02020603050405020304" pitchFamily="18" charset="0"/>
                <a:cs typeface="Times New Roman" panose="02020603050405020304" pitchFamily="18" charset="0"/>
              </a:rPr>
              <a:t>NOMBRE: </a:t>
            </a:r>
            <a:r>
              <a:rPr lang="es-US" sz="1200" dirty="0">
                <a:latin typeface="Times New Roman" panose="02020603050405020304" pitchFamily="18" charset="0"/>
                <a:cs typeface="Times New Roman" panose="02020603050405020304" pitchFamily="18" charset="0"/>
              </a:rPr>
              <a:t>Rachelle Pérez Bascur, Froilán Calabrano, Vicente Riffo Soto.</a:t>
            </a:r>
            <a:endParaRPr lang="es-CL" sz="1200" dirty="0">
              <a:latin typeface="Times New Roman" panose="02020603050405020304" pitchFamily="18" charset="0"/>
              <a:cs typeface="Times New Roman" panose="02020603050405020304" pitchFamily="18" charset="0"/>
            </a:endParaRPr>
          </a:p>
          <a:p>
            <a:pPr>
              <a:lnSpc>
                <a:spcPct val="120000"/>
              </a:lnSpc>
            </a:pPr>
            <a:r>
              <a:rPr lang="es-CL" sz="1200" dirty="0">
                <a:latin typeface="Times New Roman" panose="02020603050405020304" pitchFamily="18" charset="0"/>
                <a:cs typeface="Times New Roman" panose="02020603050405020304" pitchFamily="18" charset="0"/>
              </a:rPr>
              <a:t>CARRERA:</a:t>
            </a:r>
            <a:r>
              <a:rPr lang="es-US" sz="1200" dirty="0">
                <a:latin typeface="Times New Roman" panose="02020603050405020304" pitchFamily="18" charset="0"/>
                <a:cs typeface="Times New Roman" panose="02020603050405020304" pitchFamily="18" charset="0"/>
              </a:rPr>
              <a:t> Ingeniería Mecánica y Electromovilidad Automotriz.</a:t>
            </a:r>
            <a:endParaRPr lang="es-CL" sz="1200" dirty="0">
              <a:latin typeface="Times New Roman" panose="02020603050405020304" pitchFamily="18" charset="0"/>
              <a:cs typeface="Times New Roman" panose="02020603050405020304" pitchFamily="18" charset="0"/>
            </a:endParaRPr>
          </a:p>
          <a:p>
            <a:pPr>
              <a:lnSpc>
                <a:spcPct val="120000"/>
              </a:lnSpc>
            </a:pPr>
            <a:r>
              <a:rPr lang="es-CL" sz="1200" dirty="0">
                <a:latin typeface="Times New Roman" panose="02020603050405020304" pitchFamily="18" charset="0"/>
                <a:cs typeface="Times New Roman" panose="02020603050405020304" pitchFamily="18" charset="0"/>
              </a:rPr>
              <a:t>ASIGNTATURA:</a:t>
            </a:r>
            <a:r>
              <a:rPr lang="es-US" sz="1200" dirty="0">
                <a:latin typeface="Times New Roman" panose="02020603050405020304" pitchFamily="18" charset="0"/>
                <a:cs typeface="Times New Roman" panose="02020603050405020304" pitchFamily="18" charset="0"/>
              </a:rPr>
              <a:t> Funciones y Geometría.</a:t>
            </a:r>
            <a:endParaRPr lang="es-CL" sz="1200" dirty="0">
              <a:latin typeface="Times New Roman" panose="02020603050405020304" pitchFamily="18" charset="0"/>
              <a:cs typeface="Times New Roman" panose="02020603050405020304" pitchFamily="18" charset="0"/>
            </a:endParaRPr>
          </a:p>
          <a:p>
            <a:pPr>
              <a:lnSpc>
                <a:spcPct val="120000"/>
              </a:lnSpc>
            </a:pPr>
            <a:r>
              <a:rPr lang="es-CL" sz="1200" dirty="0">
                <a:latin typeface="Times New Roman" panose="02020603050405020304" pitchFamily="18" charset="0"/>
                <a:cs typeface="Times New Roman" panose="02020603050405020304" pitchFamily="18" charset="0"/>
              </a:rPr>
              <a:t>PROFESOR:</a:t>
            </a:r>
            <a:r>
              <a:rPr lang="es-US" sz="1200" dirty="0">
                <a:latin typeface="Times New Roman" panose="02020603050405020304" pitchFamily="18" charset="0"/>
                <a:cs typeface="Times New Roman" panose="02020603050405020304" pitchFamily="18" charset="0"/>
              </a:rPr>
              <a:t> Lissette Salamanca</a:t>
            </a:r>
            <a:endParaRPr lang="es-CL" sz="1200" dirty="0">
              <a:latin typeface="Times New Roman" panose="02020603050405020304" pitchFamily="18" charset="0"/>
              <a:cs typeface="Times New Roman" panose="02020603050405020304" pitchFamily="18" charset="0"/>
            </a:endParaRPr>
          </a:p>
          <a:p>
            <a:pPr>
              <a:lnSpc>
                <a:spcPct val="120000"/>
              </a:lnSpc>
            </a:pPr>
            <a:r>
              <a:rPr lang="es-CL" sz="1200" dirty="0">
                <a:latin typeface="Times New Roman" panose="02020603050405020304" pitchFamily="18" charset="0"/>
                <a:cs typeface="Times New Roman" panose="02020603050405020304" pitchFamily="18" charset="0"/>
              </a:rPr>
              <a:t>FECHA:</a:t>
            </a:r>
            <a:r>
              <a:rPr lang="es-US" sz="1200" dirty="0">
                <a:latin typeface="Times New Roman" panose="02020603050405020304" pitchFamily="18" charset="0"/>
                <a:cs typeface="Times New Roman" panose="02020603050405020304" pitchFamily="18" charset="0"/>
              </a:rPr>
              <a:t>17/11/2023</a:t>
            </a:r>
            <a:endParaRPr lang="es-CL" sz="1200" dirty="0">
              <a:latin typeface="Times New Roman" panose="02020603050405020304" pitchFamily="18" charset="0"/>
              <a:cs typeface="Times New Roman" panose="02020603050405020304" pitchFamily="18" charset="0"/>
            </a:endParaRP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48AD618-D78D-7E7D-7549-D7B4F9CA3FA7}"/>
              </a:ext>
            </a:extLst>
          </p:cNvPr>
          <p:cNvPicPr>
            <a:picLocks noChangeAspect="1"/>
          </p:cNvPicPr>
          <p:nvPr/>
        </p:nvPicPr>
        <p:blipFill rotWithShape="1">
          <a:blip r:embed="rId3">
            <a:alphaModFix amt="15000"/>
          </a:blip>
          <a:srcRect l="13642" r="9357" b="-1"/>
          <a:stretch/>
        </p:blipFill>
        <p:spPr>
          <a:xfrm>
            <a:off x="20" y="10"/>
            <a:ext cx="9143980" cy="6857990"/>
          </a:xfrm>
          <a:prstGeom prst="rect">
            <a:avLst/>
          </a:prstGeom>
        </p:spPr>
      </p:pic>
      <p:sp>
        <p:nvSpPr>
          <p:cNvPr id="6" name="Título 1"/>
          <p:cNvSpPr>
            <a:spLocks noGrp="1"/>
          </p:cNvSpPr>
          <p:nvPr>
            <p:ph type="ctrTitle"/>
          </p:nvPr>
        </p:nvSpPr>
        <p:spPr>
          <a:xfrm>
            <a:off x="856059" y="609600"/>
            <a:ext cx="7429499" cy="1905000"/>
          </a:xfrm>
        </p:spPr>
        <p:txBody>
          <a:bodyPr vert="horz" lIns="91440" tIns="45720" rIns="91440" bIns="45720" rtlCol="0" anchor="ctr">
            <a:normAutofit/>
          </a:bodyPr>
          <a:lstStyle/>
          <a:p>
            <a:pPr algn="l"/>
            <a:r>
              <a:rPr lang="en-US" sz="3200" b="1" dirty="0">
                <a:solidFill>
                  <a:srgbClr val="FF0000"/>
                </a:solidFill>
                <a:effectLst>
                  <a:glow rad="38100">
                    <a:schemeClr val="bg1">
                      <a:lumMod val="65000"/>
                      <a:lumOff val="35000"/>
                      <a:alpha val="40000"/>
                    </a:schemeClr>
                  </a:glow>
                  <a:outerShdw blurRad="28575" dist="38100" dir="14040000" algn="tl" rotWithShape="0">
                    <a:srgbClr val="000000">
                      <a:alpha val="25000"/>
                    </a:srgbClr>
                  </a:outerShdw>
                </a:effectLst>
                <a:latin typeface="Times New Roman" panose="02020603050405020304" pitchFamily="18" charset="0"/>
                <a:cs typeface="Times New Roman" panose="02020603050405020304" pitchFamily="18" charset="0"/>
              </a:rPr>
              <a:t>Definición del proyecto</a:t>
            </a:r>
            <a:br>
              <a:rPr lang="en-US" sz="3200" b="1" dirty="0">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rPr>
            </a:br>
            <a:endParaRPr lang="en-US" sz="3200" b="1" dirty="0">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endParaRPr>
          </a:p>
        </p:txBody>
      </p:sp>
      <p:sp>
        <p:nvSpPr>
          <p:cNvPr id="2" name="Rectángulo 1"/>
          <p:cNvSpPr/>
          <p:nvPr/>
        </p:nvSpPr>
        <p:spPr>
          <a:xfrm>
            <a:off x="856059" y="3598275"/>
            <a:ext cx="7429499" cy="3124201"/>
          </a:xfrm>
          <a:prstGeom prst="rect">
            <a:avLst/>
          </a:prstGeom>
        </p:spPr>
        <p:txBody>
          <a:bodyPr vert="horz" lIns="91440" tIns="45720" rIns="91440" bIns="45720" rtlCol="0" anchor="ctr">
            <a:normAutofit/>
          </a:bodyPr>
          <a:lstStyle/>
          <a:p>
            <a:pPr>
              <a:spcBef>
                <a:spcPct val="20000"/>
              </a:spcBef>
              <a:spcAft>
                <a:spcPts val="600"/>
              </a:spcAft>
              <a:buClr>
                <a:schemeClr val="tx1"/>
              </a:buClr>
              <a:buSzPct val="100000"/>
            </a:pP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El 20 de febrero del 2024 deseamos participar en una carrera de vehículos en el autódromo Interlomas de Lautaro, es un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tipo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de carrera recta de 300 metros. El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vehículo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tenemos</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es un–Toyota Yaris Sedan 1.5 del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año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2003 con un motor 1NZ-FE el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cual</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está</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de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fábrica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sin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ninguna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modificación</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por</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lo tanto, no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tiene</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el torque y la potencia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necesaria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para competir en la categoría que deseamos.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Nuestro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proyecto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consiste</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en mejorar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este</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motor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tenemos</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ya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encontramos</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mejor</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modificarlo</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comprar</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un auto del torque y la potencia que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queremos</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para la </a:t>
            </a:r>
            <a:r>
              <a:rPr lang="en-US" sz="1200" cap="small" dirty="0" err="1">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competencia</a:t>
            </a:r>
            <a:r>
              <a:rPr lang="en-US" sz="1200"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Times New Roman" panose="02020603050405020304" pitchFamily="18" charset="0"/>
                <a:cs typeface="Times New Roman" panose="02020603050405020304" pitchFamily="18" charset="0"/>
              </a:rPr>
              <a:t>. </a:t>
            </a: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a:spcBef>
                <a:spcPct val="20000"/>
              </a:spcBef>
              <a:spcAft>
                <a:spcPts val="600"/>
              </a:spcAft>
              <a:buClr>
                <a:schemeClr val="tx1"/>
              </a:buClr>
              <a:buSzPct val="100000"/>
              <a:buFont typeface="Arial"/>
              <a:buChar char="•"/>
            </a:pPr>
            <a:endPar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p:txBody>
      </p:sp>
      <p:pic>
        <p:nvPicPr>
          <p:cNvPr id="18" name="Imagen 17"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style>
          <a:lnRef idx="2">
            <a:schemeClr val="dk1"/>
          </a:lnRef>
          <a:fillRef idx="1">
            <a:schemeClr val="lt1"/>
          </a:fillRef>
          <a:effectRef idx="0">
            <a:schemeClr val="dk1"/>
          </a:effectRef>
          <a:fontRef idx="minor">
            <a:schemeClr val="dk1"/>
          </a:fontRef>
        </p:style>
      </p:pic>
      <p:sp>
        <p:nvSpPr>
          <p:cNvPr id="24" name="Título 1"/>
          <p:cNvSpPr txBox="1">
            <a:spLocks/>
          </p:cNvSpPr>
          <p:nvPr/>
        </p:nvSpPr>
        <p:spPr>
          <a:xfrm>
            <a:off x="307821" y="4692626"/>
            <a:ext cx="322196" cy="46775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s-CL" sz="1800" b="1" dirty="0">
              <a:solidFill>
                <a:schemeClr val="bg1"/>
              </a:solidFill>
              <a:latin typeface="Myriad Pro"/>
              <a:cs typeface="Myriad Pro"/>
            </a:endParaRPr>
          </a:p>
        </p:txBody>
      </p:sp>
    </p:spTree>
    <p:extLst>
      <p:ext uri="{BB962C8B-B14F-4D97-AF65-F5344CB8AC3E}">
        <p14:creationId xmlns:p14="http://schemas.microsoft.com/office/powerpoint/2010/main" val="91649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966E6ED-2976-F162-A2FA-C2FE5F60731E}"/>
              </a:ext>
            </a:extLst>
          </p:cNvPr>
          <p:cNvPicPr>
            <a:picLocks noChangeAspect="1"/>
          </p:cNvPicPr>
          <p:nvPr/>
        </p:nvPicPr>
        <p:blipFill rotWithShape="1">
          <a:blip r:embed="rId3">
            <a:duotone>
              <a:prstClr val="black"/>
              <a:schemeClr val="bg1">
                <a:tint val="45000"/>
                <a:satMod val="400000"/>
              </a:schemeClr>
            </a:duotone>
            <a:alphaModFix amt="15000"/>
          </a:blip>
          <a:srcRect l="13642" r="9357" b="-1"/>
          <a:stretch/>
        </p:blipFill>
        <p:spPr>
          <a:xfrm>
            <a:off x="20" y="10"/>
            <a:ext cx="9143980" cy="6857990"/>
          </a:xfrm>
          <a:prstGeom prst="rect">
            <a:avLst/>
          </a:prstGeom>
        </p:spPr>
      </p:pic>
      <p:sp>
        <p:nvSpPr>
          <p:cNvPr id="2" name="Título 1">
            <a:extLst>
              <a:ext uri="{FF2B5EF4-FFF2-40B4-BE49-F238E27FC236}">
                <a16:creationId xmlns:a16="http://schemas.microsoft.com/office/drawing/2014/main" id="{C4A4CB90-CE94-916B-0804-E6E812EDA7DF}"/>
              </a:ext>
            </a:extLst>
          </p:cNvPr>
          <p:cNvSpPr>
            <a:spLocks noGrp="1"/>
          </p:cNvSpPr>
          <p:nvPr>
            <p:ph type="title"/>
          </p:nvPr>
        </p:nvSpPr>
        <p:spPr>
          <a:xfrm>
            <a:off x="856059" y="609600"/>
            <a:ext cx="7429499" cy="1905000"/>
          </a:xfrm>
        </p:spPr>
        <p:txBody>
          <a:bodyPr vert="horz" lIns="91440" tIns="45720" rIns="91440" bIns="45720" rtlCol="0" anchor="ctr">
            <a:normAutofit/>
          </a:bodyPr>
          <a:lstStyle/>
          <a:p>
            <a:r>
              <a:rPr lang="en-US" sz="3200" b="1" dirty="0" err="1">
                <a:solidFill>
                  <a:srgbClr val="FF0000"/>
                </a:solidFill>
                <a:latin typeface="Times New Roman" panose="02020603050405020304" pitchFamily="18" charset="0"/>
                <a:cs typeface="Times New Roman" panose="02020603050405020304" pitchFamily="18" charset="0"/>
              </a:rPr>
              <a:t>Problemática</a:t>
            </a:r>
            <a:r>
              <a:rPr lang="en-US" sz="3200" b="1" dirty="0">
                <a:solidFill>
                  <a:srgbClr val="FF0000"/>
                </a:solidFill>
                <a:latin typeface="Times New Roman" panose="02020603050405020304" pitchFamily="18" charset="0"/>
                <a:cs typeface="Times New Roman" panose="02020603050405020304" pitchFamily="18" charset="0"/>
              </a:rPr>
              <a:t> del proyecto y </a:t>
            </a:r>
            <a:r>
              <a:rPr lang="en-US" sz="3200" b="1" dirty="0" err="1">
                <a:solidFill>
                  <a:srgbClr val="FF0000"/>
                </a:solidFill>
                <a:latin typeface="Times New Roman" panose="02020603050405020304" pitchFamily="18" charset="0"/>
                <a:cs typeface="Times New Roman" panose="02020603050405020304" pitchFamily="18" charset="0"/>
              </a:rPr>
              <a:t>matemáticas</a:t>
            </a:r>
            <a:r>
              <a:rPr lang="en-US" sz="3200" b="1" dirty="0">
                <a:solidFill>
                  <a:srgbClr val="FF0000"/>
                </a:solidFill>
                <a:latin typeface="Times New Roman" panose="02020603050405020304" pitchFamily="18" charset="0"/>
                <a:cs typeface="Times New Roman" panose="02020603050405020304" pitchFamily="18" charset="0"/>
              </a:rPr>
              <a:t> a </a:t>
            </a:r>
            <a:r>
              <a:rPr lang="en-US" sz="3200" b="1" dirty="0" err="1">
                <a:solidFill>
                  <a:srgbClr val="FF0000"/>
                </a:solidFill>
                <a:latin typeface="Times New Roman" panose="02020603050405020304" pitchFamily="18" charset="0"/>
                <a:cs typeface="Times New Roman" panose="02020603050405020304" pitchFamily="18" charset="0"/>
              </a:rPr>
              <a:t>abordar</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5A6A0516-1A69-DC61-5320-B2E6024CC5A9}"/>
              </a:ext>
            </a:extLst>
          </p:cNvPr>
          <p:cNvSpPr>
            <a:spLocks noGrp="1"/>
          </p:cNvSpPr>
          <p:nvPr>
            <p:ph sz="half" idx="1"/>
          </p:nvPr>
        </p:nvSpPr>
        <p:spPr>
          <a:xfrm>
            <a:off x="856059" y="2666999"/>
            <a:ext cx="7429499" cy="3124201"/>
          </a:xfrm>
        </p:spPr>
        <p:txBody>
          <a:bodyPr vert="horz" lIns="91440" tIns="45720" rIns="91440" bIns="45720" rtlCol="0" anchor="ctr">
            <a:normAutofit/>
          </a:bodyPr>
          <a:lstStyle/>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No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tenemos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los caballos de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fuerza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necesarios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y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sabemos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que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si</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competimos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no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tendremos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chances de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ganar</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el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vehículo</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tiene</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peso extra y el motor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necesita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nuevos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accesorios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resistentes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para el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tipo</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de proyecto que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queremos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Las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matemáticas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que se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abordarán</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serán</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Variables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Físicas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Velocidad</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de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rotación</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temperatura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fuerza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y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presión</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Variables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Geométricas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Diámetros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y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profundidad</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Variables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Químicas</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Energía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química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mezcla</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 </a:t>
            </a:r>
            <a:r>
              <a:rPr lang="en-US" sz="1200" dirty="0" err="1">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aire</a:t>
            </a: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-combustible).</a:t>
            </a:r>
          </a:p>
        </p:txBody>
      </p:sp>
      <p:pic>
        <p:nvPicPr>
          <p:cNvPr id="5" name="Imagen 4">
            <a:extLst>
              <a:ext uri="{FF2B5EF4-FFF2-40B4-BE49-F238E27FC236}">
                <a16:creationId xmlns:a16="http://schemas.microsoft.com/office/drawing/2014/main" id="{2D581CBB-563C-E922-83E9-8C3A0463680B}"/>
              </a:ext>
            </a:extLst>
          </p:cNvPr>
          <p:cNvPicPr>
            <a:picLocks noChangeAspect="1"/>
          </p:cNvPicPr>
          <p:nvPr/>
        </p:nvPicPr>
        <p:blipFill>
          <a:blip r:embed="rId4"/>
          <a:stretch>
            <a:fillRect/>
          </a:stretch>
        </p:blipFill>
        <p:spPr>
          <a:xfrm>
            <a:off x="8095838" y="6486105"/>
            <a:ext cx="975445" cy="298730"/>
          </a:xfrm>
          <a:prstGeom prst="rect">
            <a:avLst/>
          </a:prstGeom>
        </p:spPr>
      </p:pic>
    </p:spTree>
    <p:extLst>
      <p:ext uri="{BB962C8B-B14F-4D97-AF65-F5344CB8AC3E}">
        <p14:creationId xmlns:p14="http://schemas.microsoft.com/office/powerpoint/2010/main" val="532825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713A4E7-0877-4887-FAAC-D1AA6C6777B0}"/>
              </a:ext>
            </a:extLst>
          </p:cNvPr>
          <p:cNvPicPr>
            <a:picLocks noChangeAspect="1"/>
          </p:cNvPicPr>
          <p:nvPr/>
        </p:nvPicPr>
        <p:blipFill rotWithShape="1">
          <a:blip r:embed="rId3">
            <a:alphaModFix amt="15000"/>
          </a:blip>
          <a:srcRect l="13642" r="9357" b="-1"/>
          <a:stretch/>
        </p:blipFill>
        <p:spPr>
          <a:xfrm>
            <a:off x="-1182" y="10"/>
            <a:ext cx="9143980" cy="6857990"/>
          </a:xfrm>
          <a:prstGeom prst="rect">
            <a:avLst/>
          </a:prstGeom>
        </p:spPr>
      </p:pic>
      <p:sp>
        <p:nvSpPr>
          <p:cNvPr id="6" name="Título 1"/>
          <p:cNvSpPr>
            <a:spLocks noGrp="1"/>
          </p:cNvSpPr>
          <p:nvPr>
            <p:ph type="title"/>
          </p:nvPr>
        </p:nvSpPr>
        <p:spPr>
          <a:xfrm>
            <a:off x="856059" y="609600"/>
            <a:ext cx="7429499" cy="1905000"/>
          </a:xfrm>
        </p:spPr>
        <p:txBody>
          <a:bodyPr vert="horz" lIns="91440" tIns="45720" rIns="91440" bIns="45720" rtlCol="0" anchor="ctr">
            <a:normAutofit/>
          </a:bodyPr>
          <a:lstStyle/>
          <a:p>
            <a:r>
              <a:rPr lang="en-US" sz="3200" b="1" dirty="0" err="1">
                <a:solidFill>
                  <a:srgbClr val="FF0000"/>
                </a:solidFill>
                <a:latin typeface="Times New Roman" panose="02020603050405020304" pitchFamily="18" charset="0"/>
                <a:cs typeface="Times New Roman" panose="02020603050405020304" pitchFamily="18" charset="0"/>
              </a:rPr>
              <a:t>Objetivo</a:t>
            </a:r>
            <a:r>
              <a:rPr lang="en-US" sz="3200" b="1" dirty="0">
                <a:solidFill>
                  <a:srgbClr val="FF0000"/>
                </a:solidFill>
                <a:latin typeface="Times New Roman" panose="02020603050405020304" pitchFamily="18" charset="0"/>
                <a:cs typeface="Times New Roman" panose="02020603050405020304" pitchFamily="18" charset="0"/>
              </a:rPr>
              <a:t> del proyecto y </a:t>
            </a:r>
            <a:r>
              <a:rPr lang="en-US" sz="3200" b="1" dirty="0" err="1">
                <a:solidFill>
                  <a:srgbClr val="FF0000"/>
                </a:solidFill>
                <a:latin typeface="Times New Roman" panose="02020603050405020304" pitchFamily="18" charset="0"/>
                <a:cs typeface="Times New Roman" panose="02020603050405020304" pitchFamily="18" charset="0"/>
              </a:rPr>
              <a:t>preguntas</a:t>
            </a:r>
            <a:r>
              <a:rPr lang="en-US" sz="3200" b="1" dirty="0">
                <a:solidFill>
                  <a:srgbClr val="FF0000"/>
                </a:solidFill>
                <a:latin typeface="Times New Roman" panose="02020603050405020304" pitchFamily="18" charset="0"/>
                <a:cs typeface="Times New Roman" panose="02020603050405020304" pitchFamily="18" charset="0"/>
              </a:rPr>
              <a:t> de </a:t>
            </a:r>
            <a:r>
              <a:rPr lang="en-US" sz="3200" b="1" dirty="0" err="1">
                <a:solidFill>
                  <a:srgbClr val="FF0000"/>
                </a:solidFill>
                <a:latin typeface="Times New Roman" panose="02020603050405020304" pitchFamily="18" charset="0"/>
                <a:cs typeface="Times New Roman" panose="02020603050405020304" pitchFamily="18" charset="0"/>
              </a:rPr>
              <a:t>investigación</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4" name="Marcador de contenido 3">
            <a:extLst>
              <a:ext uri="{FF2B5EF4-FFF2-40B4-BE49-F238E27FC236}">
                <a16:creationId xmlns:a16="http://schemas.microsoft.com/office/drawing/2014/main" id="{19A441CD-DA39-C050-BD80-706237FAEB4F}"/>
              </a:ext>
            </a:extLst>
          </p:cNvPr>
          <p:cNvSpPr>
            <a:spLocks noGrp="1"/>
          </p:cNvSpPr>
          <p:nvPr>
            <p:ph sz="half" idx="1"/>
          </p:nvPr>
        </p:nvSpPr>
        <p:spPr>
          <a:xfrm>
            <a:off x="856059" y="2666999"/>
            <a:ext cx="7429499" cy="3124201"/>
          </a:xfrm>
        </p:spPr>
        <p:txBody>
          <a:bodyPr vert="horz" lIns="91440" tIns="45720" rIns="91440" bIns="45720" rtlCol="0" anchor="ctr">
            <a:normAutofit/>
          </a:bodyPr>
          <a:lstStyle/>
          <a:p>
            <a:pPr marL="0" indent="0">
              <a:buSzPct val="100000"/>
              <a:buNone/>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Mejorar la potencia y torque de un motor 1NZ-FE de un Toyota Yaris para competir en una categoría de carrera recta de 300 metros que se realizara en el Autódromo de Interlomas Lautaro.</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¿Cómo podremos mejorar el torque al motor 1NZ-FE?</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¿Cuáles son las medidas necesarias en los cilindros para tener una mayor potencia, para el Toyota Yaris 1NZ-FE?</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¿Cuales seran los accesorios exactos para aumentar la potencia al motor?</a:t>
            </a:r>
          </a:p>
          <a:p>
            <a:pPr>
              <a:buSzPct val="100000"/>
            </a:pPr>
            <a:r>
              <a:rPr lang="en-US" sz="1200" dirty="0">
                <a:gradFill flip="none" rotWithShape="1">
                  <a:gsLst>
                    <a:gs pos="0">
                      <a:schemeClr val="tx1"/>
                    </a:gs>
                    <a:gs pos="100000">
                      <a:schemeClr val="tx1">
                        <a:lumMod val="75000"/>
                      </a:schemeClr>
                    </a:gs>
                  </a:gsLst>
                  <a:lin ang="5580000" scaled="0"/>
                  <a:tileRect/>
                </a:gradFill>
                <a:latin typeface="Times New Roman" panose="02020603050405020304" pitchFamily="18" charset="0"/>
                <a:cs typeface="Times New Roman" panose="02020603050405020304" pitchFamily="18" charset="0"/>
              </a:rPr>
              <a:t>¿Como mediremos la relacion de compresion del vehiculo?</a:t>
            </a:r>
          </a:p>
        </p:txBody>
      </p:sp>
      <p:pic>
        <p:nvPicPr>
          <p:cNvPr id="18" name="Imagen 17" descr="Logo.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557372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4" name="Imagen 3" descr="Un dibujo de un coche&#10;&#10;Descripción generada automáticamente">
            <a:extLst>
              <a:ext uri="{FF2B5EF4-FFF2-40B4-BE49-F238E27FC236}">
                <a16:creationId xmlns:a16="http://schemas.microsoft.com/office/drawing/2014/main" id="{A44A23B9-A83D-34FF-3987-9F46A0892075}"/>
              </a:ext>
            </a:extLst>
          </p:cNvPr>
          <p:cNvPicPr>
            <a:picLocks noChangeAspect="1"/>
          </p:cNvPicPr>
          <p:nvPr/>
        </p:nvPicPr>
        <p:blipFill rotWithShape="1">
          <a:blip r:embed="rId3">
            <a:duotone>
              <a:prstClr val="black"/>
              <a:schemeClr val="bg1">
                <a:tint val="45000"/>
                <a:satMod val="400000"/>
              </a:schemeClr>
            </a:duotone>
            <a:alphaModFix amt="15000"/>
          </a:blip>
          <a:srcRect l="13642" r="9357" b="-1"/>
          <a:stretch/>
        </p:blipFill>
        <p:spPr>
          <a:xfrm>
            <a:off x="20" y="10"/>
            <a:ext cx="9143980" cy="6857990"/>
          </a:xfrm>
          <a:prstGeom prst="rect">
            <a:avLst/>
          </a:prstGeom>
        </p:spPr>
      </p:pic>
      <p:sp>
        <p:nvSpPr>
          <p:cNvPr id="2" name="Título 1">
            <a:extLst>
              <a:ext uri="{FF2B5EF4-FFF2-40B4-BE49-F238E27FC236}">
                <a16:creationId xmlns:a16="http://schemas.microsoft.com/office/drawing/2014/main" id="{E4D5945D-67C0-656C-B4E5-F4C4D4491E93}"/>
              </a:ext>
            </a:extLst>
          </p:cNvPr>
          <p:cNvSpPr>
            <a:spLocks noGrp="1"/>
          </p:cNvSpPr>
          <p:nvPr>
            <p:ph type="title"/>
          </p:nvPr>
        </p:nvSpPr>
        <p:spPr>
          <a:xfrm>
            <a:off x="856059" y="609600"/>
            <a:ext cx="7429499" cy="1905000"/>
          </a:xfrm>
        </p:spPr>
        <p:txBody>
          <a:bodyPr vert="horz" lIns="91440" tIns="45720" rIns="91440" bIns="45720" rtlCol="0" anchor="ctr">
            <a:normAutofit/>
          </a:bodyPr>
          <a:lstStyle/>
          <a:p>
            <a:r>
              <a:rPr lang="en-US" sz="3200" b="1" dirty="0">
                <a:solidFill>
                  <a:srgbClr val="FF0000"/>
                </a:solidFill>
                <a:latin typeface="Times New Roman" panose="02020603050405020304" pitchFamily="18" charset="0"/>
                <a:cs typeface="Times New Roman" panose="02020603050405020304" pitchFamily="18" charset="0"/>
              </a:rPr>
              <a:t>Temas </a:t>
            </a:r>
            <a:r>
              <a:rPr lang="en-US" sz="3200" b="1" dirty="0" err="1">
                <a:solidFill>
                  <a:srgbClr val="FF0000"/>
                </a:solidFill>
                <a:latin typeface="Times New Roman" panose="02020603050405020304" pitchFamily="18" charset="0"/>
                <a:cs typeface="Times New Roman" panose="02020603050405020304" pitchFamily="18" charset="0"/>
              </a:rPr>
              <a:t>iniciales</a:t>
            </a:r>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err="1">
                <a:solidFill>
                  <a:srgbClr val="FF0000"/>
                </a:solidFill>
                <a:latin typeface="Times New Roman" panose="02020603050405020304" pitchFamily="18" charset="0"/>
                <a:cs typeface="Times New Roman" panose="02020603050405020304" pitchFamily="18" charset="0"/>
              </a:rPr>
              <a:t>involucrados</a:t>
            </a:r>
            <a:endParaRPr lang="en-US" sz="32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7" name="Marcador de contenido 2">
            <a:extLst>
              <a:ext uri="{FF2B5EF4-FFF2-40B4-BE49-F238E27FC236}">
                <a16:creationId xmlns:a16="http://schemas.microsoft.com/office/drawing/2014/main" id="{5A6A8685-8EF1-1A57-6F5B-59A0DE90B0A9}"/>
              </a:ext>
            </a:extLst>
          </p:cNvPr>
          <p:cNvGraphicFramePr>
            <a:graphicFrameLocks noGrp="1"/>
          </p:cNvGraphicFramePr>
          <p:nvPr>
            <p:ph sz="half" idx="1"/>
            <p:extLst>
              <p:ext uri="{D42A27DB-BD31-4B8C-83A1-F6EECF244321}">
                <p14:modId xmlns:p14="http://schemas.microsoft.com/office/powerpoint/2010/main" val="4115357548"/>
              </p:ext>
            </p:extLst>
          </p:nvPr>
        </p:nvGraphicFramePr>
        <p:xfrm>
          <a:off x="856059" y="2666999"/>
          <a:ext cx="7429499" cy="31242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Imagen 4">
            <a:extLst>
              <a:ext uri="{FF2B5EF4-FFF2-40B4-BE49-F238E27FC236}">
                <a16:creationId xmlns:a16="http://schemas.microsoft.com/office/drawing/2014/main" id="{6270D930-C383-7EA2-DF82-564B491C8AB9}"/>
              </a:ext>
            </a:extLst>
          </p:cNvPr>
          <p:cNvPicPr>
            <a:picLocks noChangeAspect="1"/>
          </p:cNvPicPr>
          <p:nvPr/>
        </p:nvPicPr>
        <p:blipFill>
          <a:blip r:embed="rId9"/>
          <a:stretch>
            <a:fillRect/>
          </a:stretch>
        </p:blipFill>
        <p:spPr>
          <a:xfrm>
            <a:off x="8168535" y="6486105"/>
            <a:ext cx="975445" cy="298730"/>
          </a:xfrm>
          <a:prstGeom prst="rect">
            <a:avLst/>
          </a:prstGeom>
        </p:spPr>
      </p:pic>
    </p:spTree>
    <p:extLst>
      <p:ext uri="{BB962C8B-B14F-4D97-AF65-F5344CB8AC3E}">
        <p14:creationId xmlns:p14="http://schemas.microsoft.com/office/powerpoint/2010/main" val="1630182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D23E294-8E6C-5427-9A82-ABBD4216635E}"/>
              </a:ext>
            </a:extLst>
          </p:cNvPr>
          <p:cNvPicPr>
            <a:picLocks noChangeAspect="1"/>
          </p:cNvPicPr>
          <p:nvPr/>
        </p:nvPicPr>
        <p:blipFill rotWithShape="1">
          <a:blip r:embed="rId4">
            <a:duotone>
              <a:prstClr val="black"/>
              <a:schemeClr val="bg1">
                <a:tint val="45000"/>
                <a:satMod val="400000"/>
              </a:schemeClr>
            </a:duotone>
            <a:alphaModFix amt="15000"/>
          </a:blip>
          <a:srcRect l="13642" r="9357" b="-1"/>
          <a:stretch/>
        </p:blipFill>
        <p:spPr>
          <a:xfrm>
            <a:off x="0" y="49160"/>
            <a:ext cx="9143980" cy="6857990"/>
          </a:xfrm>
          <a:prstGeom prst="rect">
            <a:avLst/>
          </a:prstGeom>
        </p:spPr>
      </p:pic>
      <p:sp>
        <p:nvSpPr>
          <p:cNvPr id="2" name="Título 1">
            <a:extLst>
              <a:ext uri="{FF2B5EF4-FFF2-40B4-BE49-F238E27FC236}">
                <a16:creationId xmlns:a16="http://schemas.microsoft.com/office/drawing/2014/main" id="{9BC352F8-31C6-2281-4885-877BEDB1257D}"/>
              </a:ext>
            </a:extLst>
          </p:cNvPr>
          <p:cNvSpPr>
            <a:spLocks noGrp="1"/>
          </p:cNvSpPr>
          <p:nvPr>
            <p:ph type="title"/>
          </p:nvPr>
        </p:nvSpPr>
        <p:spPr>
          <a:xfrm>
            <a:off x="1742018" y="176975"/>
            <a:ext cx="4934648" cy="442455"/>
          </a:xfrm>
        </p:spPr>
        <p:txBody>
          <a:bodyPr vert="horz" lIns="91440" tIns="45720" rIns="91440" bIns="45720" rtlCol="0" anchor="ctr">
            <a:normAutofit fontScale="90000"/>
          </a:bodyPr>
          <a:lstStyle/>
          <a:p>
            <a:r>
              <a:rPr lang="en-US" sz="3200" b="1" dirty="0">
                <a:solidFill>
                  <a:srgbClr val="FF0000"/>
                </a:solidFill>
                <a:latin typeface="Times New Roman" panose="02020603050405020304" pitchFamily="18" charset="0"/>
                <a:cs typeface="Times New Roman" panose="02020603050405020304" pitchFamily="18" charset="0"/>
              </a:rPr>
              <a:t>             </a:t>
            </a:r>
            <a:r>
              <a:rPr lang="en-US" sz="3200" b="1" dirty="0">
                <a:solidFill>
                  <a:srgbClr val="FF0000"/>
                </a:solidFill>
                <a:effectLst>
                  <a:glow rad="38100">
                    <a:schemeClr val="bg1">
                      <a:lumMod val="65000"/>
                      <a:lumOff val="35000"/>
                      <a:alpha val="40000"/>
                    </a:schemeClr>
                  </a:glow>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MATERIALES</a:t>
            </a:r>
          </a:p>
        </p:txBody>
      </p:sp>
      <p:pic>
        <p:nvPicPr>
          <p:cNvPr id="5" name="Imagen 4">
            <a:extLst>
              <a:ext uri="{FF2B5EF4-FFF2-40B4-BE49-F238E27FC236}">
                <a16:creationId xmlns:a16="http://schemas.microsoft.com/office/drawing/2014/main" id="{688333D6-E3A7-7B49-806F-8DDF0C99C023}"/>
              </a:ext>
            </a:extLst>
          </p:cNvPr>
          <p:cNvPicPr>
            <a:picLocks noChangeAspect="1"/>
          </p:cNvPicPr>
          <p:nvPr/>
        </p:nvPicPr>
        <p:blipFill>
          <a:blip r:embed="rId5"/>
          <a:stretch>
            <a:fillRect/>
          </a:stretch>
        </p:blipFill>
        <p:spPr>
          <a:xfrm>
            <a:off x="8168555" y="6463982"/>
            <a:ext cx="975445" cy="298730"/>
          </a:xfrm>
          <a:prstGeom prst="rect">
            <a:avLst/>
          </a:prstGeom>
        </p:spPr>
      </p:pic>
      <p:graphicFrame>
        <p:nvGraphicFramePr>
          <p:cNvPr id="8" name="Marcador de contenido 5">
            <a:extLst>
              <a:ext uri="{FF2B5EF4-FFF2-40B4-BE49-F238E27FC236}">
                <a16:creationId xmlns:a16="http://schemas.microsoft.com/office/drawing/2014/main" id="{CD30DF73-01C8-3305-E1D1-37A19C44A44B}"/>
              </a:ext>
            </a:extLst>
          </p:cNvPr>
          <p:cNvGraphicFramePr>
            <a:graphicFrameLocks noGrp="1"/>
          </p:cNvGraphicFramePr>
          <p:nvPr>
            <p:ph sz="half" idx="1"/>
            <p:extLst>
              <p:ext uri="{D42A27DB-BD31-4B8C-83A1-F6EECF244321}">
                <p14:modId xmlns:p14="http://schemas.microsoft.com/office/powerpoint/2010/main" val="1703564944"/>
              </p:ext>
            </p:extLst>
          </p:nvPr>
        </p:nvGraphicFramePr>
        <p:xfrm>
          <a:off x="884903" y="452284"/>
          <a:ext cx="7205517" cy="280428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CuadroTexto 8">
            <a:extLst>
              <a:ext uri="{FF2B5EF4-FFF2-40B4-BE49-F238E27FC236}">
                <a16:creationId xmlns:a16="http://schemas.microsoft.com/office/drawing/2014/main" id="{A388F78A-141A-A389-20EE-4A02A24D3180}"/>
              </a:ext>
            </a:extLst>
          </p:cNvPr>
          <p:cNvSpPr txBox="1"/>
          <p:nvPr/>
        </p:nvSpPr>
        <p:spPr>
          <a:xfrm>
            <a:off x="2841775" y="2564468"/>
            <a:ext cx="5775425" cy="538609"/>
          </a:xfrm>
          <a:prstGeom prst="rect">
            <a:avLst/>
          </a:prstGeom>
          <a:noFill/>
        </p:spPr>
        <p:txBody>
          <a:bodyPr wrap="square">
            <a:spAutoFit/>
          </a:bodyPr>
          <a:lstStyle/>
          <a:p>
            <a:r>
              <a:rPr lang="es-CL" sz="29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CRONOGRAMA</a:t>
            </a:r>
          </a:p>
        </p:txBody>
      </p:sp>
      <p:pic>
        <p:nvPicPr>
          <p:cNvPr id="6" name="Imagen 5">
            <a:extLst>
              <a:ext uri="{FF2B5EF4-FFF2-40B4-BE49-F238E27FC236}">
                <a16:creationId xmlns:a16="http://schemas.microsoft.com/office/drawing/2014/main" id="{86B2B216-FD88-9C0F-B5BF-C496F0549458}"/>
              </a:ext>
            </a:extLst>
          </p:cNvPr>
          <p:cNvPicPr>
            <a:picLocks noChangeAspect="1"/>
          </p:cNvPicPr>
          <p:nvPr/>
        </p:nvPicPr>
        <p:blipFill>
          <a:blip r:embed="rId11"/>
          <a:stretch>
            <a:fillRect/>
          </a:stretch>
        </p:blipFill>
        <p:spPr>
          <a:xfrm>
            <a:off x="2349975" y="3134738"/>
            <a:ext cx="4275372" cy="2825059"/>
          </a:xfrm>
          <a:prstGeom prst="rect">
            <a:avLst/>
          </a:prstGeom>
        </p:spPr>
      </p:pic>
    </p:spTree>
    <p:extLst>
      <p:ext uri="{BB962C8B-B14F-4D97-AF65-F5344CB8AC3E}">
        <p14:creationId xmlns:p14="http://schemas.microsoft.com/office/powerpoint/2010/main" val="1636129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DD3D2EF-CD19-3C4B-DDAB-C761EDC1C5DD}"/>
              </a:ext>
            </a:extLst>
          </p:cNvPr>
          <p:cNvPicPr>
            <a:picLocks noChangeAspect="1"/>
          </p:cNvPicPr>
          <p:nvPr/>
        </p:nvPicPr>
        <p:blipFill rotWithShape="1">
          <a:blip r:embed="rId3"/>
          <a:srcRect/>
          <a:stretch/>
        </p:blipFill>
        <p:spPr>
          <a:xfrm>
            <a:off x="20" y="-69883"/>
            <a:ext cx="9143980" cy="6857990"/>
          </a:xfrm>
          <a:prstGeom prst="rect">
            <a:avLst/>
          </a:prstGeom>
        </p:spPr>
      </p:pic>
      <p:pic>
        <p:nvPicPr>
          <p:cNvPr id="6" name="Imagen 5">
            <a:extLst>
              <a:ext uri="{FF2B5EF4-FFF2-40B4-BE49-F238E27FC236}">
                <a16:creationId xmlns:a16="http://schemas.microsoft.com/office/drawing/2014/main" id="{C2C64494-BF66-C201-BC7D-CDF53B2697FE}"/>
              </a:ext>
            </a:extLst>
          </p:cNvPr>
          <p:cNvPicPr>
            <a:picLocks noChangeAspect="1"/>
          </p:cNvPicPr>
          <p:nvPr/>
        </p:nvPicPr>
        <p:blipFill rotWithShape="1">
          <a:blip r:embed="rId4"/>
          <a:srcRect t="12330" b="28602"/>
          <a:stretch/>
        </p:blipFill>
        <p:spPr>
          <a:xfrm>
            <a:off x="5955843" y="3765274"/>
            <a:ext cx="2116071" cy="2223167"/>
          </a:xfrm>
          <a:prstGeom prst="rect">
            <a:avLst/>
          </a:prstGeom>
        </p:spPr>
      </p:pic>
      <p:pic>
        <p:nvPicPr>
          <p:cNvPr id="7" name="Imagen 6">
            <a:extLst>
              <a:ext uri="{FF2B5EF4-FFF2-40B4-BE49-F238E27FC236}">
                <a16:creationId xmlns:a16="http://schemas.microsoft.com/office/drawing/2014/main" id="{B55B5EAE-091C-A502-953D-A73B76763BB1}"/>
              </a:ext>
            </a:extLst>
          </p:cNvPr>
          <p:cNvPicPr>
            <a:picLocks noChangeAspect="1"/>
          </p:cNvPicPr>
          <p:nvPr/>
        </p:nvPicPr>
        <p:blipFill rotWithShape="1">
          <a:blip r:embed="rId5"/>
          <a:srcRect t="24659" b="30179"/>
          <a:stretch/>
        </p:blipFill>
        <p:spPr>
          <a:xfrm>
            <a:off x="3188156" y="1430788"/>
            <a:ext cx="2767687" cy="2223167"/>
          </a:xfrm>
          <a:prstGeom prst="rect">
            <a:avLst/>
          </a:prstGeom>
        </p:spPr>
      </p:pic>
      <p:pic>
        <p:nvPicPr>
          <p:cNvPr id="8" name="Imagen 7">
            <a:extLst>
              <a:ext uri="{FF2B5EF4-FFF2-40B4-BE49-F238E27FC236}">
                <a16:creationId xmlns:a16="http://schemas.microsoft.com/office/drawing/2014/main" id="{D0C1BBE4-0DC0-8FA1-A569-87C4AA56F5DD}"/>
              </a:ext>
            </a:extLst>
          </p:cNvPr>
          <p:cNvPicPr>
            <a:picLocks noChangeAspect="1"/>
          </p:cNvPicPr>
          <p:nvPr/>
        </p:nvPicPr>
        <p:blipFill>
          <a:blip r:embed="rId6"/>
          <a:stretch>
            <a:fillRect/>
          </a:stretch>
        </p:blipFill>
        <p:spPr>
          <a:xfrm>
            <a:off x="473700" y="3878549"/>
            <a:ext cx="3120320" cy="1754326"/>
          </a:xfrm>
          <a:prstGeom prst="rect">
            <a:avLst/>
          </a:prstGeom>
        </p:spPr>
      </p:pic>
      <p:sp>
        <p:nvSpPr>
          <p:cNvPr id="10" name="CuadroTexto 9">
            <a:extLst>
              <a:ext uri="{FF2B5EF4-FFF2-40B4-BE49-F238E27FC236}">
                <a16:creationId xmlns:a16="http://schemas.microsoft.com/office/drawing/2014/main" id="{A948F806-2334-1077-AF09-F931E2DA7AC4}"/>
              </a:ext>
            </a:extLst>
          </p:cNvPr>
          <p:cNvSpPr txBox="1"/>
          <p:nvPr/>
        </p:nvSpPr>
        <p:spPr>
          <a:xfrm>
            <a:off x="567624" y="488107"/>
            <a:ext cx="8008750" cy="646331"/>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Para llevar a cabo las mediciones y cálculos necesitaremos en primer lugar instrumentos de medición virtuales para medir el diámetro y altura de los pistones, GeoGebra para calcular relación de compresión y volumen de la cámara de combustión y por último necesitamos manuales y auto data para tener los datos específicos del motor.</a:t>
            </a:r>
            <a:endParaRPr lang="es-CL"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2823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0C7B90C2-611F-1500-DD7F-BBAB16011555}"/>
              </a:ext>
            </a:extLst>
          </p:cNvPr>
          <p:cNvPicPr>
            <a:picLocks noChangeAspect="1"/>
          </p:cNvPicPr>
          <p:nvPr/>
        </p:nvPicPr>
        <p:blipFill rotWithShape="1">
          <a:blip r:embed="rId3"/>
          <a:srcRect/>
          <a:stretch/>
        </p:blipFill>
        <p:spPr>
          <a:xfrm>
            <a:off x="0" y="160775"/>
            <a:ext cx="9144000" cy="6857999"/>
          </a:xfrm>
          <a:prstGeom prst="rect">
            <a:avLst/>
          </a:prstGeom>
        </p:spPr>
      </p:pic>
      <p:sp>
        <p:nvSpPr>
          <p:cNvPr id="5" name="CuadroTexto 4">
            <a:extLst>
              <a:ext uri="{FF2B5EF4-FFF2-40B4-BE49-F238E27FC236}">
                <a16:creationId xmlns:a16="http://schemas.microsoft.com/office/drawing/2014/main" id="{3E5F1023-8CD9-3C38-5CA5-7301310C420D}"/>
              </a:ext>
            </a:extLst>
          </p:cNvPr>
          <p:cNvSpPr txBox="1"/>
          <p:nvPr/>
        </p:nvSpPr>
        <p:spPr>
          <a:xfrm>
            <a:off x="296673" y="639297"/>
            <a:ext cx="7632727" cy="1384995"/>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¿Como podremos mejorar el torque?</a:t>
            </a:r>
          </a:p>
          <a:p>
            <a:endParaRPr lang="es-ES" sz="1200" dirty="0">
              <a:latin typeface="Times New Roman" panose="02020603050405020304" pitchFamily="18" charset="0"/>
              <a:cs typeface="Times New Roman" panose="02020603050405020304" pitchFamily="18" charset="0"/>
            </a:endParaRPr>
          </a:p>
          <a:p>
            <a:r>
              <a:rPr lang="es-ES" sz="1200" dirty="0">
                <a:latin typeface="Times New Roman" panose="02020603050405020304" pitchFamily="18" charset="0"/>
                <a:cs typeface="Times New Roman" panose="02020603050405020304" pitchFamily="18" charset="0"/>
              </a:rPr>
              <a:t>Para crecer el torque a la vez, hay dos sistemas: mejorar la eficiencia volumétrica o llenado de los cilindros y la presión en los mismos. O bien, cambiar la palanca que conecta el pistón al cigüeñal, es decir el largo de la biela y, por ende, su recorrido. De ahí que los motores viejos, que tienen una carrera muy larga, o sea, que el pistón sube y baja una larga distancia en el bloque, tienen mucho más torque que aquellos de medidas cuadradas (igual diámetro de pistón que la carrera) o aproximadas a esta proporción. (Motor, 2018)</a:t>
            </a:r>
          </a:p>
        </p:txBody>
      </p:sp>
      <p:sp>
        <p:nvSpPr>
          <p:cNvPr id="10" name="CuadroTexto 9">
            <a:extLst>
              <a:ext uri="{FF2B5EF4-FFF2-40B4-BE49-F238E27FC236}">
                <a16:creationId xmlns:a16="http://schemas.microsoft.com/office/drawing/2014/main" id="{708793CD-8032-6ACF-66E8-C6BB3CEF78A2}"/>
              </a:ext>
            </a:extLst>
          </p:cNvPr>
          <p:cNvSpPr txBox="1"/>
          <p:nvPr/>
        </p:nvSpPr>
        <p:spPr>
          <a:xfrm>
            <a:off x="296673" y="2024292"/>
            <a:ext cx="7737987" cy="5078313"/>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¿Cuáles son las medidas necesarias en los cilindros para tener una mayor potencia, para el Toyota </a:t>
            </a:r>
            <a:r>
              <a:rPr lang="es-ES" sz="1200" dirty="0" err="1">
                <a:latin typeface="Times New Roman" panose="02020603050405020304" pitchFamily="18" charset="0"/>
                <a:cs typeface="Times New Roman" panose="02020603050405020304" pitchFamily="18" charset="0"/>
              </a:rPr>
              <a:t>Yaris</a:t>
            </a:r>
            <a:r>
              <a:rPr lang="es-ES" sz="1200" dirty="0">
                <a:latin typeface="Times New Roman" panose="02020603050405020304" pitchFamily="18" charset="0"/>
                <a:cs typeface="Times New Roman" panose="02020603050405020304" pitchFamily="18" charset="0"/>
              </a:rPr>
              <a:t> 1NZ-FE?</a:t>
            </a:r>
          </a:p>
          <a:p>
            <a:endParaRPr lang="es-ES" sz="1200" dirty="0">
              <a:latin typeface="Times New Roman" panose="02020603050405020304" pitchFamily="18" charset="0"/>
              <a:cs typeface="Times New Roman" panose="02020603050405020304" pitchFamily="18" charset="0"/>
            </a:endParaRPr>
          </a:p>
          <a:p>
            <a:r>
              <a:rPr lang="es-ES" sz="1200" dirty="0">
                <a:latin typeface="Times New Roman" panose="02020603050405020304" pitchFamily="18" charset="0"/>
                <a:cs typeface="Times New Roman" panose="02020603050405020304" pitchFamily="18" charset="0"/>
              </a:rPr>
              <a:t>Por el aumento de cilindrada se consigue mayor potencia porque cuanto mayor sea la capacidad volumétrica de un motor, mayor será la cantidad de aire y combustible que llenará las cámaras de combustión, por lo tanto, tendremos mayor consumo de aire. (</a:t>
            </a:r>
            <a:r>
              <a:rPr lang="es-ES" sz="1200" dirty="0" err="1">
                <a:latin typeface="Times New Roman" panose="02020603050405020304" pitchFamily="18" charset="0"/>
                <a:cs typeface="Times New Roman" panose="02020603050405020304" pitchFamily="18" charset="0"/>
              </a:rPr>
              <a:t>Casani</a:t>
            </a:r>
            <a:r>
              <a:rPr lang="es-ES" sz="1200" dirty="0">
                <a:latin typeface="Times New Roman" panose="02020603050405020304" pitchFamily="18" charset="0"/>
                <a:cs typeface="Times New Roman" panose="02020603050405020304" pitchFamily="18" charset="0"/>
              </a:rPr>
              <a:t>, s.f.)</a:t>
            </a:r>
          </a:p>
          <a:p>
            <a:endParaRPr lang="es-ES" sz="1200" dirty="0">
              <a:latin typeface="Times New Roman" panose="02020603050405020304" pitchFamily="18" charset="0"/>
              <a:cs typeface="Times New Roman" panose="02020603050405020304" pitchFamily="18" charset="0"/>
            </a:endParaRPr>
          </a:p>
          <a:p>
            <a:r>
              <a:rPr lang="es-ES" sz="1200" dirty="0">
                <a:latin typeface="Times New Roman" panose="02020603050405020304" pitchFamily="18" charset="0"/>
                <a:cs typeface="Times New Roman" panose="02020603050405020304" pitchFamily="18" charset="0"/>
              </a:rPr>
              <a:t>Tendrás menos potencia y mayor consumo de combustible. Y si tu motor tiene el sistema hidráulico VVT, el ajuste de apertura de válvulas no será en el momento correcto. Efectivamente hay mucha gente que lo hace para compensar desgaste, pero algo más han hecho mal para tener ese desgaste. (</a:t>
            </a:r>
            <a:r>
              <a:rPr lang="es-ES" sz="1200" dirty="0" err="1">
                <a:latin typeface="Times New Roman" panose="02020603050405020304" pitchFamily="18" charset="0"/>
                <a:cs typeface="Times New Roman" panose="02020603050405020304" pitchFamily="18" charset="0"/>
              </a:rPr>
              <a:t>Quora</a:t>
            </a:r>
            <a:r>
              <a:rPr lang="es-ES" sz="1200" dirty="0">
                <a:latin typeface="Times New Roman" panose="02020603050405020304" pitchFamily="18" charset="0"/>
                <a:cs typeface="Times New Roman" panose="02020603050405020304" pitchFamily="18" charset="0"/>
              </a:rPr>
              <a:t>, s.f.)</a:t>
            </a:r>
          </a:p>
          <a:p>
            <a:endParaRPr lang="es-ES" sz="1200" dirty="0">
              <a:latin typeface="Times New Roman" panose="02020603050405020304" pitchFamily="18" charset="0"/>
              <a:cs typeface="Times New Roman" panose="02020603050405020304" pitchFamily="18" charset="0"/>
            </a:endParaRPr>
          </a:p>
          <a:p>
            <a:r>
              <a:rPr lang="es-ES" sz="1200" dirty="0">
                <a:latin typeface="Times New Roman" panose="02020603050405020304" pitchFamily="18" charset="0"/>
                <a:cs typeface="Times New Roman" panose="02020603050405020304" pitchFamily="18" charset="0"/>
              </a:rPr>
              <a:t>Para el Toyota </a:t>
            </a:r>
            <a:r>
              <a:rPr lang="es-ES" sz="1200" dirty="0" err="1">
                <a:latin typeface="Times New Roman" panose="02020603050405020304" pitchFamily="18" charset="0"/>
                <a:cs typeface="Times New Roman" panose="02020603050405020304" pitchFamily="18" charset="0"/>
              </a:rPr>
              <a:t>Yaris</a:t>
            </a:r>
            <a:r>
              <a:rPr lang="es-ES" sz="1200" dirty="0">
                <a:latin typeface="Times New Roman" panose="02020603050405020304" pitchFamily="18" charset="0"/>
                <a:cs typeface="Times New Roman" panose="02020603050405020304" pitchFamily="18" charset="0"/>
              </a:rPr>
              <a:t> nosotros tenemos como diámetro de los cilindros 74,96mm y queremos agrandarlos a 85mm para que tenga más potencia.</a:t>
            </a:r>
          </a:p>
          <a:p>
            <a:endParaRPr lang="es-ES" sz="1200" dirty="0">
              <a:latin typeface="Times New Roman" panose="02020603050405020304" pitchFamily="18" charset="0"/>
              <a:cs typeface="Times New Roman" panose="02020603050405020304" pitchFamily="18" charset="0"/>
            </a:endParaRPr>
          </a:p>
          <a:p>
            <a:r>
              <a:rPr lang="es-ES" sz="1200" dirty="0">
                <a:latin typeface="Times New Roman" panose="02020603050405020304" pitchFamily="18" charset="0"/>
                <a:cs typeface="Times New Roman" panose="02020603050405020304" pitchFamily="18" charset="0"/>
              </a:rPr>
              <a:t>Potenciar un motor es algo bastante habitual y se pueden conseguir valores muy positivos, pero es necesario realizarlas correctamente para evitar problemas graves como bloquear una unidad de control y dejarla inutilizable o incluso provocar averías en el motor. (Auto </a:t>
            </a:r>
            <a:r>
              <a:rPr lang="es-ES" sz="1200" dirty="0" err="1">
                <a:latin typeface="Times New Roman" panose="02020603050405020304" pitchFamily="18" charset="0"/>
                <a:cs typeface="Times New Roman" panose="02020603050405020304" pitchFamily="18" charset="0"/>
              </a:rPr>
              <a:t>Planet</a:t>
            </a:r>
            <a:r>
              <a:rPr lang="es-ES" sz="1200" dirty="0">
                <a:latin typeface="Times New Roman" panose="02020603050405020304" pitchFamily="18" charset="0"/>
                <a:cs typeface="Times New Roman" panose="02020603050405020304" pitchFamily="18" charset="0"/>
              </a:rPr>
              <a:t>, 2023)</a:t>
            </a:r>
          </a:p>
          <a:p>
            <a:endParaRPr lang="es-ES" sz="1200" dirty="0">
              <a:latin typeface="Times New Roman" panose="02020603050405020304" pitchFamily="18" charset="0"/>
              <a:cs typeface="Times New Roman" panose="02020603050405020304" pitchFamily="18" charset="0"/>
            </a:endParaRPr>
          </a:p>
          <a:p>
            <a:r>
              <a:rPr lang="es-ES" sz="1200" dirty="0">
                <a:latin typeface="Times New Roman" panose="02020603050405020304" pitchFamily="18" charset="0"/>
                <a:cs typeface="Times New Roman" panose="02020603050405020304" pitchFamily="18" charset="0"/>
              </a:rPr>
              <a:t>¿Como aumentar la potencia al motor?</a:t>
            </a:r>
          </a:p>
          <a:p>
            <a:r>
              <a:rPr lang="es-ES" sz="1200" dirty="0">
                <a:latin typeface="Times New Roman" panose="02020603050405020304" pitchFamily="18" charset="0"/>
                <a:cs typeface="Times New Roman" panose="02020603050405020304" pitchFamily="18" charset="0"/>
              </a:rPr>
              <a:t>•	Mejorar su sistema de escape.</a:t>
            </a:r>
          </a:p>
          <a:p>
            <a:r>
              <a:rPr lang="es-ES" sz="1200" dirty="0">
                <a:latin typeface="Times New Roman" panose="02020603050405020304" pitchFamily="18" charset="0"/>
                <a:cs typeface="Times New Roman" panose="02020603050405020304" pitchFamily="18" charset="0"/>
              </a:rPr>
              <a:t>•	Instalar una entrada de aire de frio.</a:t>
            </a:r>
          </a:p>
          <a:p>
            <a:r>
              <a:rPr lang="es-ES" sz="1200" dirty="0">
                <a:latin typeface="Times New Roman" panose="02020603050405020304" pitchFamily="18" charset="0"/>
                <a:cs typeface="Times New Roman" panose="02020603050405020304" pitchFamily="18" charset="0"/>
              </a:rPr>
              <a:t>•	Chip de rendimiento.</a:t>
            </a:r>
          </a:p>
          <a:p>
            <a:r>
              <a:rPr lang="es-ES" sz="1200" dirty="0">
                <a:latin typeface="Times New Roman" panose="02020603050405020304" pitchFamily="18" charset="0"/>
                <a:cs typeface="Times New Roman" panose="02020603050405020304" pitchFamily="18" charset="0"/>
              </a:rPr>
              <a:t>•	</a:t>
            </a:r>
            <a:r>
              <a:rPr lang="es-ES" sz="1200" dirty="0" err="1">
                <a:latin typeface="Times New Roman" panose="02020603050405020304" pitchFamily="18" charset="0"/>
                <a:cs typeface="Times New Roman" panose="02020603050405020304" pitchFamily="18" charset="0"/>
              </a:rPr>
              <a:t>Intercooler</a:t>
            </a:r>
            <a:r>
              <a:rPr lang="es-ES" sz="1200" dirty="0">
                <a:latin typeface="Times New Roman" panose="02020603050405020304" pitchFamily="18" charset="0"/>
                <a:cs typeface="Times New Roman" panose="02020603050405020304" pitchFamily="18" charset="0"/>
              </a:rPr>
              <a:t> mejorado.</a:t>
            </a:r>
          </a:p>
          <a:p>
            <a:r>
              <a:rPr lang="es-ES" sz="1200" dirty="0">
                <a:latin typeface="Times New Roman" panose="02020603050405020304" pitchFamily="18" charset="0"/>
                <a:cs typeface="Times New Roman" panose="02020603050405020304" pitchFamily="18" charset="0"/>
              </a:rPr>
              <a:t>•	Inyectores de combustible de alto rendimiento .</a:t>
            </a:r>
          </a:p>
          <a:p>
            <a:r>
              <a:rPr lang="es-ES" sz="1200" dirty="0">
                <a:latin typeface="Times New Roman" panose="02020603050405020304" pitchFamily="18" charset="0"/>
                <a:cs typeface="Times New Roman" panose="02020603050405020304" pitchFamily="18" charset="0"/>
              </a:rPr>
              <a:t>•	Filtro de aire de alto rendimiento.</a:t>
            </a:r>
          </a:p>
          <a:p>
            <a:endParaRPr lang="es-ES" sz="1200" dirty="0">
              <a:latin typeface="Times New Roman" panose="02020603050405020304" pitchFamily="18" charset="0"/>
              <a:cs typeface="Times New Roman" panose="02020603050405020304" pitchFamily="18" charset="0"/>
            </a:endParaRPr>
          </a:p>
          <a:p>
            <a:endParaRPr lang="es-E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7407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Marcador de contenido 4" descr="Imagen en blanco y negro de un carro&#10;&#10;Descripción generada automáticamente con confianza baja">
            <a:extLst>
              <a:ext uri="{FF2B5EF4-FFF2-40B4-BE49-F238E27FC236}">
                <a16:creationId xmlns:a16="http://schemas.microsoft.com/office/drawing/2014/main" id="{4A654B0B-9E97-4EA0-6BA0-168945F35948}"/>
              </a:ext>
            </a:extLst>
          </p:cNvPr>
          <p:cNvPicPr>
            <a:picLocks noGrp="1" noChangeAspect="1"/>
          </p:cNvPicPr>
          <p:nvPr>
            <p:ph idx="1"/>
          </p:nvPr>
        </p:nvPicPr>
        <p:blipFill rotWithShape="1">
          <a:blip r:embed="rId3"/>
          <a:srcRect/>
          <a:stretch/>
        </p:blipFill>
        <p:spPr>
          <a:xfrm>
            <a:off x="0" y="80388"/>
            <a:ext cx="9144000" cy="6857999"/>
          </a:xfrm>
          <a:prstGeom prst="rect">
            <a:avLst/>
          </a:prstGeom>
        </p:spPr>
      </p:pic>
      <p:sp>
        <p:nvSpPr>
          <p:cNvPr id="11" name="CuadroTexto 10">
            <a:extLst>
              <a:ext uri="{FF2B5EF4-FFF2-40B4-BE49-F238E27FC236}">
                <a16:creationId xmlns:a16="http://schemas.microsoft.com/office/drawing/2014/main" id="{5B0BB310-40DF-AE84-A8E9-533E219EBE29}"/>
              </a:ext>
            </a:extLst>
          </p:cNvPr>
          <p:cNvSpPr txBox="1"/>
          <p:nvPr/>
        </p:nvSpPr>
        <p:spPr>
          <a:xfrm>
            <a:off x="335241" y="860090"/>
            <a:ext cx="7447935" cy="830997"/>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¿Qué es la compresión del motor?</a:t>
            </a:r>
          </a:p>
          <a:p>
            <a:r>
              <a:rPr lang="es-ES" sz="1200" dirty="0">
                <a:latin typeface="Times New Roman" panose="02020603050405020304" pitchFamily="18" charset="0"/>
                <a:cs typeface="Times New Roman" panose="02020603050405020304" pitchFamily="18" charset="0"/>
              </a:rPr>
              <a:t>La compresión del motor se refiere a la presión que genera su motor dentro de los cilindros mientras está funcionando. La cantidad de presión que produce el motor y qué tan bien convierte esa presión en trabajo utilizable influyen en la eficiencia y la potencia de su motor. (</a:t>
            </a:r>
            <a:r>
              <a:rPr lang="es-ES" sz="1200" dirty="0" err="1">
                <a:latin typeface="Times New Roman" panose="02020603050405020304" pitchFamily="18" charset="0"/>
                <a:cs typeface="Times New Roman" panose="02020603050405020304" pitchFamily="18" charset="0"/>
              </a:rPr>
              <a:t>Amsoil.lat</a:t>
            </a:r>
            <a:r>
              <a:rPr lang="es-ES" sz="1200" dirty="0">
                <a:latin typeface="Times New Roman" panose="02020603050405020304" pitchFamily="18" charset="0"/>
                <a:cs typeface="Times New Roman" panose="02020603050405020304" pitchFamily="18" charset="0"/>
              </a:rPr>
              <a:t>, 2023)</a:t>
            </a:r>
          </a:p>
        </p:txBody>
      </p:sp>
      <p:sp>
        <p:nvSpPr>
          <p:cNvPr id="13" name="CuadroTexto 12">
            <a:extLst>
              <a:ext uri="{FF2B5EF4-FFF2-40B4-BE49-F238E27FC236}">
                <a16:creationId xmlns:a16="http://schemas.microsoft.com/office/drawing/2014/main" id="{52F2F664-14F1-CBED-7FF2-2312076ECFDB}"/>
              </a:ext>
            </a:extLst>
          </p:cNvPr>
          <p:cNvSpPr txBox="1"/>
          <p:nvPr/>
        </p:nvSpPr>
        <p:spPr>
          <a:xfrm>
            <a:off x="248265" y="2104231"/>
            <a:ext cx="8647470" cy="3600986"/>
          </a:xfrm>
          <a:prstGeom prst="rect">
            <a:avLst/>
          </a:prstGeom>
          <a:noFill/>
        </p:spPr>
        <p:txBody>
          <a:bodyPr wrap="square">
            <a:spAutoFit/>
          </a:bodyPr>
          <a:lstStyle/>
          <a:p>
            <a:r>
              <a:rPr lang="es-ES" sz="1200" dirty="0">
                <a:latin typeface="Times New Roman" panose="02020603050405020304" pitchFamily="18" charset="0"/>
                <a:cs typeface="Times New Roman" panose="02020603050405020304" pitchFamily="18" charset="0"/>
              </a:rPr>
              <a:t>¿Como medir la relación de compresión de un motor? </a:t>
            </a:r>
          </a:p>
          <a:p>
            <a:r>
              <a:rPr lang="es-ES" sz="1200" dirty="0">
                <a:latin typeface="Times New Roman" panose="02020603050405020304" pitchFamily="18" charset="0"/>
                <a:cs typeface="Times New Roman" panose="02020603050405020304" pitchFamily="18" charset="0"/>
              </a:rPr>
              <a:t>Un motor de cuatro cilindros en línea (4L) con 1.4 litros de desplazamiento, se divide el desplazamiento entre el número de cilindros (1 400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4 = 350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A este valor se le suma el volumen de la cámara ( 350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+ 40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390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y se divide por el volumen de la cámara (390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40 </a:t>
            </a:r>
            <a:r>
              <a:rPr lang="es-ES" sz="1200" dirty="0" err="1">
                <a:latin typeface="Times New Roman" panose="02020603050405020304" pitchFamily="18" charset="0"/>
                <a:cs typeface="Times New Roman" panose="02020603050405020304" pitchFamily="18" charset="0"/>
              </a:rPr>
              <a:t>cc</a:t>
            </a:r>
            <a:r>
              <a:rPr lang="es-ES" sz="1200" dirty="0">
                <a:latin typeface="Times New Roman" panose="02020603050405020304" pitchFamily="18" charset="0"/>
                <a:cs typeface="Times New Roman" panose="02020603050405020304" pitchFamily="18" charset="0"/>
              </a:rPr>
              <a:t> = 9.75). (Piqueras, 2017)</a:t>
            </a:r>
          </a:p>
          <a:p>
            <a:endParaRPr lang="es-ES" sz="1200" dirty="0">
              <a:latin typeface="Times New Roman" panose="02020603050405020304" pitchFamily="18" charset="0"/>
              <a:cs typeface="Times New Roman" panose="02020603050405020304" pitchFamily="18" charset="0"/>
            </a:endParaRPr>
          </a:p>
          <a:p>
            <a:endParaRPr lang="es-ES" sz="1200" dirty="0">
              <a:latin typeface="Times New Roman" panose="02020603050405020304" pitchFamily="18" charset="0"/>
              <a:cs typeface="Times New Roman" panose="02020603050405020304" pitchFamily="18" charset="0"/>
            </a:endParaRPr>
          </a:p>
          <a:p>
            <a:r>
              <a:rPr lang="es-ES" sz="1200" dirty="0">
                <a:latin typeface="Times New Roman" panose="02020603050405020304" pitchFamily="18" charset="0"/>
                <a:cs typeface="Times New Roman" panose="02020603050405020304" pitchFamily="18" charset="0"/>
              </a:rPr>
              <a:t>¿Qué es la compresión del motor?</a:t>
            </a:r>
          </a:p>
          <a:p>
            <a:endParaRPr lang="es-ES" sz="1200" dirty="0">
              <a:latin typeface="Times New Roman" panose="02020603050405020304" pitchFamily="18" charset="0"/>
              <a:cs typeface="Times New Roman" panose="02020603050405020304" pitchFamily="18" charset="0"/>
            </a:endParaRPr>
          </a:p>
          <a:p>
            <a:r>
              <a:rPr lang="es-ES" sz="1200" dirty="0">
                <a:latin typeface="Times New Roman" panose="02020603050405020304" pitchFamily="18" charset="0"/>
                <a:cs typeface="Times New Roman" panose="02020603050405020304" pitchFamily="18" charset="0"/>
              </a:rPr>
              <a:t>La compresión del motor se refiere a la presión que genera su motor dentro de los cilindros mientras está funcionando. La cantidad de presión que produce el motor y qué tan bien convierte esa presión en trabajo utilizable influyen en la eficiencia y la potencia de su motor. (</a:t>
            </a:r>
            <a:r>
              <a:rPr lang="es-ES" sz="1200" dirty="0" err="1">
                <a:latin typeface="Times New Roman" panose="02020603050405020304" pitchFamily="18" charset="0"/>
                <a:cs typeface="Times New Roman" panose="02020603050405020304" pitchFamily="18" charset="0"/>
              </a:rPr>
              <a:t>Amsoil.lat</a:t>
            </a:r>
            <a:r>
              <a:rPr lang="es-ES" sz="1200" dirty="0">
                <a:latin typeface="Times New Roman" panose="02020603050405020304" pitchFamily="18" charset="0"/>
                <a:cs typeface="Times New Roman" panose="02020603050405020304" pitchFamily="18" charset="0"/>
              </a:rPr>
              <a:t>, 2023)</a:t>
            </a:r>
          </a:p>
          <a:p>
            <a:endParaRPr lang="es-ES" sz="1200" dirty="0">
              <a:latin typeface="Times New Roman" panose="02020603050405020304" pitchFamily="18" charset="0"/>
              <a:cs typeface="Times New Roman" panose="02020603050405020304" pitchFamily="18" charset="0"/>
            </a:endParaRPr>
          </a:p>
          <a:p>
            <a:endParaRPr lang="es-CL" sz="1200" dirty="0">
              <a:latin typeface="Times New Roman" panose="02020603050405020304" pitchFamily="18" charset="0"/>
              <a:cs typeface="Times New Roman" panose="02020603050405020304" pitchFamily="18" charset="0"/>
            </a:endParaRPr>
          </a:p>
          <a:p>
            <a:r>
              <a:rPr lang="es-ES" sz="1200" dirty="0">
                <a:solidFill>
                  <a:schemeClr val="accent4">
                    <a:lumMod val="75000"/>
                  </a:schemeClr>
                </a:solidFill>
                <a:latin typeface="Times New Roman" panose="02020603050405020304" pitchFamily="18" charset="0"/>
                <a:cs typeface="Times New Roman" panose="02020603050405020304" pitchFamily="18" charset="0"/>
              </a:rPr>
              <a:t>¿Como medir la relación de compresión de un motor? </a:t>
            </a:r>
          </a:p>
          <a:p>
            <a:endParaRPr lang="es-ES" sz="1200" dirty="0">
              <a:solidFill>
                <a:schemeClr val="accent4">
                  <a:lumMod val="75000"/>
                </a:schemeClr>
              </a:solidFill>
              <a:latin typeface="Times New Roman" panose="02020603050405020304" pitchFamily="18" charset="0"/>
              <a:cs typeface="Times New Roman" panose="02020603050405020304" pitchFamily="18" charset="0"/>
            </a:endParaRPr>
          </a:p>
          <a:p>
            <a:r>
              <a:rPr lang="es-ES" sz="1200" dirty="0">
                <a:solidFill>
                  <a:schemeClr val="accent4">
                    <a:lumMod val="75000"/>
                  </a:schemeClr>
                </a:solidFill>
                <a:latin typeface="Times New Roman" panose="02020603050405020304" pitchFamily="18" charset="0"/>
                <a:cs typeface="Times New Roman" panose="02020603050405020304" pitchFamily="18" charset="0"/>
              </a:rPr>
              <a:t>Un motor de cuatro cilindros en línea (4L) con 1.4 litros de desplazamiento, se divide el desplazamiento entre el número de cilindros (1 400 </a:t>
            </a:r>
            <a:r>
              <a:rPr lang="es-ES" sz="1200" dirty="0" err="1">
                <a:solidFill>
                  <a:schemeClr val="accent4">
                    <a:lumMod val="75000"/>
                  </a:schemeClr>
                </a:solidFill>
                <a:latin typeface="Times New Roman" panose="02020603050405020304" pitchFamily="18" charset="0"/>
                <a:cs typeface="Times New Roman" panose="02020603050405020304" pitchFamily="18" charset="0"/>
              </a:rPr>
              <a:t>cc</a:t>
            </a:r>
            <a:r>
              <a:rPr lang="es-ES" sz="1200" dirty="0">
                <a:solidFill>
                  <a:schemeClr val="accent4">
                    <a:lumMod val="75000"/>
                  </a:schemeClr>
                </a:solidFill>
                <a:latin typeface="Times New Roman" panose="02020603050405020304" pitchFamily="18" charset="0"/>
                <a:cs typeface="Times New Roman" panose="02020603050405020304" pitchFamily="18" charset="0"/>
              </a:rPr>
              <a:t> / 4 = 350 </a:t>
            </a:r>
            <a:r>
              <a:rPr lang="es-ES" sz="1200" dirty="0" err="1">
                <a:solidFill>
                  <a:schemeClr val="accent4">
                    <a:lumMod val="75000"/>
                  </a:schemeClr>
                </a:solidFill>
                <a:latin typeface="Times New Roman" panose="02020603050405020304" pitchFamily="18" charset="0"/>
                <a:cs typeface="Times New Roman" panose="02020603050405020304" pitchFamily="18" charset="0"/>
              </a:rPr>
              <a:t>cc</a:t>
            </a:r>
            <a:r>
              <a:rPr lang="es-ES" sz="1200" dirty="0">
                <a:solidFill>
                  <a:schemeClr val="accent4">
                    <a:lumMod val="75000"/>
                  </a:schemeClr>
                </a:solidFill>
                <a:latin typeface="Times New Roman" panose="02020603050405020304" pitchFamily="18" charset="0"/>
                <a:cs typeface="Times New Roman" panose="02020603050405020304" pitchFamily="18" charset="0"/>
              </a:rPr>
              <a:t>). A este valor se le suma el volumen de la cámara ( 350 </a:t>
            </a:r>
            <a:r>
              <a:rPr lang="es-ES" sz="1200" dirty="0" err="1">
                <a:solidFill>
                  <a:schemeClr val="accent4">
                    <a:lumMod val="75000"/>
                  </a:schemeClr>
                </a:solidFill>
                <a:latin typeface="Times New Roman" panose="02020603050405020304" pitchFamily="18" charset="0"/>
                <a:cs typeface="Times New Roman" panose="02020603050405020304" pitchFamily="18" charset="0"/>
              </a:rPr>
              <a:t>cc</a:t>
            </a:r>
            <a:r>
              <a:rPr lang="es-ES" sz="1200" dirty="0">
                <a:solidFill>
                  <a:schemeClr val="accent4">
                    <a:lumMod val="75000"/>
                  </a:schemeClr>
                </a:solidFill>
                <a:latin typeface="Times New Roman" panose="02020603050405020304" pitchFamily="18" charset="0"/>
                <a:cs typeface="Times New Roman" panose="02020603050405020304" pitchFamily="18" charset="0"/>
              </a:rPr>
              <a:t> + 40 </a:t>
            </a:r>
            <a:r>
              <a:rPr lang="es-ES" sz="1200" dirty="0" err="1">
                <a:solidFill>
                  <a:schemeClr val="accent4">
                    <a:lumMod val="75000"/>
                  </a:schemeClr>
                </a:solidFill>
                <a:latin typeface="Times New Roman" panose="02020603050405020304" pitchFamily="18" charset="0"/>
                <a:cs typeface="Times New Roman" panose="02020603050405020304" pitchFamily="18" charset="0"/>
              </a:rPr>
              <a:t>cc</a:t>
            </a:r>
            <a:r>
              <a:rPr lang="es-ES" sz="1200" dirty="0">
                <a:solidFill>
                  <a:schemeClr val="accent4">
                    <a:lumMod val="75000"/>
                  </a:schemeClr>
                </a:solidFill>
                <a:latin typeface="Times New Roman" panose="02020603050405020304" pitchFamily="18" charset="0"/>
                <a:cs typeface="Times New Roman" panose="02020603050405020304" pitchFamily="18" charset="0"/>
              </a:rPr>
              <a:t> = 390 </a:t>
            </a:r>
            <a:r>
              <a:rPr lang="es-ES" sz="1200" dirty="0" err="1">
                <a:solidFill>
                  <a:schemeClr val="accent4">
                    <a:lumMod val="75000"/>
                  </a:schemeClr>
                </a:solidFill>
                <a:latin typeface="Times New Roman" panose="02020603050405020304" pitchFamily="18" charset="0"/>
                <a:cs typeface="Times New Roman" panose="02020603050405020304" pitchFamily="18" charset="0"/>
              </a:rPr>
              <a:t>cc</a:t>
            </a:r>
            <a:r>
              <a:rPr lang="es-ES" sz="1200" dirty="0">
                <a:solidFill>
                  <a:schemeClr val="accent4">
                    <a:lumMod val="75000"/>
                  </a:schemeClr>
                </a:solidFill>
                <a:latin typeface="Times New Roman" panose="02020603050405020304" pitchFamily="18" charset="0"/>
                <a:cs typeface="Times New Roman" panose="02020603050405020304" pitchFamily="18" charset="0"/>
              </a:rPr>
              <a:t> y se divide por el volumen de la cámara (390 </a:t>
            </a:r>
            <a:r>
              <a:rPr lang="es-ES" sz="1200" dirty="0" err="1">
                <a:solidFill>
                  <a:schemeClr val="accent4">
                    <a:lumMod val="75000"/>
                  </a:schemeClr>
                </a:solidFill>
                <a:latin typeface="Times New Roman" panose="02020603050405020304" pitchFamily="18" charset="0"/>
                <a:cs typeface="Times New Roman" panose="02020603050405020304" pitchFamily="18" charset="0"/>
              </a:rPr>
              <a:t>cc</a:t>
            </a:r>
            <a:r>
              <a:rPr lang="es-ES" sz="1200" dirty="0">
                <a:solidFill>
                  <a:schemeClr val="accent4">
                    <a:lumMod val="75000"/>
                  </a:schemeClr>
                </a:solidFill>
                <a:latin typeface="Times New Roman" panose="02020603050405020304" pitchFamily="18" charset="0"/>
                <a:cs typeface="Times New Roman" panose="02020603050405020304" pitchFamily="18" charset="0"/>
              </a:rPr>
              <a:t> / 40 </a:t>
            </a:r>
            <a:r>
              <a:rPr lang="es-ES" sz="1200" dirty="0" err="1">
                <a:solidFill>
                  <a:schemeClr val="accent4">
                    <a:lumMod val="75000"/>
                  </a:schemeClr>
                </a:solidFill>
                <a:latin typeface="Times New Roman" panose="02020603050405020304" pitchFamily="18" charset="0"/>
                <a:cs typeface="Times New Roman" panose="02020603050405020304" pitchFamily="18" charset="0"/>
              </a:rPr>
              <a:t>cc</a:t>
            </a:r>
            <a:r>
              <a:rPr lang="es-ES" sz="1200" dirty="0">
                <a:solidFill>
                  <a:schemeClr val="accent4">
                    <a:lumMod val="75000"/>
                  </a:schemeClr>
                </a:solidFill>
                <a:latin typeface="Times New Roman" panose="02020603050405020304" pitchFamily="18" charset="0"/>
                <a:cs typeface="Times New Roman" panose="02020603050405020304" pitchFamily="18" charset="0"/>
              </a:rPr>
              <a:t> = 9.75). (Piqueras, 2017)</a:t>
            </a:r>
          </a:p>
          <a:p>
            <a:endParaRPr lang="es-CL"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0779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87EDC92-DCA1-185E-A40D-B4F0452F57EF}"/>
              </a:ext>
            </a:extLst>
          </p:cNvPr>
          <p:cNvPicPr>
            <a:picLocks noChangeAspect="1"/>
          </p:cNvPicPr>
          <p:nvPr/>
        </p:nvPicPr>
        <p:blipFill rotWithShape="1">
          <a:blip r:embed="rId3"/>
          <a:srcRect/>
          <a:stretch/>
        </p:blipFill>
        <p:spPr>
          <a:xfrm>
            <a:off x="0" y="-71170"/>
            <a:ext cx="9144000" cy="6857999"/>
          </a:xfrm>
          <a:prstGeom prst="rect">
            <a:avLst/>
          </a:prstGeom>
        </p:spPr>
      </p:pic>
      <p:pic>
        <p:nvPicPr>
          <p:cNvPr id="8" name="Imagen 7">
            <a:extLst>
              <a:ext uri="{FF2B5EF4-FFF2-40B4-BE49-F238E27FC236}">
                <a16:creationId xmlns:a16="http://schemas.microsoft.com/office/drawing/2014/main" id="{F5A2CED1-6EE8-8666-47BB-80B2CFD530F7}"/>
              </a:ext>
            </a:extLst>
          </p:cNvPr>
          <p:cNvPicPr>
            <a:picLocks noChangeAspect="1"/>
          </p:cNvPicPr>
          <p:nvPr/>
        </p:nvPicPr>
        <p:blipFill rotWithShape="1">
          <a:blip r:embed="rId4"/>
          <a:srcRect b="13381"/>
          <a:stretch/>
        </p:blipFill>
        <p:spPr>
          <a:xfrm>
            <a:off x="299694" y="2512219"/>
            <a:ext cx="8544612" cy="1691222"/>
          </a:xfrm>
          <a:prstGeom prst="rect">
            <a:avLst/>
          </a:prstGeom>
        </p:spPr>
      </p:pic>
      <p:sp>
        <p:nvSpPr>
          <p:cNvPr id="11" name="CuadroTexto 10">
            <a:extLst>
              <a:ext uri="{FF2B5EF4-FFF2-40B4-BE49-F238E27FC236}">
                <a16:creationId xmlns:a16="http://schemas.microsoft.com/office/drawing/2014/main" id="{1A96A1AB-7719-44E8-6535-DF08D93E59AC}"/>
              </a:ext>
            </a:extLst>
          </p:cNvPr>
          <p:cNvSpPr txBox="1"/>
          <p:nvPr/>
        </p:nvSpPr>
        <p:spPr>
          <a:xfrm>
            <a:off x="3155183" y="1176596"/>
            <a:ext cx="6546500" cy="538609"/>
          </a:xfrm>
          <a:prstGeom prst="rect">
            <a:avLst/>
          </a:prstGeom>
          <a:noFill/>
        </p:spPr>
        <p:txBody>
          <a:bodyPr wrap="square">
            <a:spAutoFit/>
          </a:bodyPr>
          <a:lstStyle/>
          <a:p>
            <a:r>
              <a:rPr lang="es-CL" sz="2900" b="1" dirty="0">
                <a:solidFill>
                  <a:srgbClr val="FF0000"/>
                </a:solidFill>
                <a:latin typeface="Times New Roman" panose="02020603050405020304" pitchFamily="18" charset="0"/>
                <a:cs typeface="Times New Roman" panose="02020603050405020304" pitchFamily="18" charset="0"/>
              </a:rPr>
              <a:t>VITACORA</a:t>
            </a:r>
          </a:p>
        </p:txBody>
      </p:sp>
    </p:spTree>
    <p:extLst>
      <p:ext uri="{BB962C8B-B14F-4D97-AF65-F5344CB8AC3E}">
        <p14:creationId xmlns:p14="http://schemas.microsoft.com/office/powerpoint/2010/main" val="3586731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lla">
  <a:themeElements>
    <a:clrScheme name="Malla">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alla">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lla">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e9197f3-d4f0-4426-ac6f-982b8544d8f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E9BE05652C38442ADA3CF979486BD4F" ma:contentTypeVersion="6" ma:contentTypeDescription="Create a new document." ma:contentTypeScope="" ma:versionID="f0f4d8e5c1b8e67701d0582741b6f791">
  <xsd:schema xmlns:xsd="http://www.w3.org/2001/XMLSchema" xmlns:xs="http://www.w3.org/2001/XMLSchema" xmlns:p="http://schemas.microsoft.com/office/2006/metadata/properties" xmlns:ns3="1e9197f3-d4f0-4426-ac6f-982b8544d8fc" targetNamespace="http://schemas.microsoft.com/office/2006/metadata/properties" ma:root="true" ma:fieldsID="7087020d631607777bf75968ef887c1e" ns3:_="">
    <xsd:import namespace="1e9197f3-d4f0-4426-ac6f-982b8544d8fc"/>
    <xsd:element name="properties">
      <xsd:complexType>
        <xsd:sequence>
          <xsd:element name="documentManagement">
            <xsd:complexType>
              <xsd:all>
                <xsd:element ref="ns3:_activity" minOccurs="0"/>
                <xsd:element ref="ns3:MediaServiceMetadata" minOccurs="0"/>
                <xsd:element ref="ns3:MediaServiceFastMetadata" minOccurs="0"/>
                <xsd:element ref="ns3:MediaServiceObjectDetectorVersions" minOccurs="0"/>
                <xsd:element ref="ns3:MediaServiceAuto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9197f3-d4f0-4426-ac6f-982b8544d8f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F5C0C7-70C5-4301-B9FE-E99C21E613DB}">
  <ds:schemaRefs>
    <ds:schemaRef ds:uri="http://purl.org/dc/terms/"/>
    <ds:schemaRef ds:uri="http://schemas.microsoft.com/office/2006/metadata/properties"/>
    <ds:schemaRef ds:uri="http://purl.org/dc/dcmitype/"/>
    <ds:schemaRef ds:uri="1e9197f3-d4f0-4426-ac6f-982b8544d8fc"/>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http://www.w3.org/XML/1998/namespace"/>
  </ds:schemaRefs>
</ds:datastoreItem>
</file>

<file path=customXml/itemProps2.xml><?xml version="1.0" encoding="utf-8"?>
<ds:datastoreItem xmlns:ds="http://schemas.openxmlformats.org/officeDocument/2006/customXml" ds:itemID="{448867AA-0334-4397-90C4-FBECA634F289}">
  <ds:schemaRefs>
    <ds:schemaRef ds:uri="http://schemas.microsoft.com/sharepoint/v3/contenttype/forms"/>
  </ds:schemaRefs>
</ds:datastoreItem>
</file>

<file path=customXml/itemProps3.xml><?xml version="1.0" encoding="utf-8"?>
<ds:datastoreItem xmlns:ds="http://schemas.openxmlformats.org/officeDocument/2006/customXml" ds:itemID="{A1885541-4DF4-482C-B63A-9EA20BEFBB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9197f3-d4f0-4426-ac6f-982b8544d8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TM03457485[[fn=Malla]]</Template>
  <TotalTime>712</TotalTime>
  <Words>1168</Words>
  <Application>Microsoft Macintosh PowerPoint</Application>
  <PresentationFormat>Presentación en pantalla (4:3)</PresentationFormat>
  <Paragraphs>79</Paragraphs>
  <Slides>10</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Arial</vt:lpstr>
      <vt:lpstr>Calibri</vt:lpstr>
      <vt:lpstr>Century Gothic</vt:lpstr>
      <vt:lpstr>Myriad Pro</vt:lpstr>
      <vt:lpstr>Myriad Pro Light</vt:lpstr>
      <vt:lpstr>Times New Roman</vt:lpstr>
      <vt:lpstr>Malla</vt:lpstr>
      <vt:lpstr>Car Tunning</vt:lpstr>
      <vt:lpstr>Definición del proyecto </vt:lpstr>
      <vt:lpstr>Problemática del proyecto y matemáticas a abordar</vt:lpstr>
      <vt:lpstr>Objetivo del proyecto y preguntas de investigación</vt:lpstr>
      <vt:lpstr>Temas iniciales involucrados</vt:lpstr>
      <vt:lpstr>             MATERIALES</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LISSETTE ANDREA SALAMANCA MELLA</cp:lastModifiedBy>
  <cp:revision>22</cp:revision>
  <dcterms:created xsi:type="dcterms:W3CDTF">2015-06-26T15:52:47Z</dcterms:created>
  <dcterms:modified xsi:type="dcterms:W3CDTF">2023-12-12T13:50:01Z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0x0101000E9BE05652C38442ADA3CF979486BD4F</vt:lpwstr>
  </property>
</Properties>
</file>