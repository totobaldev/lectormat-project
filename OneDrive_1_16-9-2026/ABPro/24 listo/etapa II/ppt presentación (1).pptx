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SETTE ANDREA SALAMANCA MELLA" initials="LASM" lastIdx="10" clrIdx="0">
    <p:extLst>
      <p:ext uri="{19B8F6BF-5375-455C-9EA6-DF929625EA0E}">
        <p15:presenceInfo xmlns:p15="http://schemas.microsoft.com/office/powerpoint/2012/main" userId="S::lissette.salamanca@inacapmail.cl::e8cae1b9-6bd0-45e5-8679-6c0a2293f1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86" autoAdjust="0"/>
    <p:restoredTop sz="87147" autoAdjust="0"/>
  </p:normalViewPr>
  <p:slideViewPr>
    <p:cSldViewPr snapToGrid="0">
      <p:cViewPr varScale="1">
        <p:scale>
          <a:sx n="86" d="100"/>
          <a:sy n="86" d="100"/>
        </p:scale>
        <p:origin x="21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43:17.098" idx="1">
    <p:pos x="10" y="10"/>
    <p:text>debe escribir en tercera persona... ejemplo: https://www.youtube.com/watch?v=jgFkZ0LvzAM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49:43.756" idx="2">
    <p:pos x="6657" y="2191"/>
    <p:text>describir con mas detalle la problematica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0:05.827" idx="3">
    <p:pos x="3805" y="1511"/>
    <p:text>el objetivo de investigación posee un estructura definida... lo debe adecuar: https://bibliotecas.duoc.cl/elaboracion-de-documentos-o-informes/como-redactar-los-objetivos-de-tu-proyecto-o-investigacion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0:51.213" idx="4">
    <p:pos x="10" y="10"/>
    <p:text>agregar mas detalle a cada tema, es decir, de que manera se involucra cada tema en l investigación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1:30.167" idx="5">
    <p:pos x="10" y="10"/>
    <p:text>muy bien!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1:37.357" idx="6">
    <p:pos x="10" y="10"/>
    <p:text>las herramientas tecnológicas utilizadas las agrega como imagen del proceso acompañada de una pequeña descripción de que se esta realizando en la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2:56.334" idx="7">
    <p:pos x="10" y="10"/>
    <p:text>a cada respuesta agregar su opinión como equipo, es decir, si es o no posible (en algunos casos) realizar o no lo propuesto, o que se hace en la practica</p:text>
    <p:extLst>
      <p:ext uri="{C676402C-5697-4E1C-873F-D02D1690AC5C}">
        <p15:threadingInfo xmlns:p15="http://schemas.microsoft.com/office/powerpoint/2012/main" timeZoneBias="180"/>
      </p:ext>
    </p:extLst>
  </p:cm>
  <p:cm authorId="1" dt="2023-12-14T09:54:33.491" idx="8">
    <p:pos x="2398" y="2786"/>
    <p:text>porque?, o como puede justificar ello?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4:52.533" idx="9">
    <p:pos x="10" y="10"/>
    <p:text>falta APA para la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4T09:55:17.637" idx="10">
    <p:pos x="10" y="10"/>
    <p:text>muy buena imagen, aunque falta APA para la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450BC-2863-4A0C-95FC-AE2B63AD30B3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E5C00-F51C-4767-9528-B506319B6F9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990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E5C00-F51C-4767-9528-B506319B6F93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836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04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209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03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183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140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417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617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950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198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244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649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14-12-23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828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76" y="387235"/>
            <a:ext cx="4770331" cy="62213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BEAD0EB-48AF-2D94-2566-EBDA8798B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tecle y la geometría</a:t>
            </a:r>
            <a:endParaRPr lang="es-C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51411" y="4438996"/>
            <a:ext cx="7935884" cy="1770612"/>
          </a:xfrm>
        </p:spPr>
        <p:txBody>
          <a:bodyPr>
            <a:normAutofit/>
          </a:bodyPr>
          <a:lstStyle/>
          <a:p>
            <a:pPr algn="l"/>
            <a:r>
              <a:rPr lang="es-CL" sz="2000" dirty="0">
                <a:solidFill>
                  <a:schemeClr val="tx1"/>
                </a:solidFill>
              </a:rPr>
              <a:t>Nombres: Diego Quezada, Cristóbal Valenzuela y David Peña</a:t>
            </a:r>
          </a:p>
          <a:p>
            <a:pPr algn="l"/>
            <a:r>
              <a:rPr lang="es-CL" sz="2000" dirty="0">
                <a:solidFill>
                  <a:schemeClr val="tx1"/>
                </a:solidFill>
              </a:rPr>
              <a:t>Carrera: Ingeniería en Mecánica y Electromovilidad Automotriz</a:t>
            </a:r>
          </a:p>
          <a:p>
            <a:pPr algn="l"/>
            <a:r>
              <a:rPr lang="es-CL" sz="2000" dirty="0">
                <a:solidFill>
                  <a:schemeClr val="tx1"/>
                </a:solidFill>
              </a:rPr>
              <a:t>Asignatura: Funciones y Geometría 	</a:t>
            </a:r>
          </a:p>
          <a:p>
            <a:pPr algn="l"/>
            <a:r>
              <a:rPr lang="es-CL" sz="2000" dirty="0">
                <a:solidFill>
                  <a:schemeClr val="tx1"/>
                </a:solidFill>
              </a:rPr>
              <a:t>Docente: Lissette Salamanca</a:t>
            </a:r>
          </a:p>
          <a:p>
            <a:pPr algn="l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9360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19140-C4B6-4426-7B0B-A9112C97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Definición del proyecto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proyecto investigaremos acerca del tecle, sus partes y funciones, también responderemos a preguntas que nos hacemos desde nuestro punto de vista inexperto a través de la investigación en donde pondremos a prueba el tecle levantando el motor de un camión.</a:t>
            </a:r>
          </a:p>
        </p:txBody>
      </p:sp>
    </p:spTree>
    <p:extLst>
      <p:ext uri="{BB962C8B-B14F-4D97-AF65-F5344CB8AC3E}">
        <p14:creationId xmlns:p14="http://schemas.microsoft.com/office/powerpoint/2010/main" val="36733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8513-76B1-3793-002B-328B0633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Tema de investigación, nociones matemáticas y problemática a abordar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solidFill>
                  <a:schemeClr val="tx1"/>
                </a:solidFill>
              </a:rPr>
              <a:t>Nuestro tema de investigación será ver la capacidad del tecle y su principio de funcionamiento.</a:t>
            </a:r>
          </a:p>
          <a:p>
            <a:r>
              <a:rPr lang="es-CL" dirty="0">
                <a:solidFill>
                  <a:schemeClr val="tx1"/>
                </a:solidFill>
              </a:rPr>
              <a:t>En este proyecto ocuparemos las siguientes nociones matemáticas las cuales son: Fuerza,  Torque e hidráulica ya que son las que aplica un tecle.</a:t>
            </a:r>
          </a:p>
          <a:p>
            <a:r>
              <a:rPr lang="es-CL" dirty="0">
                <a:solidFill>
                  <a:schemeClr val="tx1"/>
                </a:solidFill>
              </a:rPr>
              <a:t>Nuestra problemática será poder levantar un motor de 2850 kilos; Verificar si se puede o buscar alguna solución en caso de que esto no sea posible.</a:t>
            </a:r>
          </a:p>
          <a:p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1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11957-82E8-115C-643E-E2F3E1D8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Objetivos y preguntas de investigación  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s-C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" indent="0">
              <a:buNone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Nuestro objetivo será investigar sobre el principio de funcionamiento del tecle</a:t>
            </a:r>
          </a:p>
          <a:p>
            <a:pPr marL="45720" indent="0">
              <a:buNone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C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pasaría si con el tecle de 2 toneladas intentamos levantar un motor de más de 2000 kg de peso?</a:t>
            </a:r>
          </a:p>
          <a:p>
            <a:r>
              <a:rPr lang="es-C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podríamos ayudar al tecle para que soporte más peso?</a:t>
            </a:r>
          </a:p>
          <a:p>
            <a:r>
              <a:rPr lang="es-C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parte del tecle es la que genera una mayor fuerza?</a:t>
            </a:r>
          </a:p>
          <a:p>
            <a:r>
              <a:rPr lang="es-C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 la estructura del tecle es así?</a:t>
            </a:r>
          </a:p>
          <a:p>
            <a:r>
              <a:rPr lang="es-C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¿Cuáles son las partes del tecle y para que funcionan cada una de ellas?</a:t>
            </a:r>
          </a:p>
        </p:txBody>
      </p:sp>
    </p:spTree>
    <p:extLst>
      <p:ext uri="{BB962C8B-B14F-4D97-AF65-F5344CB8AC3E}">
        <p14:creationId xmlns:p14="http://schemas.microsoft.com/office/powerpoint/2010/main" val="236523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Temas iniciales involucrados</a:t>
            </a:r>
            <a:endParaRPr lang="es-CL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B57D22-D888-BB45-9101-C7E0D5BDE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resistencia del tecle </a:t>
            </a:r>
          </a:p>
          <a:p>
            <a:r>
              <a:rPr lang="es-CL" dirty="0">
                <a:solidFill>
                  <a:schemeClr val="tx1"/>
                </a:solidFill>
              </a:rPr>
              <a:t>Funcionamiento </a:t>
            </a:r>
          </a:p>
          <a:p>
            <a:r>
              <a:rPr lang="es-CL" dirty="0">
                <a:solidFill>
                  <a:schemeClr val="tx1"/>
                </a:solidFill>
              </a:rPr>
              <a:t>Componentes </a:t>
            </a:r>
          </a:p>
          <a:p>
            <a:r>
              <a:rPr lang="es-CL" dirty="0">
                <a:solidFill>
                  <a:schemeClr val="tx1"/>
                </a:solidFill>
              </a:rPr>
              <a:t>Fuerzas </a:t>
            </a:r>
          </a:p>
        </p:txBody>
      </p:sp>
    </p:spTree>
    <p:extLst>
      <p:ext uri="{BB962C8B-B14F-4D97-AF65-F5344CB8AC3E}">
        <p14:creationId xmlns:p14="http://schemas.microsoft.com/office/powerpoint/2010/main" val="41772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Cronograma y materiales a utilizar</a:t>
            </a:r>
            <a:endParaRPr lang="es-CL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259573"/>
              </p:ext>
            </p:extLst>
          </p:nvPr>
        </p:nvGraphicFramePr>
        <p:xfrm>
          <a:off x="1037012" y="1891145"/>
          <a:ext cx="10087495" cy="4268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99">
                  <a:extLst>
                    <a:ext uri="{9D8B030D-6E8A-4147-A177-3AD203B41FA5}">
                      <a16:colId xmlns:a16="http://schemas.microsoft.com/office/drawing/2014/main" val="4002509082"/>
                    </a:ext>
                  </a:extLst>
                </a:gridCol>
                <a:gridCol w="2017499">
                  <a:extLst>
                    <a:ext uri="{9D8B030D-6E8A-4147-A177-3AD203B41FA5}">
                      <a16:colId xmlns:a16="http://schemas.microsoft.com/office/drawing/2014/main" val="1185256053"/>
                    </a:ext>
                  </a:extLst>
                </a:gridCol>
                <a:gridCol w="2017499">
                  <a:extLst>
                    <a:ext uri="{9D8B030D-6E8A-4147-A177-3AD203B41FA5}">
                      <a16:colId xmlns:a16="http://schemas.microsoft.com/office/drawing/2014/main" val="1582996103"/>
                    </a:ext>
                  </a:extLst>
                </a:gridCol>
                <a:gridCol w="2017499">
                  <a:extLst>
                    <a:ext uri="{9D8B030D-6E8A-4147-A177-3AD203B41FA5}">
                      <a16:colId xmlns:a16="http://schemas.microsoft.com/office/drawing/2014/main" val="2632791747"/>
                    </a:ext>
                  </a:extLst>
                </a:gridCol>
                <a:gridCol w="2017499">
                  <a:extLst>
                    <a:ext uri="{9D8B030D-6E8A-4147-A177-3AD203B41FA5}">
                      <a16:colId xmlns:a16="http://schemas.microsoft.com/office/drawing/2014/main" val="755159674"/>
                    </a:ext>
                  </a:extLst>
                </a:gridCol>
              </a:tblGrid>
              <a:tr h="474865">
                <a:tc>
                  <a:txBody>
                    <a:bodyPr/>
                    <a:lstStyle/>
                    <a:p>
                      <a:r>
                        <a:rPr lang="es-CL" dirty="0"/>
                        <a:t>Tareas</a:t>
                      </a:r>
                    </a:p>
                    <a:p>
                      <a:r>
                        <a:rPr lang="es-CL" dirty="0"/>
                        <a:t>¿Qué</a:t>
                      </a:r>
                      <a:r>
                        <a:rPr lang="es-CL" baseline="0" dirty="0"/>
                        <a:t> haremos?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Productos</a:t>
                      </a:r>
                    </a:p>
                    <a:p>
                      <a:r>
                        <a:rPr lang="es-CL" dirty="0"/>
                        <a:t>¿Qué</a:t>
                      </a:r>
                      <a:r>
                        <a:rPr lang="es-CL" baseline="0" dirty="0"/>
                        <a:t> resultados obtendremos?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Plazos</a:t>
                      </a:r>
                    </a:p>
                    <a:p>
                      <a:r>
                        <a:rPr lang="es-CL" dirty="0"/>
                        <a:t>¿Para</a:t>
                      </a:r>
                      <a:r>
                        <a:rPr lang="es-CL" baseline="0" dirty="0"/>
                        <a:t> cuándo estará hecho?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Responsables</a:t>
                      </a:r>
                    </a:p>
                    <a:p>
                      <a:r>
                        <a:rPr lang="es-CL" dirty="0"/>
                        <a:t>¿Quién</a:t>
                      </a:r>
                      <a:r>
                        <a:rPr lang="es-CL" baseline="0" dirty="0"/>
                        <a:t> o quiénes lo harán?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Insumos</a:t>
                      </a:r>
                    </a:p>
                    <a:p>
                      <a:r>
                        <a:rPr lang="es-CL" dirty="0"/>
                        <a:t>¿Qué</a:t>
                      </a:r>
                      <a:r>
                        <a:rPr lang="es-CL" baseline="0" dirty="0"/>
                        <a:t> necesitamos para hacerlo?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75331"/>
                  </a:ext>
                </a:extLst>
              </a:tr>
              <a:tr h="976746">
                <a:tc>
                  <a:txBody>
                    <a:bodyPr/>
                    <a:lstStyle/>
                    <a:p>
                      <a:r>
                        <a:rPr lang="es-CL" sz="1600" dirty="0"/>
                        <a:t>Verificar</a:t>
                      </a:r>
                      <a:r>
                        <a:rPr lang="es-CL" sz="1600" baseline="0" dirty="0"/>
                        <a:t> si el tecle se encuentra en óptimas condiciones 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Ponerlo a 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Entre</a:t>
                      </a:r>
                      <a:r>
                        <a:rPr lang="es-CL" baseline="0" dirty="0"/>
                        <a:t> 20 a 30 min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Jefe</a:t>
                      </a:r>
                      <a:r>
                        <a:rPr lang="es-CL" baseline="0" dirty="0"/>
                        <a:t> de taller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Herramientas para soltar</a:t>
                      </a:r>
                      <a:r>
                        <a:rPr lang="es-CL" baseline="0" dirty="0"/>
                        <a:t> los soportes </a:t>
                      </a:r>
                      <a:r>
                        <a:rPr lang="es-CL" baseline="0"/>
                        <a:t>del motor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422399"/>
                  </a:ext>
                </a:extLst>
              </a:tr>
              <a:tr h="573578">
                <a:tc>
                  <a:txBody>
                    <a:bodyPr/>
                    <a:lstStyle/>
                    <a:p>
                      <a:r>
                        <a:rPr lang="es-CL" sz="1600" dirty="0"/>
                        <a:t>Levantar</a:t>
                      </a:r>
                      <a:r>
                        <a:rPr lang="es-CL" sz="1600" baseline="0" dirty="0"/>
                        <a:t> el motor de un camión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Poder revisar</a:t>
                      </a:r>
                      <a:r>
                        <a:rPr lang="es-CL" sz="1600" baseline="0" dirty="0"/>
                        <a:t> el motor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Entre una 1 hora  30 minutos hasta 3 horas 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Mecánicos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Un tecle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423843"/>
                  </a:ext>
                </a:extLst>
              </a:tr>
              <a:tr h="474865">
                <a:tc>
                  <a:txBody>
                    <a:bodyPr/>
                    <a:lstStyle/>
                    <a:p>
                      <a:r>
                        <a:rPr lang="es-CL" dirty="0"/>
                        <a:t>Buscar una solución en caso de no ser posible levantar el motor de </a:t>
                      </a:r>
                      <a:r>
                        <a:rPr lang="es-CL" baseline="0" dirty="0"/>
                        <a:t> un camión 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Evitar</a:t>
                      </a:r>
                      <a:r>
                        <a:rPr lang="es-CL" baseline="0" dirty="0"/>
                        <a:t> en caso de que este no sea capaz, tendremos que buscar otra solución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Dentro del día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Estudiantes</a:t>
                      </a:r>
                      <a:r>
                        <a:rPr lang="es-CL" baseline="0" dirty="0"/>
                        <a:t> 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Tener más</a:t>
                      </a:r>
                      <a:r>
                        <a:rPr lang="es-CL" baseline="0" dirty="0"/>
                        <a:t> de un tecle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51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02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913DD-4AA5-2725-7904-0680824D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Herramientas tecnológicas 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5262E6-2E60-E329-2D7B-36008B02B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solidFill>
                  <a:schemeClr val="tx1"/>
                </a:solidFill>
              </a:rPr>
              <a:t>PowerPoint</a:t>
            </a:r>
          </a:p>
          <a:p>
            <a:r>
              <a:rPr lang="es-CL" dirty="0">
                <a:solidFill>
                  <a:schemeClr val="tx1"/>
                </a:solidFill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88186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34369-5B74-EB96-A419-3DC5C78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Respuestas de investigación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9336C3-4945-5CE2-366C-6CCB22AEA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¿Qué pasaría si con el tecle de 2 toneladas intentamos levantar un motor de más de 2000 kg de peso?</a:t>
            </a:r>
          </a:p>
          <a:p>
            <a:pPr marL="45720" indent="0">
              <a:buNone/>
            </a:pPr>
            <a:r>
              <a:rPr lang="es-ES" dirty="0">
                <a:solidFill>
                  <a:schemeClr val="tx1"/>
                </a:solidFill>
              </a:rPr>
              <a:t> Sobrecargar un tecle puede poner en peligro la seguridad del operador, dañar el equipo y provocar accidentes graves. (climatizacion.cl, 2021)</a:t>
            </a:r>
          </a:p>
          <a:p>
            <a:r>
              <a:rPr lang="es-ES" b="1" dirty="0">
                <a:solidFill>
                  <a:schemeClr val="tx1"/>
                </a:solidFill>
              </a:rPr>
              <a:t>¿Cómo podríamos ayudar al tecle para que soporte más peso?</a:t>
            </a:r>
          </a:p>
          <a:p>
            <a:pPr marL="45720" indent="0">
              <a:buNone/>
            </a:pPr>
            <a:r>
              <a:rPr lang="es-ES" dirty="0">
                <a:solidFill>
                  <a:schemeClr val="tx1"/>
                </a:solidFill>
              </a:rPr>
              <a:t>Según el mecánico (Cancino, 2023) esto se puede realizar con dos tecles que estén bien equilibrados y sobre una superficie plana.</a:t>
            </a:r>
          </a:p>
          <a:p>
            <a:r>
              <a:rPr lang="es-ES" b="1" dirty="0">
                <a:solidFill>
                  <a:schemeClr val="tx1"/>
                </a:solidFill>
              </a:rPr>
              <a:t>¿Qué parte del tecle es la que genera una mayor fuerza?</a:t>
            </a:r>
          </a:p>
          <a:p>
            <a:pPr marL="45720" indent="0">
              <a:buNone/>
            </a:pPr>
            <a:r>
              <a:rPr lang="es-ES" dirty="0">
                <a:solidFill>
                  <a:schemeClr val="tx1"/>
                </a:solidFill>
              </a:rPr>
              <a:t>La cadena y el hidráulico.</a:t>
            </a:r>
          </a:p>
          <a:p>
            <a:r>
              <a:rPr lang="es-ES" b="1" dirty="0">
                <a:solidFill>
                  <a:schemeClr val="tx1"/>
                </a:solidFill>
              </a:rPr>
              <a:t>¿Por qué la estructura del tecle es así? </a:t>
            </a:r>
          </a:p>
          <a:p>
            <a:pPr marL="45720" indent="0">
              <a:buNone/>
            </a:pPr>
            <a:r>
              <a:rPr lang="es-ES" dirty="0">
                <a:solidFill>
                  <a:schemeClr val="tx1"/>
                </a:solidFill>
              </a:rPr>
              <a:t>Debid0 a su capacidad de fuerza debe tener esta forma en la cual debe tener dos patas alargadas que puedan dar firmeza justo en dirección hacia donde es ejercida la fuerza y justo arriba va una barra metálica gruesa y resistente que es la que soporta el motor.</a:t>
            </a:r>
          </a:p>
          <a:p>
            <a:pPr marL="45720" indent="0">
              <a:buNone/>
            </a:pPr>
            <a:endParaRPr lang="es-ES" dirty="0">
              <a:solidFill>
                <a:schemeClr val="tx1"/>
              </a:solidFill>
            </a:endParaRPr>
          </a:p>
          <a:p>
            <a:endParaRPr lang="es-ES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7658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4C052-1BC1-D1B7-8860-A14CD7E0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Estructura y partes del tecle pluma</a:t>
            </a:r>
            <a:br>
              <a:rPr lang="es-ES" dirty="0"/>
            </a:br>
            <a:endParaRPr lang="es-CL" dirty="0"/>
          </a:p>
        </p:txBody>
      </p:sp>
      <p:pic>
        <p:nvPicPr>
          <p:cNvPr id="7" name="Marcador de contenido 6" descr="Diagrama&#10;&#10;Descripción generada automáticamente">
            <a:extLst>
              <a:ext uri="{FF2B5EF4-FFF2-40B4-BE49-F238E27FC236}">
                <a16:creationId xmlns:a16="http://schemas.microsoft.com/office/drawing/2014/main" id="{EC4F3F2C-6D7D-B741-5369-787DCE136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21" y="1439403"/>
            <a:ext cx="6978316" cy="5028719"/>
          </a:xfrm>
        </p:spPr>
      </p:pic>
    </p:spTree>
    <p:extLst>
      <p:ext uri="{BB962C8B-B14F-4D97-AF65-F5344CB8AC3E}">
        <p14:creationId xmlns:p14="http://schemas.microsoft.com/office/powerpoint/2010/main" val="117223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0F044-96E7-C3C4-C84F-E0CB2D2C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Evidencia </a:t>
            </a:r>
          </a:p>
        </p:txBody>
      </p:sp>
      <p:pic>
        <p:nvPicPr>
          <p:cNvPr id="6" name="Marcador de contenido 5" descr="Imagen que contiene exterior, camioneta, transporte, estacionado&#10;&#10;Descripción generada automáticamente">
            <a:extLst>
              <a:ext uri="{FF2B5EF4-FFF2-40B4-BE49-F238E27FC236}">
                <a16:creationId xmlns:a16="http://schemas.microsoft.com/office/drawing/2014/main" id="{221600BF-F7A9-6C9E-6554-B8CCB9E66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172" y="1096963"/>
            <a:ext cx="3498056" cy="4664075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4C93D5-8AED-B66F-25C8-EE0E6F1DA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CL" dirty="0"/>
              <a:t>Levantar la cabina del camión para de esta manera tener accesibilidad al motor en el cual trabajaremos soltando los soportes de motor .</a:t>
            </a:r>
          </a:p>
        </p:txBody>
      </p:sp>
    </p:spTree>
    <p:extLst>
      <p:ext uri="{BB962C8B-B14F-4D97-AF65-F5344CB8AC3E}">
        <p14:creationId xmlns:p14="http://schemas.microsoft.com/office/powerpoint/2010/main" val="2515108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837B5-4573-D055-BB50-FADB5AAC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Evidencia</a:t>
            </a:r>
            <a:br>
              <a:rPr lang="es-CL" dirty="0"/>
            </a:br>
            <a:endParaRPr lang="es-CL" dirty="0"/>
          </a:p>
        </p:txBody>
      </p:sp>
      <p:pic>
        <p:nvPicPr>
          <p:cNvPr id="5" name="Marcador de contenido 4" descr="Imagen que contiene interior, equipaje, maleta, coche&#10;&#10;Descripción generada automáticamente">
            <a:extLst>
              <a:ext uri="{FF2B5EF4-FFF2-40B4-BE49-F238E27FC236}">
                <a16:creationId xmlns:a16="http://schemas.microsoft.com/office/drawing/2014/main" id="{86E8E0B0-903E-3CAE-6C90-FBC5E89E3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172" y="1096963"/>
            <a:ext cx="3498056" cy="4664075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FD956A-4CD8-EB01-F57C-23F746BD0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CL" dirty="0"/>
              <a:t>Motor ya descubierto.</a:t>
            </a:r>
          </a:p>
        </p:txBody>
      </p:sp>
    </p:spTree>
    <p:extLst>
      <p:ext uri="{BB962C8B-B14F-4D97-AF65-F5344CB8AC3E}">
        <p14:creationId xmlns:p14="http://schemas.microsoft.com/office/powerpoint/2010/main" val="275522622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Roj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e1d99-ad59-48f1-b4b7-e09c670c42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A84260D04624A8B717A5811981AC4" ma:contentTypeVersion="16" ma:contentTypeDescription="Create a new document." ma:contentTypeScope="" ma:versionID="78ec2117f7e2a26e85b2e503ca3368cf">
  <xsd:schema xmlns:xsd="http://www.w3.org/2001/XMLSchema" xmlns:xs="http://www.w3.org/2001/XMLSchema" xmlns:p="http://schemas.microsoft.com/office/2006/metadata/properties" xmlns:ns3="044690ba-3bcd-4bf0-9bed-6c935b699a1b" xmlns:ns4="e18e1d99-ad59-48f1-b4b7-e09c670c4281" targetNamespace="http://schemas.microsoft.com/office/2006/metadata/properties" ma:root="true" ma:fieldsID="bd91240d1f551a398bc54852b2baaade" ns3:_="" ns4:_="">
    <xsd:import namespace="044690ba-3bcd-4bf0-9bed-6c935b699a1b"/>
    <xsd:import namespace="e18e1d99-ad59-48f1-b4b7-e09c670c42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690ba-3bcd-4bf0-9bed-6c935b699a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e1d99-ad59-48f1-b4b7-e09c670c42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3AC9BC-3A48-41FB-89C8-97DFFCFF99CC}">
  <ds:schemaRefs>
    <ds:schemaRef ds:uri="http://purl.org/dc/terms/"/>
    <ds:schemaRef ds:uri="http://purl.org/dc/dcmitype/"/>
    <ds:schemaRef ds:uri="http://schemas.microsoft.com/office/infopath/2007/PartnerControls"/>
    <ds:schemaRef ds:uri="e18e1d99-ad59-48f1-b4b7-e09c670c4281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044690ba-3bcd-4bf0-9bed-6c935b699a1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CD2E0C6-02D9-4725-AA2D-08585DAEF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A8A3B3-4AE0-4A4B-B7C7-630581812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690ba-3bcd-4bf0-9bed-6c935b699a1b"/>
    <ds:schemaRef ds:uri="e18e1d99-ad59-48f1-b4b7-e09c670c42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642</TotalTime>
  <Words>599</Words>
  <Application>Microsoft Macintosh PowerPoint</Application>
  <PresentationFormat>Panorámica</PresentationFormat>
  <Paragraphs>70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Base</vt:lpstr>
      <vt:lpstr>El tecle y la geometría</vt:lpstr>
      <vt:lpstr>Definición del proyecto</vt:lpstr>
      <vt:lpstr>Tema de investigación, nociones matemáticas y problemática a abordar </vt:lpstr>
      <vt:lpstr>Objetivos y preguntas de investigación  </vt:lpstr>
      <vt:lpstr>Temas iniciales involucrados</vt:lpstr>
      <vt:lpstr>Cronograma y materiales a utilizar</vt:lpstr>
      <vt:lpstr>Herramientas tecnológicas </vt:lpstr>
      <vt:lpstr>Respuestas de investigación </vt:lpstr>
      <vt:lpstr>Estructura y partes del tecle pluma </vt:lpstr>
      <vt:lpstr>Evidencia </vt:lpstr>
      <vt:lpstr>Evidencia 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1: Nombre del proyecto, integrantes, profesor, asignatura y carrera</dc:title>
  <dc:creator>GISELLE ANGELICA MORA OCARES</dc:creator>
  <cp:lastModifiedBy>LISSETTE ANDREA SALAMANCA MELLA</cp:lastModifiedBy>
  <cp:revision>22</cp:revision>
  <dcterms:created xsi:type="dcterms:W3CDTF">2023-08-31T16:26:40Z</dcterms:created>
  <dcterms:modified xsi:type="dcterms:W3CDTF">2023-12-14T12:55:42Z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0x0101003A2A84260D04624A8B717A5811981AC4</vt:lpwstr>
  </property>
</Properties>
</file>