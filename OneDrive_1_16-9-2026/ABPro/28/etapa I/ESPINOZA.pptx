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ovan caba" userId="1b07493a99fa393c" providerId="LiveId" clId="{B7408BEC-F0AE-44E6-A15E-5E10E5547E46}"/>
    <pc:docChg chg="modSld">
      <pc:chgData name="milovan caba" userId="1b07493a99fa393c" providerId="LiveId" clId="{B7408BEC-F0AE-44E6-A15E-5E10E5547E46}" dt="2023-11-18T00:48:07.981" v="0" actId="113"/>
      <pc:docMkLst>
        <pc:docMk/>
      </pc:docMkLst>
      <pc:sldChg chg="modSp mod">
        <pc:chgData name="milovan caba" userId="1b07493a99fa393c" providerId="LiveId" clId="{B7408BEC-F0AE-44E6-A15E-5E10E5547E46}" dt="2023-11-18T00:48:07.981" v="0" actId="113"/>
        <pc:sldMkLst>
          <pc:docMk/>
          <pc:sldMk cId="1916794087" sldId="261"/>
        </pc:sldMkLst>
        <pc:spChg chg="mod">
          <ac:chgData name="milovan caba" userId="1b07493a99fa393c" providerId="LiveId" clId="{B7408BEC-F0AE-44E6-A15E-5E10E5547E46}" dt="2023-11-18T00:48:07.981" v="0" actId="113"/>
          <ac:spMkLst>
            <pc:docMk/>
            <pc:sldMk cId="1916794087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9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8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1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73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8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4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6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0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50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6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73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01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95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1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09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38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i="1" dirty="0" err="1"/>
              <a:t>CIvic</a:t>
            </a:r>
            <a:r>
              <a:rPr lang="es-ES" i="1" dirty="0"/>
              <a:t>  2008 </a:t>
            </a:r>
            <a:br>
              <a:rPr lang="es-ES" i="1" dirty="0"/>
            </a:br>
            <a:r>
              <a:rPr lang="es-ES" i="1" dirty="0"/>
              <a:t>MEJORA DE REDIMIENTO  PARA COMPETICION</a:t>
            </a:r>
            <a:br>
              <a:rPr lang="es-ES" dirty="0"/>
            </a:b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6328" y="3281216"/>
            <a:ext cx="7749308" cy="3186546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                                                                          </a:t>
            </a:r>
          </a:p>
          <a:p>
            <a:endParaRPr lang="es-ES" dirty="0"/>
          </a:p>
          <a:p>
            <a:pPr algn="l"/>
            <a:r>
              <a:rPr lang="es-ES" b="1" u="sng" dirty="0"/>
              <a:t>NOMBRES: </a:t>
            </a:r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Gerardo Contreras </a:t>
            </a:r>
          </a:p>
          <a:p>
            <a:pPr algn="l"/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Sebastián Espinoza</a:t>
            </a:r>
          </a:p>
          <a:p>
            <a:pPr algn="l"/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Milovan caba </a:t>
            </a:r>
          </a:p>
          <a:p>
            <a:pPr algn="l"/>
            <a:r>
              <a:rPr lang="es-ES" b="1" u="sng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SECCION: </a:t>
            </a:r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</a:p>
          <a:p>
            <a:pPr algn="l"/>
            <a:r>
              <a:rPr lang="es-ES" b="1" i="1" u="sng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PROFESORA: </a:t>
            </a:r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Lissette</a:t>
            </a:r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Salamanca</a:t>
            </a:r>
          </a:p>
          <a:p>
            <a:pPr algn="l"/>
            <a:r>
              <a:rPr lang="es-ES" b="1" i="1" u="sng" dirty="0"/>
              <a:t>FECHA: </a:t>
            </a:r>
            <a:r>
              <a:rPr lang="es-E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17/11/2023</a:t>
            </a:r>
            <a:r>
              <a:rPr lang="es-ES" b="1" i="1" u="sng" dirty="0"/>
              <a:t>   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190644"/>
            <a:ext cx="1714500" cy="12858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283" y="3810001"/>
            <a:ext cx="3435733" cy="25768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30" y="609601"/>
            <a:ext cx="14192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2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829" y="3976365"/>
            <a:ext cx="4480000" cy="252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6811" y="1293091"/>
            <a:ext cx="8610600" cy="912092"/>
          </a:xfrm>
        </p:spPr>
        <p:txBody>
          <a:bodyPr/>
          <a:lstStyle/>
          <a:p>
            <a:r>
              <a:rPr lang="es-ES" b="1" dirty="0"/>
              <a:t>Definición del 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08390" y="2443552"/>
            <a:ext cx="9905998" cy="1966623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proyecto consiste en la mejora del rendimiento en competición del modelo 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HONDA CIVIC </a:t>
            </a: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en un circuito pavimentado a través  de modificaciones que consisten en cambiar parámetros y ajustes estándares del vehículo en su estado de fábrica.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608" y="71410"/>
            <a:ext cx="1719221" cy="128636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62" y="507587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8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763"/>
            <a:ext cx="2214880" cy="221488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4765" y="-74363"/>
            <a:ext cx="9664838" cy="1905000"/>
          </a:xfrm>
        </p:spPr>
        <p:txBody>
          <a:bodyPr>
            <a:normAutofit/>
          </a:bodyPr>
          <a:lstStyle/>
          <a:p>
            <a:pPr algn="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Tema de investigación, 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nociones matemáticas y problemas 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 abordar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8769" y="2843033"/>
            <a:ext cx="10522267" cy="2783840"/>
          </a:xfrm>
        </p:spPr>
        <p:txBody>
          <a:bodyPr>
            <a:norm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Tema De Investigación: Características técnicas del vehículo y las caracteristicas técnicas de un modelo preparado para circuito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Problemática a abordar: la resistencia al viento y los ajustes que trae el vehículo para el uso cotidiano en ciudad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Nociones Matematicas:1-Nocion de Superficie   2-Nocion de Forma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3-Nocion de posición  4-Nocion de espacio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7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06499"/>
          </a:xfrm>
        </p:spPr>
        <p:txBody>
          <a:bodyPr>
            <a:norm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Objetivos y preguntas de  investigación</a:t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8063" y="1225826"/>
            <a:ext cx="9905998" cy="412436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sz="210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Mejorar el rendimiento en competición del modelo HONDA CIVIC SI 2008 con el fin de lograr un mejor desempeño y obtener mejores resultados en las carreras a través de modificaciones tanto peso , potencia y como la aerodinámica del vehículo</a:t>
            </a:r>
          </a:p>
          <a:p>
            <a:endParaRPr lang="es-MX" dirty="0">
              <a:effectLst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¿Cómo influyen las modificaciones en las características técnicas del Honda </a:t>
            </a:r>
            <a:r>
              <a:rPr lang="es-CL" sz="2100" kern="1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Civic</a:t>
            </a: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 en su rendimiento en circuito pavimentado?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¿Cuáles son los ajustes específicos del vehículo diseñados para mejorar la resistencia al viento y cómo impactan en la competición en circuito?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L" sz="21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¿Cómo se relacionan las nociones matemáticas, como la noción de superficie y forma, con la optimización del rendimiento del vehículo en el proyecto de investigación?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s-CL" sz="21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CL" sz="2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¿Cuáles son los desafíos asociados con la adaptación de un vehículo modificado para circuito a un uso cotidiano en la ciudad, considerando las características técnicas y ajustes realizados?</a:t>
            </a:r>
            <a:endParaRPr lang="es-ES" sz="21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2" y="535019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Temas iniciales involucrados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10920" y="1386839"/>
            <a:ext cx="9905998" cy="3124201"/>
          </a:xfrm>
        </p:spPr>
        <p:txBody>
          <a:bodyPr/>
          <a:lstStyle/>
          <a:p>
            <a:pPr algn="just"/>
            <a:r>
              <a:rPr lang="es-ES" b="1" i="1" u="sng" dirty="0">
                <a:latin typeface="Arial" panose="020B0604020202020204" pitchFamily="34" charset="0"/>
                <a:cs typeface="Arial" panose="020B0604020202020204" pitchFamily="34" charset="0"/>
              </a:rPr>
              <a:t>Abordaremos los temas siguientes: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altura del vehículo, forma de la carrocería y medidas de componentes móviles y fijos del vehículo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2" y="5080954"/>
            <a:ext cx="1414395" cy="142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728" y="3656897"/>
            <a:ext cx="7447752" cy="305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5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cronograma y materiales a utilizar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3" y="1457739"/>
            <a:ext cx="9905998" cy="433346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MX" b="1" dirty="0"/>
              <a:t>Investigación y Análisis (Semana 1-2)   - Revisión de las características técnicas del Honda </a:t>
            </a:r>
            <a:r>
              <a:rPr lang="es-MX" b="1" dirty="0" err="1"/>
              <a:t>Civic</a:t>
            </a:r>
            <a:r>
              <a:rPr lang="es-MX" b="1" dirty="0"/>
              <a:t> Si.   - Estudio detallado de especificaciones técnicas de modelos preparados para circuito.   - Análisis de la problemática de resistencia al viento y ajustes para uso en ciudad.</a:t>
            </a:r>
          </a:p>
          <a:p>
            <a:pPr algn="just"/>
            <a:r>
              <a:rPr lang="es-MX" b="1" dirty="0"/>
              <a:t>Definición de Modificaciones (Semana 3-4)   - Identificación de modificaciones necesarias para mejorar el rendimiento en circuito.   - Evaluación de ajustes requeridos para abordar la resistencia al viento.   - Selección de componentes y tecnologías a implementar.</a:t>
            </a:r>
          </a:p>
          <a:p>
            <a:pPr algn="just"/>
            <a:r>
              <a:rPr lang="es-MX" b="1" dirty="0"/>
              <a:t>Nociones Matemáticas y Modelado (Semana 5-6)   - Aplicación de nociones matemáticas (superficie, forma, posición, espacio) al diseño.   - Modelado matemático para prever el impacto de las modificaciones en el rendimiento.</a:t>
            </a:r>
          </a:p>
          <a:p>
            <a:pPr algn="just"/>
            <a:r>
              <a:rPr lang="es-MX" b="1" dirty="0"/>
              <a:t>Implementación y Pruebas (Semana 7-10)  - Realización de las modificaciones planificadas en el vehículo.   - Pruebas iniciales en condiciones controladas para evaluar cambios.   - Ajustes iterativos según resultados obtenidos.</a:t>
            </a:r>
          </a:p>
          <a:p>
            <a:pPr algn="just"/>
            <a:r>
              <a:rPr lang="es-MX" b="1" dirty="0"/>
              <a:t>Materiales a Utilizar:</a:t>
            </a:r>
          </a:p>
          <a:p>
            <a:pPr algn="just"/>
            <a:r>
              <a:rPr lang="es-MX" b="1" dirty="0"/>
              <a:t>1. Herramientas mecánicas y de ajuste.</a:t>
            </a:r>
          </a:p>
          <a:p>
            <a:pPr algn="just"/>
            <a:r>
              <a:rPr lang="es-MX" b="1" dirty="0"/>
              <a:t>2. Componentes específicos para mejoras técnicas (por ejemplo, suspensión, aerodinámica).</a:t>
            </a:r>
          </a:p>
          <a:p>
            <a:pPr algn="just"/>
            <a:r>
              <a:rPr lang="es-MX" b="1" dirty="0"/>
              <a:t>3. Equipos de medición y pruebas para evaluar el rendimiento.</a:t>
            </a:r>
          </a:p>
          <a:p>
            <a:pPr algn="just"/>
            <a:r>
              <a:rPr lang="es-MX" b="1" dirty="0"/>
              <a:t>4. Software de modelado matemático y simulación.</a:t>
            </a:r>
          </a:p>
          <a:p>
            <a:pPr algn="just"/>
            <a:r>
              <a:rPr lang="es-MX" b="1" dirty="0"/>
              <a:t>5. Instrumentos para medir resistencia al viento.</a:t>
            </a:r>
          </a:p>
          <a:p>
            <a:pPr algn="just"/>
            <a:r>
              <a:rPr lang="es-MX" b="1" dirty="0"/>
              <a:t>6. Documentación técnica del Honda </a:t>
            </a:r>
            <a:r>
              <a:rPr lang="es-MX" b="1" dirty="0" err="1"/>
              <a:t>Civic</a:t>
            </a:r>
            <a:r>
              <a:rPr lang="es-MX" b="1" dirty="0"/>
              <a:t> Si y modelos de competición.</a:t>
            </a:r>
          </a:p>
          <a:p>
            <a:pPr algn="just"/>
            <a:endParaRPr lang="es-ES" sz="16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37509"/>
            <a:ext cx="1414395" cy="142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94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259</TotalTime>
  <Words>561</Words>
  <Application>Microsoft Office PowerPoint</Application>
  <PresentationFormat>Panorámica</PresentationFormat>
  <Paragraphs>40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Gothic</vt:lpstr>
      <vt:lpstr>Malla</vt:lpstr>
      <vt:lpstr>CIvic  2008  MEJORA DE REDIMIENTO  PARA COMPETICION </vt:lpstr>
      <vt:lpstr>Definición del proyecto</vt:lpstr>
      <vt:lpstr>Tema de investigación,  nociones matemáticas y problemas  a abordar </vt:lpstr>
      <vt:lpstr>Objetivos y preguntas de  investigación </vt:lpstr>
      <vt:lpstr>Temas iniciales involucrados </vt:lpstr>
      <vt:lpstr>cronograma y materiales a utilizar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</dc:title>
  <dc:creator>GERARDO CONTRERAS</dc:creator>
  <cp:lastModifiedBy>milovan caba</cp:lastModifiedBy>
  <cp:revision>19</cp:revision>
  <dcterms:created xsi:type="dcterms:W3CDTF">2023-11-17T02:08:24Z</dcterms:created>
  <dcterms:modified xsi:type="dcterms:W3CDTF">2023-11-18T00:48:10Z</dcterms:modified>
</cp:coreProperties>
</file>