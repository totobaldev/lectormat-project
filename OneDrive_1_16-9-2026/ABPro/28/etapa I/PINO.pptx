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SSETTE ANDREA SALAMANCA MELLA" initials="LASM" lastIdx="5" clrIdx="0">
    <p:extLst>
      <p:ext uri="{19B8F6BF-5375-455C-9EA6-DF929625EA0E}">
        <p15:presenceInfo xmlns:p15="http://schemas.microsoft.com/office/powerpoint/2012/main" userId="S::lissette.salamanca@inacapmail.cl::e8cae1b9-6bd0-45e5-8679-6c0a2293f1a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98" autoAdjust="0"/>
    <p:restoredTop sz="94660"/>
  </p:normalViewPr>
  <p:slideViewPr>
    <p:cSldViewPr snapToGrid="0">
      <p:cViewPr varScale="1">
        <p:scale>
          <a:sx n="85" d="100"/>
          <a:sy n="85" d="100"/>
        </p:scale>
        <p:origin x="200" y="7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11-23T16:20:51.531" idx="1">
    <p:pos x="10" y="10"/>
    <p:text>MEJORAR REDACCION</p:text>
    <p:extLst>
      <p:ext uri="{C676402C-5697-4E1C-873F-D02D1690AC5C}">
        <p15:threadingInfo xmlns:p15="http://schemas.microsoft.com/office/powerpoint/2012/main" timeZoneBias="1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11-23T16:21:46.617" idx="2">
    <p:pos x="10" y="10"/>
    <p:text>PUEDE EVIDENCIAR MAYOR CANTIDAD DE TEMAS INVOLUCRADOS... DEBEN SER ESPECIFICOS... AGREGAR TEMA MATEMATICOS </p:text>
    <p:extLst>
      <p:ext uri="{C676402C-5697-4E1C-873F-D02D1690AC5C}">
        <p15:threadingInfo xmlns:p15="http://schemas.microsoft.com/office/powerpoint/2012/main" timeZoneBias="18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11-23T16:22:32.578" idx="3">
    <p:pos x="2072" y="2787"/>
    <p:text>AGREGAR MAS PREGUNTAS... 4 EN TOTAL (MINIMO)</p:text>
    <p:extLst>
      <p:ext uri="{C676402C-5697-4E1C-873F-D02D1690AC5C}">
        <p15:threadingInfo xmlns:p15="http://schemas.microsoft.com/office/powerpoint/2012/main" timeZoneBias="180"/>
      </p:ext>
    </p:extLst>
  </p:cm>
  <p:cm authorId="1" dt="2023-11-23T16:22:59.076" idx="4">
    <p:pos x="991" y="1095"/>
    <p:text>SE PUEDEN DESARROLLAR A TRAVES DE LA BUSQUEDA DE LA SOLUCION?</p:text>
    <p:extLst>
      <p:ext uri="{C676402C-5697-4E1C-873F-D02D1690AC5C}">
        <p15:threadingInfo xmlns:p15="http://schemas.microsoft.com/office/powerpoint/2012/main" timeZoneBias="18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11-23T16:23:20.653" idx="5">
    <p:pos x="10" y="10"/>
    <p:text>AGREGAR MAS DETALLE EN EL CRONOGRAMA... (DURANTE EL PERIODO ENTRE ENTREGAS)</p:text>
    <p:extLst>
      <p:ext uri="{C676402C-5697-4E1C-873F-D02D1690AC5C}">
        <p15:threadingInfo xmlns:p15="http://schemas.microsoft.com/office/powerpoint/2012/main" timeZoneBias="18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3F68F1-5789-0ECF-2228-762F7929BA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F625571-00D0-6AC1-8B42-562316DFF5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C57596A-E593-E81F-7195-70DDDE8EE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45F0F-ABEA-49D3-ADF5-B61D2DA89C31}" type="datetimeFigureOut">
              <a:rPr lang="es-CL" smtClean="0"/>
              <a:t>23-11-23</a:t>
            </a:fld>
            <a:endParaRPr lang="es-CL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31BCEAF-C0C8-75F5-5521-CD5B08A70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EE11205-EF09-9AD3-3E15-9B757A4FF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0801-C394-46F1-BA09-9052FD73111B}" type="slidenum">
              <a:rPr lang="es-CL" smtClean="0"/>
              <a:t>‹Nº›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092451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5E5B8F-2D58-D34C-1091-4E1CBEDAF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66D7AA4-981F-F582-F378-D743516D78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7000C03-39D4-A2C1-BD93-3A1E27912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45F0F-ABEA-49D3-ADF5-B61D2DA89C31}" type="datetimeFigureOut">
              <a:rPr lang="es-CL" smtClean="0"/>
              <a:t>23-11-23</a:t>
            </a:fld>
            <a:endParaRPr lang="es-CL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64F9671-21B7-17F0-FC23-ADE509DFE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1E0935F-FF89-36CD-131D-D440D6627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0801-C394-46F1-BA09-9052FD73111B}" type="slidenum">
              <a:rPr lang="es-CL" smtClean="0"/>
              <a:t>‹Nº›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083154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DE1DD6-BE00-7CBF-BF08-3B35D9718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B5AA5CA-A763-4F15-2202-869EE8AF8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22A214-9166-73BE-D0F3-12B89A590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45F0F-ABEA-49D3-ADF5-B61D2DA89C31}" type="datetimeFigureOut">
              <a:rPr lang="es-CL" smtClean="0"/>
              <a:t>23-11-23</a:t>
            </a:fld>
            <a:endParaRPr lang="es-CL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03B563-AB34-43A9-6B4F-C80C1B07E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64DE63D-CB13-3A81-666E-506109513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0801-C394-46F1-BA09-9052FD73111B}" type="slidenum">
              <a:rPr lang="es-CL" smtClean="0"/>
              <a:t>‹Nº›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26397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552209-42A8-0B53-6776-20E94A50C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5C78AD3-DCAB-EB3E-F89F-57C90D8EBD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FC2F3B6-7EEC-1791-4E70-52ABC93311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2485B31-E532-A354-1481-02642F6BE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45F0F-ABEA-49D3-ADF5-B61D2DA89C31}" type="datetimeFigureOut">
              <a:rPr lang="es-CL" smtClean="0"/>
              <a:t>23-11-23</a:t>
            </a:fld>
            <a:endParaRPr lang="es-CL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96FACBB-DF25-3A13-89FA-D4B28EA89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D7FE31F-4630-7E0F-F0F4-F8D62D4DB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0801-C394-46F1-BA09-9052FD73111B}" type="slidenum">
              <a:rPr lang="es-CL" smtClean="0"/>
              <a:t>‹Nº›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831628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EE4A17-6BC9-21D5-4100-F35DA86A2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902C5A0-B809-047E-E80C-6540A4561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71B3F56-FA2A-3804-3945-6564EF6555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D7DD76B-B222-8C35-F2D3-3598BE5023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B7AC7C8-7FAB-1DF4-2BDD-DB189D5A7A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E0B53DE-1FD9-CD30-73B4-ED733AADD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45F0F-ABEA-49D3-ADF5-B61D2DA89C31}" type="datetimeFigureOut">
              <a:rPr lang="es-CL" smtClean="0"/>
              <a:t>23-11-23</a:t>
            </a:fld>
            <a:endParaRPr lang="es-CL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7628CF2-3C91-D86A-97A6-71DB9A6B7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290BF47-41B1-3F57-5D29-7B14A2BFF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0801-C394-46F1-BA09-9052FD73111B}" type="slidenum">
              <a:rPr lang="es-CL" smtClean="0"/>
              <a:t>‹Nº›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314354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0B2DFF-8AB9-3D2A-B86C-B07CE3D8C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5DBD443-EF8B-2872-27C0-A4A53C4DA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45F0F-ABEA-49D3-ADF5-B61D2DA89C31}" type="datetimeFigureOut">
              <a:rPr lang="es-CL" smtClean="0"/>
              <a:t>23-11-23</a:t>
            </a:fld>
            <a:endParaRPr lang="es-CL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22C971A-F9C3-0475-0D02-A53DB33A4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0F71505-B71F-5D1C-A462-A9ED830B5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0801-C394-46F1-BA09-9052FD73111B}" type="slidenum">
              <a:rPr lang="es-CL" smtClean="0"/>
              <a:t>‹Nº›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008742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DDECF7D-5C9A-1F87-43B6-CC8A69D44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45F0F-ABEA-49D3-ADF5-B61D2DA89C31}" type="datetimeFigureOut">
              <a:rPr lang="es-CL" smtClean="0"/>
              <a:t>23-11-23</a:t>
            </a:fld>
            <a:endParaRPr lang="es-CL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C02B959-2254-6745-686F-08D980EAB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A438B17-E594-68E4-1FBD-C36F620AC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0801-C394-46F1-BA09-9052FD73111B}" type="slidenum">
              <a:rPr lang="es-CL" smtClean="0"/>
              <a:t>‹Nº›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459529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A7E49D-0DBB-70A2-BE67-D9CE6C3CC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A3A2C5A-E110-435B-1A98-20A2ED31F2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B725694-CEEB-A23A-95D8-E19D72CBA4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B7120E6-2E5E-858B-C359-158AAFFBF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45F0F-ABEA-49D3-ADF5-B61D2DA89C31}" type="datetimeFigureOut">
              <a:rPr lang="es-CL" smtClean="0"/>
              <a:t>23-11-23</a:t>
            </a:fld>
            <a:endParaRPr lang="es-CL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1671A01-81BF-3C26-01AB-369D4EFC4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BA82E97-1C69-51B3-879C-8B620BEE3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0801-C394-46F1-BA09-9052FD73111B}" type="slidenum">
              <a:rPr lang="es-CL" smtClean="0"/>
              <a:t>‹Nº›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215932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74B903-2C78-65C7-2AE8-10C5391EC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BEBD0C8-5C0C-1C85-B778-F5BC3ADB20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71D4576-194D-0BED-0EC1-31533D6EE3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CBA171F-808F-D97D-17F9-4C2F4306B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45F0F-ABEA-49D3-ADF5-B61D2DA89C31}" type="datetimeFigureOut">
              <a:rPr lang="es-CL" smtClean="0"/>
              <a:t>23-11-23</a:t>
            </a:fld>
            <a:endParaRPr lang="es-CL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DF2261B-D210-DBFB-1E96-6734DD919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BA1D5CC-89EE-FB70-E5E3-2AB6C7FAD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0801-C394-46F1-BA09-9052FD73111B}" type="slidenum">
              <a:rPr lang="es-CL" smtClean="0"/>
              <a:t>‹Nº›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190419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1C3954-E08D-C0C4-34A4-3B9FB1C96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61C27CB-8597-B94D-6127-97F60CB2AE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75BEC8A-5FFB-60D1-2431-B9EEF685C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45F0F-ABEA-49D3-ADF5-B61D2DA89C31}" type="datetimeFigureOut">
              <a:rPr lang="es-CL" smtClean="0"/>
              <a:t>23-11-23</a:t>
            </a:fld>
            <a:endParaRPr lang="es-CL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CB54D46-FFC7-5C20-9572-D1D683C28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2333834-539C-DA82-D7F0-49058031E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0801-C394-46F1-BA09-9052FD73111B}" type="slidenum">
              <a:rPr lang="es-CL" smtClean="0"/>
              <a:t>‹Nº›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812590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F80F9AD-9429-4C8A-D0A5-AC697D8BA0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16E03D4-5500-A84F-94E1-6881B6D17E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A9E2D71-B8F9-90F9-30EB-9A37D7CAC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45F0F-ABEA-49D3-ADF5-B61D2DA89C31}" type="datetimeFigureOut">
              <a:rPr lang="es-CL" smtClean="0"/>
              <a:t>23-11-23</a:t>
            </a:fld>
            <a:endParaRPr lang="es-CL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45DE177-6D04-D67C-70D7-66FF81A59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81985F8-DDAB-EDD0-AD88-2B10286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0801-C394-46F1-BA09-9052FD73111B}" type="slidenum">
              <a:rPr lang="es-CL" smtClean="0"/>
              <a:t>‹Nº›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334307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4E38C7D-9C94-A11F-4198-9C0EFADA7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71C6842-A6F1-C6D5-A521-2F55AA14BC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70EAE8-94DE-9698-372C-A87C57F8E6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145F0F-ABEA-49D3-ADF5-B61D2DA89C31}" type="datetimeFigureOut">
              <a:rPr lang="es-CL" smtClean="0"/>
              <a:t>23-11-23</a:t>
            </a:fld>
            <a:endParaRPr lang="es-CL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0F8A5A3-2011-9F99-5AE3-485EAEEC41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F4D51C-BFB7-3D36-8F5D-510A333BF1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CB0801-C394-46F1-BA09-9052FD73111B}" type="slidenum">
              <a:rPr lang="es-CL" smtClean="0"/>
              <a:t>‹Nº›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823636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EAD0EB-48AF-2D94-2566-EBDA8798B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114300"/>
            <a:ext cx="4360545" cy="1943100"/>
          </a:xfrm>
        </p:spPr>
        <p:txBody>
          <a:bodyPr>
            <a:normAutofit fontScale="90000"/>
          </a:bodyPr>
          <a:lstStyle/>
          <a:p>
            <a:br>
              <a:rPr lang="es-E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br>
              <a:rPr lang="es-E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br>
              <a:rPr lang="es-E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br>
              <a:rPr lang="es-E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r>
              <a:rPr lang="es-E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                               </a:t>
            </a:r>
            <a:br>
              <a:rPr lang="es-E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r>
              <a:rPr lang="es-ES" sz="27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 Black" panose="020B0A04020102020204" pitchFamily="34" charset="0"/>
                <a:ea typeface="Batang" panose="02030600000101010101" pitchFamily="18" charset="-127"/>
              </a:rPr>
              <a:t>LA GEOMETRIA EN LOS ANGULO DE DIRRECCION DE UN VEHICULO</a:t>
            </a:r>
            <a:endParaRPr lang="es-CL" dirty="0">
              <a:solidFill>
                <a:schemeClr val="tx1">
                  <a:lumMod val="95000"/>
                  <a:lumOff val="5000"/>
                </a:schemeClr>
              </a:solidFill>
              <a:latin typeface="Arial Black" panose="020B0A04020102020204" pitchFamily="34" charset="0"/>
              <a:ea typeface="Batang" panose="02030600000101010101" pitchFamily="18" charset="-127"/>
            </a:endParaRPr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A6322CA0-8ABC-256B-1F7C-FEB6B0EDB6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68812" y="987425"/>
            <a:ext cx="6000951" cy="4873625"/>
          </a:xfrm>
          <a:prstGeom prst="rect">
            <a:avLst/>
          </a:prstGeom>
        </p:spPr>
      </p:pic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14707DE8-A7F0-AFD1-3FDC-C1C58A0200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5617" y="2434590"/>
            <a:ext cx="4491990" cy="3811588"/>
          </a:xfrm>
        </p:spPr>
        <p:txBody>
          <a:bodyPr/>
          <a:lstStyle/>
          <a:p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Integrantes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Bastián pino, Benjamín pinto, Eliecer jara </a:t>
            </a:r>
          </a:p>
          <a:p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            </a:t>
            </a:r>
          </a:p>
          <a:p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Profesora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Lissette Salamanca</a:t>
            </a:r>
          </a:p>
          <a:p>
            <a:endParaRPr lang="es-E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Asignatura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Funciones y Geometría</a:t>
            </a:r>
          </a:p>
          <a:p>
            <a:endParaRPr lang="es-E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Carrera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 :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Técnico mecánica  Automotriz y     Electromovilidad</a:t>
            </a:r>
          </a:p>
          <a:p>
            <a:endParaRPr lang="es-CL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0950348-B643-07F1-677A-B6700D4706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1210" y="228600"/>
            <a:ext cx="2296568" cy="621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605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519140-C4B6-4426-7B0B-A9112C97E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600" dirty="0"/>
              <a:t> </a:t>
            </a:r>
            <a:r>
              <a:rPr lang="es-ES" sz="3600" dirty="0">
                <a:latin typeface="+mn-lt"/>
              </a:rPr>
              <a:t>Definición del proyecto</a:t>
            </a:r>
            <a:endParaRPr lang="es-CL" sz="3600" dirty="0">
              <a:latin typeface="+mn-lt"/>
            </a:endParaRPr>
          </a:p>
        </p:txBody>
      </p:sp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1F07EF0D-AFBB-9402-7CAF-7D556DC2F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La geometría de los ángulos de la dirección automotriz constituye el elemento más importante para la correcta conducción de los vehículos, esta es el conjunto de parámetros, cotas y ángulos que determinan la posición de los componentes del sistema de dirección de ambos ejes del vehículo con respecto al pavimento y a la carrocería. La dirección ha de asegurar el movimiento del automóvil en un sentido prefijado en cualesquiera condiciones de carretera, a diferentes velocidades de la marcha.</a:t>
            </a:r>
            <a:endParaRPr lang="es-CL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BCC821F-A25B-CCF0-DC83-66D3C9087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1230" y="230188"/>
            <a:ext cx="2169920" cy="587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344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7B8513-76B1-3793-002B-328B06334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728710" cy="1325563"/>
          </a:xfrm>
        </p:spPr>
        <p:txBody>
          <a:bodyPr/>
          <a:lstStyle/>
          <a:p>
            <a:r>
              <a:rPr lang="es-ES" sz="3600" dirty="0">
                <a:solidFill>
                  <a:srgbClr val="000000"/>
                </a:solidFill>
                <a:latin typeface="Calibri" panose="020F0502020204030204" pitchFamily="34" charset="0"/>
              </a:rPr>
              <a:t>Tema de investigación, nociones matemáticas y problemática a abordar</a:t>
            </a:r>
            <a:r>
              <a:rPr lang="es-E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endParaRPr lang="es-CL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3104C1C3-5248-DD88-464D-7CBB8BB504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000" dirty="0"/>
              <a:t>Nuestra investigación tendrá un enfoque mas concreto en los ángulos de divergencia y convergencia</a:t>
            </a:r>
          </a:p>
          <a:p>
            <a:pPr marL="0" indent="0">
              <a:buNone/>
            </a:pPr>
            <a:endParaRPr lang="es-ES" sz="2000" dirty="0"/>
          </a:p>
          <a:p>
            <a:r>
              <a:rPr lang="es-ES" sz="2000" dirty="0"/>
              <a:t>Las nociones matemáticas que implantaremos en el proyecto será la geometría </a:t>
            </a:r>
          </a:p>
          <a:p>
            <a:pPr marL="0" indent="0">
              <a:buNone/>
            </a:pPr>
            <a:endParaRPr lang="es-ES" sz="2000" dirty="0"/>
          </a:p>
          <a:p>
            <a:r>
              <a:rPr lang="es-ES" sz="2000" dirty="0"/>
              <a:t> las problemáticas que abordaremos en el proyecto serán los desajustes en los ángulo s de las ruedas, veremos a fondo el porque este problema es muy frecuente en los vehículos.</a:t>
            </a:r>
            <a:endParaRPr lang="es-CL" sz="20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6B2974F-8E45-0C97-BE07-7E8585221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230188"/>
            <a:ext cx="2465431" cy="667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147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600" dirty="0">
                <a:latin typeface="+mn-lt"/>
              </a:rPr>
              <a:t>Objetivos  y  preguntas  de  investigación . </a:t>
            </a:r>
            <a:br>
              <a:rPr lang="es-ES" dirty="0">
                <a:latin typeface="+mn-lt"/>
              </a:rPr>
            </a:br>
            <a:endParaRPr lang="es-ES" dirty="0">
              <a:latin typeface="+mn-lt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" sz="2000" b="1" dirty="0"/>
              <a:t>Objetivos</a:t>
            </a:r>
          </a:p>
          <a:p>
            <a:r>
              <a:rPr lang="es-ES" sz="2000" dirty="0"/>
              <a:t>Identificar los valores de los  ángulos de divergencia y convergencia  de la dirección del vehículo.  </a:t>
            </a:r>
            <a:br>
              <a:rPr lang="es-ES" sz="2000" dirty="0"/>
            </a:br>
            <a:endParaRPr lang="es-ES" sz="2000" dirty="0"/>
          </a:p>
          <a:p>
            <a:r>
              <a:rPr lang="es-ES" sz="2000" dirty="0"/>
              <a:t>Aplicar la geometría para encontrar los valores de los ángulos .</a:t>
            </a:r>
          </a:p>
          <a:p>
            <a:endParaRPr lang="es-ES" sz="2000" dirty="0"/>
          </a:p>
          <a:p>
            <a:r>
              <a:rPr lang="es-ES" sz="2000" dirty="0"/>
              <a:t>Reparar los desajustes de los ángulos basándonos en el valor nominal que indica el fabricante. </a:t>
            </a:r>
          </a:p>
          <a:p>
            <a:pPr marL="0" indent="0">
              <a:buNone/>
            </a:pPr>
            <a:r>
              <a:rPr lang="es-ES" sz="2000" b="1" dirty="0"/>
              <a:t>Preguntas de Investigación</a:t>
            </a:r>
          </a:p>
          <a:p>
            <a:r>
              <a:rPr lang="es-ES" sz="2000" dirty="0"/>
              <a:t>¿Cómo la geometría es una herramienta en el sector mecánico?</a:t>
            </a:r>
          </a:p>
          <a:p>
            <a:pPr marL="0" indent="0">
              <a:buNone/>
            </a:pPr>
            <a:endParaRPr lang="es-ES" sz="2000" dirty="0"/>
          </a:p>
          <a:p>
            <a:r>
              <a:rPr lang="es-ES" sz="2000" dirty="0"/>
              <a:t>¿de que manera la geometría soluciona el desajuste de los ángulos de divergencia y convergencia?</a:t>
            </a:r>
          </a:p>
          <a:p>
            <a:pPr marL="0" indent="0">
              <a:buNone/>
            </a:pPr>
            <a:r>
              <a:rPr lang="es-ES" sz="2000" b="1" dirty="0"/>
              <a:t>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F246B04-EDA8-A066-6AA5-4F77F7FE1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60" y="230188"/>
            <a:ext cx="2634295" cy="713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910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600" dirty="0">
                <a:latin typeface="+mn-lt"/>
              </a:rPr>
              <a:t>Temas  iniciales  involucrados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Sistema de dirección de un vehículo.</a:t>
            </a:r>
          </a:p>
          <a:p>
            <a:endParaRPr lang="es-ES" dirty="0"/>
          </a:p>
          <a:p>
            <a:r>
              <a:rPr lang="es-ES" dirty="0"/>
              <a:t>Los ángulos de divergencia y convergencia. </a:t>
            </a:r>
          </a:p>
          <a:p>
            <a:endParaRPr lang="es-ES" dirty="0"/>
          </a:p>
          <a:p>
            <a:r>
              <a:rPr lang="es-ES" dirty="0"/>
              <a:t>Geometría.</a:t>
            </a:r>
          </a:p>
          <a:p>
            <a:endParaRPr lang="es-ES" dirty="0"/>
          </a:p>
          <a:p>
            <a:r>
              <a:rPr lang="es-ES" dirty="0"/>
              <a:t>Causa de caída y desviación de las ruedas.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722D029-B40F-6F30-2B7F-2D093E561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4700" y="230188"/>
            <a:ext cx="2822601" cy="764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985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600" dirty="0">
                <a:latin typeface="+mn-lt"/>
              </a:rPr>
              <a:t>Cronograma y materiales a utilizar</a:t>
            </a:r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5569189"/>
              </p:ext>
            </p:extLst>
          </p:nvPr>
        </p:nvGraphicFramePr>
        <p:xfrm>
          <a:off x="685800" y="1825625"/>
          <a:ext cx="10668000" cy="4613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02637">
                <a:tc>
                  <a:txBody>
                    <a:bodyPr/>
                    <a:lstStyle/>
                    <a:p>
                      <a:r>
                        <a:rPr lang="es-ES" dirty="0"/>
                        <a:t>¿Qué</a:t>
                      </a:r>
                      <a:r>
                        <a:rPr lang="es-ES" baseline="0" dirty="0"/>
                        <a:t> haremos?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¿Qué resultado obtendremos</a:t>
                      </a:r>
                      <a:r>
                        <a:rPr lang="es-ES" baseline="0" dirty="0"/>
                        <a:t> ?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¿Para</a:t>
                      </a:r>
                      <a:r>
                        <a:rPr lang="es-ES" baseline="0" dirty="0"/>
                        <a:t> cuando estará echo?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¿Quién o quienes lo harán?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¿Qué necesitaremos</a:t>
                      </a:r>
                      <a:r>
                        <a:rPr lang="es-ES" baseline="0" dirty="0"/>
                        <a:t> para hacerlo? 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2637">
                <a:tc>
                  <a:txBody>
                    <a:bodyPr/>
                    <a:lstStyle/>
                    <a:p>
                      <a:r>
                        <a:rPr lang="es-ES" baseline="0" dirty="0"/>
                        <a:t>Lanzamiento del proyecto  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Dar a conocer</a:t>
                      </a:r>
                      <a:r>
                        <a:rPr lang="es-ES" baseline="0" dirty="0"/>
                        <a:t> nuestro producto 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17 noviembre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Bastian pino</a:t>
                      </a:r>
                      <a:r>
                        <a:rPr lang="es-ES" baseline="0" dirty="0"/>
                        <a:t> </a:t>
                      </a:r>
                    </a:p>
                    <a:p>
                      <a:r>
                        <a:rPr lang="es-ES" baseline="0" dirty="0"/>
                        <a:t>Eliecer jara</a:t>
                      </a:r>
                    </a:p>
                    <a:p>
                      <a:r>
                        <a:rPr lang="es-ES" baseline="0" dirty="0"/>
                        <a:t>Benjamin Pinto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Información</a:t>
                      </a:r>
                      <a:r>
                        <a:rPr lang="es-ES" baseline="0" dirty="0"/>
                        <a:t>  y ppt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2637">
                <a:tc>
                  <a:txBody>
                    <a:bodyPr/>
                    <a:lstStyle/>
                    <a:p>
                      <a:r>
                        <a:rPr lang="es-ES" dirty="0"/>
                        <a:t>Uso</a:t>
                      </a:r>
                      <a:r>
                        <a:rPr lang="es-ES" baseline="0" dirty="0"/>
                        <a:t> de evidencias 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Datos para compararlos con la información del fabricante </a:t>
                      </a:r>
                    </a:p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6 dic iembre</a:t>
                      </a:r>
                    </a:p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Bastian pino </a:t>
                      </a:r>
                    </a:p>
                    <a:p>
                      <a:r>
                        <a:rPr lang="es-ES" dirty="0"/>
                        <a:t>Eliecer</a:t>
                      </a:r>
                      <a:r>
                        <a:rPr lang="es-ES" baseline="0" dirty="0"/>
                        <a:t> jara </a:t>
                      </a:r>
                    </a:p>
                    <a:p>
                      <a:r>
                        <a:rPr lang="es-ES" baseline="0" dirty="0"/>
                        <a:t>Benjamin pinto </a:t>
                      </a:r>
                      <a:endParaRPr lang="es-ES" dirty="0"/>
                    </a:p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Geometría</a:t>
                      </a:r>
                      <a:r>
                        <a:rPr lang="es-ES" baseline="0" dirty="0"/>
                        <a:t> y herramientas básicas.</a:t>
                      </a:r>
                      <a:endParaRPr lang="es-ES" dirty="0"/>
                    </a:p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3863">
                <a:tc>
                  <a:txBody>
                    <a:bodyPr/>
                    <a:lstStyle/>
                    <a:p>
                      <a:r>
                        <a:rPr lang="es-ES" dirty="0"/>
                        <a:t>Presentar el proyecto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Presentar</a:t>
                      </a:r>
                      <a:r>
                        <a:rPr lang="es-ES" baseline="0" dirty="0"/>
                        <a:t> el funcionamiento de nuestro producto 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14 diciembre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Bastian pino</a:t>
                      </a:r>
                    </a:p>
                    <a:p>
                      <a:r>
                        <a:rPr lang="es-ES" dirty="0"/>
                        <a:t>Eliecer jara </a:t>
                      </a:r>
                    </a:p>
                    <a:p>
                      <a:r>
                        <a:rPr lang="es-ES" dirty="0"/>
                        <a:t>Benjamin</a:t>
                      </a:r>
                      <a:r>
                        <a:rPr lang="es-ES" baseline="0" dirty="0"/>
                        <a:t> pinto 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  <a:p>
                      <a:r>
                        <a:rPr lang="es-ES" dirty="0"/>
                        <a:t>Trabajar en</a:t>
                      </a:r>
                      <a:r>
                        <a:rPr lang="es-ES" baseline="0" dirty="0"/>
                        <a:t> el vehículo aplicando la geometría .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BF004CFD-B60B-86C1-0C0A-07C57D00D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6870" y="230188"/>
            <a:ext cx="2651760" cy="717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901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C2434E8-2FBE-9956-5352-F5DFFE6A7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8780" y="2255136"/>
            <a:ext cx="8671171" cy="2347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7000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18e1d99-ad59-48f1-b4b7-e09c670c428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A2A84260D04624A8B717A5811981AC4" ma:contentTypeVersion="16" ma:contentTypeDescription="Create a new document." ma:contentTypeScope="" ma:versionID="78ec2117f7e2a26e85b2e503ca3368cf">
  <xsd:schema xmlns:xsd="http://www.w3.org/2001/XMLSchema" xmlns:xs="http://www.w3.org/2001/XMLSchema" xmlns:p="http://schemas.microsoft.com/office/2006/metadata/properties" xmlns:ns3="044690ba-3bcd-4bf0-9bed-6c935b699a1b" xmlns:ns4="e18e1d99-ad59-48f1-b4b7-e09c670c4281" targetNamespace="http://schemas.microsoft.com/office/2006/metadata/properties" ma:root="true" ma:fieldsID="bd91240d1f551a398bc54852b2baaade" ns3:_="" ns4:_="">
    <xsd:import namespace="044690ba-3bcd-4bf0-9bed-6c935b699a1b"/>
    <xsd:import namespace="e18e1d99-ad59-48f1-b4b7-e09c670c4281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LengthInSeconds" minOccurs="0"/>
                <xsd:element ref="ns4:MediaServiceAutoTags" minOccurs="0"/>
                <xsd:element ref="ns4:MediaServiceAutoKeyPoints" minOccurs="0"/>
                <xsd:element ref="ns4:MediaServiceKeyPoints" minOccurs="0"/>
                <xsd:element ref="ns4:MediaServiceLocation" minOccurs="0"/>
                <xsd:element ref="ns4:MediaServiceGenerationTime" minOccurs="0"/>
                <xsd:element ref="ns4:MediaServiceEventHashCode" minOccurs="0"/>
                <xsd:element ref="ns4:_activity" minOccurs="0"/>
                <xsd:element ref="ns4:MediaServiceOCR" minOccurs="0"/>
                <xsd:element ref="ns4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4690ba-3bcd-4bf0-9bed-6c935b699a1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8e1d99-ad59-48f1-b4b7-e09c670c428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4" nillable="true" ma:displayName="Length (seconds)" ma:internalName="MediaLengthInSeconds" ma:readOnly="true">
      <xsd:simpleType>
        <xsd:restriction base="dms:Unknown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E3AC9BC-3A48-41FB-89C8-97DFFCFF99CC}">
  <ds:schemaRefs>
    <ds:schemaRef ds:uri="http://purl.org/dc/terms/"/>
    <ds:schemaRef ds:uri="http://purl.org/dc/dcmitype/"/>
    <ds:schemaRef ds:uri="http://schemas.microsoft.com/office/infopath/2007/PartnerControls"/>
    <ds:schemaRef ds:uri="e18e1d99-ad59-48f1-b4b7-e09c670c4281"/>
    <ds:schemaRef ds:uri="http://schemas.microsoft.com/office/2006/documentManagement/types"/>
    <ds:schemaRef ds:uri="http://www.w3.org/XML/1998/namespace"/>
    <ds:schemaRef ds:uri="http://purl.org/dc/elements/1.1/"/>
    <ds:schemaRef ds:uri="http://schemas.openxmlformats.org/package/2006/metadata/core-properties"/>
    <ds:schemaRef ds:uri="044690ba-3bcd-4bf0-9bed-6c935b699a1b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6CD2E0C6-02D9-4725-AA2D-08585DAEFE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AA8A3B3-4AE0-4A4B-B7C7-6305818128C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44690ba-3bcd-4bf0-9bed-6c935b699a1b"/>
    <ds:schemaRef ds:uri="e18e1d99-ad59-48f1-b4b7-e09c670c428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365</TotalTime>
  <Words>415</Words>
  <Application>Microsoft Macintosh PowerPoint</Application>
  <PresentationFormat>Panorámica</PresentationFormat>
  <Paragraphs>63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3" baseType="lpstr">
      <vt:lpstr>Batang</vt:lpstr>
      <vt:lpstr>Arial</vt:lpstr>
      <vt:lpstr>Arial Black</vt:lpstr>
      <vt:lpstr>Calibri</vt:lpstr>
      <vt:lpstr>Calibri Light</vt:lpstr>
      <vt:lpstr>Tema de Office</vt:lpstr>
      <vt:lpstr>                                     LA GEOMETRIA EN LOS ANGULO DE DIRRECCION DE UN VEHICULO</vt:lpstr>
      <vt:lpstr> Definición del proyecto</vt:lpstr>
      <vt:lpstr>Tema de investigación, nociones matemáticas y problemática a abordar </vt:lpstr>
      <vt:lpstr>Objetivos  y  preguntas  de  investigación .  </vt:lpstr>
      <vt:lpstr>Temas  iniciales  involucrados</vt:lpstr>
      <vt:lpstr>Cronograma y materiales a utilizar</vt:lpstr>
      <vt:lpstr>Presentación de PowerPoint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1: Nombre del proyecto, integrantes, profesor, asignatura y carrera</dc:title>
  <dc:creator>GISELLE ANGELICA MORA OCARES</dc:creator>
  <cp:lastModifiedBy>LISSETTE ANDREA SALAMANCA MELLA</cp:lastModifiedBy>
  <cp:revision>25</cp:revision>
  <dcterms:created xsi:type="dcterms:W3CDTF">2023-08-31T16:26:40Z</dcterms:created>
  <dcterms:modified xsi:type="dcterms:W3CDTF">2023-11-23T19:23:44Z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0x0101003A2A84260D04624A8B717A5811981AC4</vt:lpwstr>
  </property>
</Properties>
</file>