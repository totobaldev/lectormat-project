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20ADD0-F159-4139-9754-4F789B7723FD}" v="18" dt="2023-12-06T14:15:48.4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8" autoAdjust="0"/>
    <p:restoredTop sz="94660"/>
  </p:normalViewPr>
  <p:slideViewPr>
    <p:cSldViewPr snapToGrid="0">
      <p:cViewPr varScale="1">
        <p:scale>
          <a:sx n="53" d="100"/>
          <a:sy n="53" d="100"/>
        </p:scale>
        <p:origin x="192" y="11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tian Pino mellado" userId="3fb1adb34385b97f" providerId="LiveId" clId="{5E20ADD0-F159-4139-9754-4F789B7723FD}"/>
    <pc:docChg chg="undo custSel addSld delSld modSld">
      <pc:chgData name="Bastian Pino mellado" userId="3fb1adb34385b97f" providerId="LiveId" clId="{5E20ADD0-F159-4139-9754-4F789B7723FD}" dt="2023-12-06T14:16:58.765" v="1473" actId="27636"/>
      <pc:docMkLst>
        <pc:docMk/>
      </pc:docMkLst>
      <pc:sldChg chg="modSp mod">
        <pc:chgData name="Bastian Pino mellado" userId="3fb1adb34385b97f" providerId="LiveId" clId="{5E20ADD0-F159-4139-9754-4F789B7723FD}" dt="2023-12-06T13:29:45.317" v="633" actId="33524"/>
        <pc:sldMkLst>
          <pc:docMk/>
          <pc:sldMk cId="3527147444" sldId="258"/>
        </pc:sldMkLst>
        <pc:spChg chg="mod">
          <ac:chgData name="Bastian Pino mellado" userId="3fb1adb34385b97f" providerId="LiveId" clId="{5E20ADD0-F159-4139-9754-4F789B7723FD}" dt="2023-12-06T13:29:45.317" v="633" actId="33524"/>
          <ac:spMkLst>
            <pc:docMk/>
            <pc:sldMk cId="3527147444" sldId="258"/>
            <ac:spMk id="5" creationId="{3104C1C3-5248-DD88-464D-7CBB8BB504B3}"/>
          </ac:spMkLst>
        </pc:spChg>
      </pc:sldChg>
      <pc:sldChg chg="addSp modSp new mod setBg">
        <pc:chgData name="Bastian Pino mellado" userId="3fb1adb34385b97f" providerId="LiveId" clId="{5E20ADD0-F159-4139-9754-4F789B7723FD}" dt="2023-12-06T14:16:58.765" v="1473" actId="27636"/>
        <pc:sldMkLst>
          <pc:docMk/>
          <pc:sldMk cId="2205513374" sldId="266"/>
        </pc:sldMkLst>
        <pc:spChg chg="mod">
          <ac:chgData name="Bastian Pino mellado" userId="3fb1adb34385b97f" providerId="LiveId" clId="{5E20ADD0-F159-4139-9754-4F789B7723FD}" dt="2023-12-06T13:24:38.428" v="484" actId="26606"/>
          <ac:spMkLst>
            <pc:docMk/>
            <pc:sldMk cId="2205513374" sldId="266"/>
            <ac:spMk id="2" creationId="{E0593AE9-C5F6-78EF-33C7-AB4011B1A137}"/>
          </ac:spMkLst>
        </pc:spChg>
        <pc:spChg chg="mod">
          <ac:chgData name="Bastian Pino mellado" userId="3fb1adb34385b97f" providerId="LiveId" clId="{5E20ADD0-F159-4139-9754-4F789B7723FD}" dt="2023-12-06T14:16:58.765" v="1473" actId="27636"/>
          <ac:spMkLst>
            <pc:docMk/>
            <pc:sldMk cId="2205513374" sldId="266"/>
            <ac:spMk id="3" creationId="{E93E0A59-DCD5-F388-0A12-56311A3E83DD}"/>
          </ac:spMkLst>
        </pc:spChg>
        <pc:spChg chg="add">
          <ac:chgData name="Bastian Pino mellado" userId="3fb1adb34385b97f" providerId="LiveId" clId="{5E20ADD0-F159-4139-9754-4F789B7723FD}" dt="2023-12-06T13:24:38.428" v="484" actId="26606"/>
          <ac:spMkLst>
            <pc:docMk/>
            <pc:sldMk cId="2205513374" sldId="266"/>
            <ac:spMk id="10" creationId="{F13C74B1-5B17-4795-BED0-7140497B445A}"/>
          </ac:spMkLst>
        </pc:spChg>
        <pc:spChg chg="add">
          <ac:chgData name="Bastian Pino mellado" userId="3fb1adb34385b97f" providerId="LiveId" clId="{5E20ADD0-F159-4139-9754-4F789B7723FD}" dt="2023-12-06T13:24:38.428" v="484" actId="26606"/>
          <ac:spMkLst>
            <pc:docMk/>
            <pc:sldMk cId="2205513374" sldId="266"/>
            <ac:spMk id="12" creationId="{D4974D33-8DC5-464E-8C6D-BE58F0669C17}"/>
          </ac:spMkLst>
        </pc:spChg>
        <pc:picChg chg="add mod">
          <ac:chgData name="Bastian Pino mellado" userId="3fb1adb34385b97f" providerId="LiveId" clId="{5E20ADD0-F159-4139-9754-4F789B7723FD}" dt="2023-12-06T13:24:38.428" v="484" actId="26606"/>
          <ac:picMkLst>
            <pc:docMk/>
            <pc:sldMk cId="2205513374" sldId="266"/>
            <ac:picMk id="5" creationId="{C598EB32-84B7-4C16-0B15-F34989561834}"/>
          </ac:picMkLst>
        </pc:picChg>
      </pc:sldChg>
      <pc:sldChg chg="add del">
        <pc:chgData name="Bastian Pino mellado" userId="3fb1adb34385b97f" providerId="LiveId" clId="{5E20ADD0-F159-4139-9754-4F789B7723FD}" dt="2023-12-06T13:17:01.970" v="3" actId="2696"/>
        <pc:sldMkLst>
          <pc:docMk/>
          <pc:sldMk cId="2516396696" sldId="266"/>
        </pc:sldMkLst>
      </pc:sldChg>
      <pc:sldChg chg="delSp del mod">
        <pc:chgData name="Bastian Pino mellado" userId="3fb1adb34385b97f" providerId="LiveId" clId="{5E20ADD0-F159-4139-9754-4F789B7723FD}" dt="2023-12-06T13:16:55.570" v="1" actId="2696"/>
        <pc:sldMkLst>
          <pc:docMk/>
          <pc:sldMk cId="2579700063" sldId="266"/>
        </pc:sldMkLst>
        <pc:picChg chg="del">
          <ac:chgData name="Bastian Pino mellado" userId="3fb1adb34385b97f" providerId="LiveId" clId="{5E20ADD0-F159-4139-9754-4F789B7723FD}" dt="2023-12-06T13:16:51.979" v="0" actId="21"/>
          <ac:picMkLst>
            <pc:docMk/>
            <pc:sldMk cId="2579700063" sldId="266"/>
            <ac:picMk id="4" creationId="{8C2434E8-2FBE-9956-5352-F5DFFE6A7F10}"/>
          </ac:picMkLst>
        </pc:picChg>
      </pc:sldChg>
      <pc:sldChg chg="addSp delSp modSp new mod">
        <pc:chgData name="Bastian Pino mellado" userId="3fb1adb34385b97f" providerId="LiveId" clId="{5E20ADD0-F159-4139-9754-4F789B7723FD}" dt="2023-12-06T13:39:57.991" v="865" actId="21"/>
        <pc:sldMkLst>
          <pc:docMk/>
          <pc:sldMk cId="2411398984" sldId="267"/>
        </pc:sldMkLst>
        <pc:spChg chg="mod">
          <ac:chgData name="Bastian Pino mellado" userId="3fb1adb34385b97f" providerId="LiveId" clId="{5E20ADD0-F159-4139-9754-4F789B7723FD}" dt="2023-12-06T13:33:09.843" v="636" actId="255"/>
          <ac:spMkLst>
            <pc:docMk/>
            <pc:sldMk cId="2411398984" sldId="267"/>
            <ac:spMk id="2" creationId="{8436F041-935F-D224-E870-B67E3AF9BF3A}"/>
          </ac:spMkLst>
        </pc:spChg>
        <pc:spChg chg="mod">
          <ac:chgData name="Bastian Pino mellado" userId="3fb1adb34385b97f" providerId="LiveId" clId="{5E20ADD0-F159-4139-9754-4F789B7723FD}" dt="2023-12-06T13:38:45.156" v="856" actId="255"/>
          <ac:spMkLst>
            <pc:docMk/>
            <pc:sldMk cId="2411398984" sldId="267"/>
            <ac:spMk id="3" creationId="{5894209D-4FF8-73C1-BB34-AF13CCF0B0EF}"/>
          </ac:spMkLst>
        </pc:spChg>
        <pc:graphicFrameChg chg="add del mod modGraphic">
          <ac:chgData name="Bastian Pino mellado" userId="3fb1adb34385b97f" providerId="LiveId" clId="{5E20ADD0-F159-4139-9754-4F789B7723FD}" dt="2023-12-06T13:39:57.991" v="865" actId="21"/>
          <ac:graphicFrameMkLst>
            <pc:docMk/>
            <pc:sldMk cId="2411398984" sldId="267"/>
            <ac:graphicFrameMk id="4" creationId="{15284D4D-B281-60FE-A717-E53B3229041E}"/>
          </ac:graphicFrameMkLst>
        </pc:graphicFrameChg>
      </pc:sldChg>
      <pc:sldChg chg="modSp new mod">
        <pc:chgData name="Bastian Pino mellado" userId="3fb1adb34385b97f" providerId="LiveId" clId="{5E20ADD0-F159-4139-9754-4F789B7723FD}" dt="2023-12-06T13:56:49.805" v="879" actId="27636"/>
        <pc:sldMkLst>
          <pc:docMk/>
          <pc:sldMk cId="925346897" sldId="268"/>
        </pc:sldMkLst>
        <pc:spChg chg="mod">
          <ac:chgData name="Bastian Pino mellado" userId="3fb1adb34385b97f" providerId="LiveId" clId="{5E20ADD0-F159-4139-9754-4F789B7723FD}" dt="2023-12-06T13:47:57.354" v="871" actId="33524"/>
          <ac:spMkLst>
            <pc:docMk/>
            <pc:sldMk cId="925346897" sldId="268"/>
            <ac:spMk id="2" creationId="{C673D078-DB49-60E1-B336-8D284D8F6DDA}"/>
          </ac:spMkLst>
        </pc:spChg>
        <pc:spChg chg="mod">
          <ac:chgData name="Bastian Pino mellado" userId="3fb1adb34385b97f" providerId="LiveId" clId="{5E20ADD0-F159-4139-9754-4F789B7723FD}" dt="2023-12-06T13:56:49.805" v="879" actId="27636"/>
          <ac:spMkLst>
            <pc:docMk/>
            <pc:sldMk cId="925346897" sldId="268"/>
            <ac:spMk id="3" creationId="{7FB5D99E-D1A4-3B79-F684-CF2904BECDF5}"/>
          </ac:spMkLst>
        </pc:spChg>
      </pc:sldChg>
      <pc:sldChg chg="delSp modSp new mod">
        <pc:chgData name="Bastian Pino mellado" userId="3fb1adb34385b97f" providerId="LiveId" clId="{5E20ADD0-F159-4139-9754-4F789B7723FD}" dt="2023-12-06T14:13:42.505" v="1438" actId="21"/>
        <pc:sldMkLst>
          <pc:docMk/>
          <pc:sldMk cId="2500615065" sldId="269"/>
        </pc:sldMkLst>
        <pc:spChg chg="mod">
          <ac:chgData name="Bastian Pino mellado" userId="3fb1adb34385b97f" providerId="LiveId" clId="{5E20ADD0-F159-4139-9754-4F789B7723FD}" dt="2023-12-06T14:08:08.180" v="1437" actId="313"/>
          <ac:spMkLst>
            <pc:docMk/>
            <pc:sldMk cId="2500615065" sldId="269"/>
            <ac:spMk id="2" creationId="{272AE2C8-6EA5-B0F1-4604-BB96CE6708D7}"/>
          </ac:spMkLst>
        </pc:spChg>
        <pc:spChg chg="mod">
          <ac:chgData name="Bastian Pino mellado" userId="3fb1adb34385b97f" providerId="LiveId" clId="{5E20ADD0-F159-4139-9754-4F789B7723FD}" dt="2023-12-06T14:07:57.906" v="1436" actId="2710"/>
          <ac:spMkLst>
            <pc:docMk/>
            <pc:sldMk cId="2500615065" sldId="269"/>
            <ac:spMk id="3" creationId="{C1EA989A-B0A0-ECEF-C944-B457980F4D10}"/>
          </ac:spMkLst>
        </pc:spChg>
        <pc:picChg chg="del">
          <ac:chgData name="Bastian Pino mellado" userId="3fb1adb34385b97f" providerId="LiveId" clId="{5E20ADD0-F159-4139-9754-4F789B7723FD}" dt="2023-12-06T14:13:42.505" v="1438" actId="21"/>
          <ac:picMkLst>
            <pc:docMk/>
            <pc:sldMk cId="2500615065" sldId="269"/>
            <ac:picMk id="4" creationId="{96180CD9-EE55-17C0-74CA-7B64B06788B5}"/>
          </ac:picMkLst>
        </pc:picChg>
      </pc:sldChg>
      <pc:sldChg chg="addSp delSp modSp new mod setBg">
        <pc:chgData name="Bastian Pino mellado" userId="3fb1adb34385b97f" providerId="LiveId" clId="{5E20ADD0-F159-4139-9754-4F789B7723FD}" dt="2023-12-06T14:15:26.598" v="1467" actId="14100"/>
        <pc:sldMkLst>
          <pc:docMk/>
          <pc:sldMk cId="493036393" sldId="270"/>
        </pc:sldMkLst>
        <pc:spChg chg="add del">
          <ac:chgData name="Bastian Pino mellado" userId="3fb1adb34385b97f" providerId="LiveId" clId="{5E20ADD0-F159-4139-9754-4F789B7723FD}" dt="2023-12-06T14:15:11.065" v="1464" actId="26606"/>
          <ac:spMkLst>
            <pc:docMk/>
            <pc:sldMk cId="493036393" sldId="270"/>
            <ac:spMk id="2" creationId="{6BDFB6ED-8A44-4573-A81C-74A7D7BA96D5}"/>
          </ac:spMkLst>
        </pc:spChg>
        <pc:spChg chg="del">
          <ac:chgData name="Bastian Pino mellado" userId="3fb1adb34385b97f" providerId="LiveId" clId="{5E20ADD0-F159-4139-9754-4F789B7723FD}" dt="2023-12-06T14:13:46.547" v="1440"/>
          <ac:spMkLst>
            <pc:docMk/>
            <pc:sldMk cId="493036393" sldId="270"/>
            <ac:spMk id="3" creationId="{5800978B-A015-5605-F06A-452842C6CBC1}"/>
          </ac:spMkLst>
        </pc:spChg>
        <pc:spChg chg="add del mod">
          <ac:chgData name="Bastian Pino mellado" userId="3fb1adb34385b97f" providerId="LiveId" clId="{5E20ADD0-F159-4139-9754-4F789B7723FD}" dt="2023-12-06T14:14:21.699" v="1445" actId="22"/>
          <ac:spMkLst>
            <pc:docMk/>
            <pc:sldMk cId="493036393" sldId="270"/>
            <ac:spMk id="6" creationId="{A055A556-8B54-BF2E-998A-A494EB0C17EF}"/>
          </ac:spMkLst>
        </pc:spChg>
        <pc:spChg chg="add del">
          <ac:chgData name="Bastian Pino mellado" userId="3fb1adb34385b97f" providerId="LiveId" clId="{5E20ADD0-F159-4139-9754-4F789B7723FD}" dt="2023-12-06T14:14:55.033" v="1459" actId="26606"/>
          <ac:spMkLst>
            <pc:docMk/>
            <pc:sldMk cId="493036393" sldId="270"/>
            <ac:spMk id="12" creationId="{D807DB81-4D55-6EDE-0108-6798EECF2A97}"/>
          </ac:spMkLst>
        </pc:spChg>
        <pc:spChg chg="add del">
          <ac:chgData name="Bastian Pino mellado" userId="3fb1adb34385b97f" providerId="LiveId" clId="{5E20ADD0-F159-4139-9754-4F789B7723FD}" dt="2023-12-06T14:14:47.375" v="1455" actId="26606"/>
          <ac:spMkLst>
            <pc:docMk/>
            <pc:sldMk cId="493036393" sldId="270"/>
            <ac:spMk id="13" creationId="{F3060C83-F051-4F0E-ABAD-AA0DFC48B218}"/>
          </ac:spMkLst>
        </pc:spChg>
        <pc:spChg chg="add del">
          <ac:chgData name="Bastian Pino mellado" userId="3fb1adb34385b97f" providerId="LiveId" clId="{5E20ADD0-F159-4139-9754-4F789B7723FD}" dt="2023-12-06T14:14:47.375" v="1455" actId="26606"/>
          <ac:spMkLst>
            <pc:docMk/>
            <pc:sldMk cId="493036393" sldId="270"/>
            <ac:spMk id="15" creationId="{83C98ABE-055B-441F-B07E-44F97F083C39}"/>
          </ac:spMkLst>
        </pc:spChg>
        <pc:spChg chg="add del">
          <ac:chgData name="Bastian Pino mellado" userId="3fb1adb34385b97f" providerId="LiveId" clId="{5E20ADD0-F159-4139-9754-4F789B7723FD}" dt="2023-12-06T14:14:47.375" v="1455" actId="26606"/>
          <ac:spMkLst>
            <pc:docMk/>
            <pc:sldMk cId="493036393" sldId="270"/>
            <ac:spMk id="17" creationId="{29FDB030-9B49-4CED-8CCD-4D99382388AC}"/>
          </ac:spMkLst>
        </pc:spChg>
        <pc:spChg chg="add del">
          <ac:chgData name="Bastian Pino mellado" userId="3fb1adb34385b97f" providerId="LiveId" clId="{5E20ADD0-F159-4139-9754-4F789B7723FD}" dt="2023-12-06T14:14:47.375" v="1455" actId="26606"/>
          <ac:spMkLst>
            <pc:docMk/>
            <pc:sldMk cId="493036393" sldId="270"/>
            <ac:spMk id="19" creationId="{3783CA14-24A1-485C-8B30-D6A5D87987AD}"/>
          </ac:spMkLst>
        </pc:spChg>
        <pc:spChg chg="add del">
          <ac:chgData name="Bastian Pino mellado" userId="3fb1adb34385b97f" providerId="LiveId" clId="{5E20ADD0-F159-4139-9754-4F789B7723FD}" dt="2023-12-06T14:14:47.375" v="1455" actId="26606"/>
          <ac:spMkLst>
            <pc:docMk/>
            <pc:sldMk cId="493036393" sldId="270"/>
            <ac:spMk id="21" creationId="{9A97C86A-04D6-40F7-AE84-31AB43E6A846}"/>
          </ac:spMkLst>
        </pc:spChg>
        <pc:spChg chg="add del">
          <ac:chgData name="Bastian Pino mellado" userId="3fb1adb34385b97f" providerId="LiveId" clId="{5E20ADD0-F159-4139-9754-4F789B7723FD}" dt="2023-12-06T14:14:47.375" v="1455" actId="26606"/>
          <ac:spMkLst>
            <pc:docMk/>
            <pc:sldMk cId="493036393" sldId="270"/>
            <ac:spMk id="23" creationId="{FF9F2414-84E8-453E-B1F3-389FDE8192D9}"/>
          </ac:spMkLst>
        </pc:spChg>
        <pc:spChg chg="add del">
          <ac:chgData name="Bastian Pino mellado" userId="3fb1adb34385b97f" providerId="LiveId" clId="{5E20ADD0-F159-4139-9754-4F789B7723FD}" dt="2023-12-06T14:14:47.375" v="1455" actId="26606"/>
          <ac:spMkLst>
            <pc:docMk/>
            <pc:sldMk cId="493036393" sldId="270"/>
            <ac:spMk id="25" creationId="{3ECA69A1-7536-43AC-85EF-C7106179F5ED}"/>
          </ac:spMkLst>
        </pc:spChg>
        <pc:spChg chg="add del">
          <ac:chgData name="Bastian Pino mellado" userId="3fb1adb34385b97f" providerId="LiveId" clId="{5E20ADD0-F159-4139-9754-4F789B7723FD}" dt="2023-12-06T14:14:49.170" v="1457" actId="26606"/>
          <ac:spMkLst>
            <pc:docMk/>
            <pc:sldMk cId="493036393" sldId="270"/>
            <ac:spMk id="27" creationId="{A4AC5506-6312-4701-8D3C-40187889A947}"/>
          </ac:spMkLst>
        </pc:spChg>
        <pc:spChg chg="add del">
          <ac:chgData name="Bastian Pino mellado" userId="3fb1adb34385b97f" providerId="LiveId" clId="{5E20ADD0-F159-4139-9754-4F789B7723FD}" dt="2023-12-06T14:14:49.170" v="1457" actId="26606"/>
          <ac:spMkLst>
            <pc:docMk/>
            <pc:sldMk cId="493036393" sldId="270"/>
            <ac:spMk id="28" creationId="{6BDFB6ED-8A44-4573-A81C-74A7D7BA96D5}"/>
          </ac:spMkLst>
        </pc:spChg>
        <pc:spChg chg="add del">
          <ac:chgData name="Bastian Pino mellado" userId="3fb1adb34385b97f" providerId="LiveId" clId="{5E20ADD0-F159-4139-9754-4F789B7723FD}" dt="2023-12-06T14:14:55.033" v="1459" actId="26606"/>
          <ac:spMkLst>
            <pc:docMk/>
            <pc:sldMk cId="493036393" sldId="270"/>
            <ac:spMk id="30" creationId="{B082622D-AAF3-4897-8629-FC918530DD86}"/>
          </ac:spMkLst>
        </pc:spChg>
        <pc:spChg chg="add del">
          <ac:chgData name="Bastian Pino mellado" userId="3fb1adb34385b97f" providerId="LiveId" clId="{5E20ADD0-F159-4139-9754-4F789B7723FD}" dt="2023-12-06T14:14:55.033" v="1459" actId="26606"/>
          <ac:spMkLst>
            <pc:docMk/>
            <pc:sldMk cId="493036393" sldId="270"/>
            <ac:spMk id="31" creationId="{A7457DD9-5A45-400A-AB4B-4B4EDECA25F1}"/>
          </ac:spMkLst>
        </pc:spChg>
        <pc:spChg chg="add del">
          <ac:chgData name="Bastian Pino mellado" userId="3fb1adb34385b97f" providerId="LiveId" clId="{5E20ADD0-F159-4139-9754-4F789B7723FD}" dt="2023-12-06T14:14:55.033" v="1459" actId="26606"/>
          <ac:spMkLst>
            <pc:docMk/>
            <pc:sldMk cId="493036393" sldId="270"/>
            <ac:spMk id="32" creationId="{6BDFB6ED-8A44-4573-A81C-74A7D7BA96D5}"/>
          </ac:spMkLst>
        </pc:spChg>
        <pc:spChg chg="add del">
          <ac:chgData name="Bastian Pino mellado" userId="3fb1adb34385b97f" providerId="LiveId" clId="{5E20ADD0-F159-4139-9754-4F789B7723FD}" dt="2023-12-06T14:14:55.033" v="1459" actId="26606"/>
          <ac:spMkLst>
            <pc:docMk/>
            <pc:sldMk cId="493036393" sldId="270"/>
            <ac:spMk id="33" creationId="{441CF7D6-A660-431A-B0BB-140A0D5556B6}"/>
          </ac:spMkLst>
        </pc:spChg>
        <pc:spChg chg="add del">
          <ac:chgData name="Bastian Pino mellado" userId="3fb1adb34385b97f" providerId="LiveId" clId="{5E20ADD0-F159-4139-9754-4F789B7723FD}" dt="2023-12-06T14:14:55.033" v="1459" actId="26606"/>
          <ac:spMkLst>
            <pc:docMk/>
            <pc:sldMk cId="493036393" sldId="270"/>
            <ac:spMk id="34" creationId="{0570A85B-3810-4F95-97B0-CBF4CCDB381C}"/>
          </ac:spMkLst>
        </pc:spChg>
        <pc:spChg chg="add del">
          <ac:chgData name="Bastian Pino mellado" userId="3fb1adb34385b97f" providerId="LiveId" clId="{5E20ADD0-F159-4139-9754-4F789B7723FD}" dt="2023-12-06T14:14:57.984" v="1461" actId="26606"/>
          <ac:spMkLst>
            <pc:docMk/>
            <pc:sldMk cId="493036393" sldId="270"/>
            <ac:spMk id="36" creationId="{6EE0B6E2-7CE8-4D86-87FC-4B58A7D8E759}"/>
          </ac:spMkLst>
        </pc:spChg>
        <pc:spChg chg="add del">
          <ac:chgData name="Bastian Pino mellado" userId="3fb1adb34385b97f" providerId="LiveId" clId="{5E20ADD0-F159-4139-9754-4F789B7723FD}" dt="2023-12-06T14:15:11.053" v="1463" actId="26606"/>
          <ac:spMkLst>
            <pc:docMk/>
            <pc:sldMk cId="493036393" sldId="270"/>
            <ac:spMk id="38" creationId="{8B3A2D1A-45FC-4F95-B150-1C13EF2F6D09}"/>
          </ac:spMkLst>
        </pc:spChg>
        <pc:spChg chg="add del">
          <ac:chgData name="Bastian Pino mellado" userId="3fb1adb34385b97f" providerId="LiveId" clId="{5E20ADD0-F159-4139-9754-4F789B7723FD}" dt="2023-12-06T14:15:11.053" v="1463" actId="26606"/>
          <ac:spMkLst>
            <pc:docMk/>
            <pc:sldMk cId="493036393" sldId="270"/>
            <ac:spMk id="39" creationId="{39C3C864-C625-4883-B868-9A4C470F4DD5}"/>
          </ac:spMkLst>
        </pc:spChg>
        <pc:spChg chg="add del">
          <ac:chgData name="Bastian Pino mellado" userId="3fb1adb34385b97f" providerId="LiveId" clId="{5E20ADD0-F159-4139-9754-4F789B7723FD}" dt="2023-12-06T14:15:11.053" v="1463" actId="26606"/>
          <ac:spMkLst>
            <pc:docMk/>
            <pc:sldMk cId="493036393" sldId="270"/>
            <ac:spMk id="40" creationId="{6BDFB6ED-8A44-4573-A81C-74A7D7BA96D5}"/>
          </ac:spMkLst>
        </pc:spChg>
        <pc:spChg chg="add del">
          <ac:chgData name="Bastian Pino mellado" userId="3fb1adb34385b97f" providerId="LiveId" clId="{5E20ADD0-F159-4139-9754-4F789B7723FD}" dt="2023-12-06T14:15:11.053" v="1463" actId="26606"/>
          <ac:spMkLst>
            <pc:docMk/>
            <pc:sldMk cId="493036393" sldId="270"/>
            <ac:spMk id="41" creationId="{63E710A5-D2F9-6F4F-F617-0C2B0D62F36B}"/>
          </ac:spMkLst>
        </pc:spChg>
        <pc:spChg chg="add">
          <ac:chgData name="Bastian Pino mellado" userId="3fb1adb34385b97f" providerId="LiveId" clId="{5E20ADD0-F159-4139-9754-4F789B7723FD}" dt="2023-12-06T14:15:11.065" v="1464" actId="26606"/>
          <ac:spMkLst>
            <pc:docMk/>
            <pc:sldMk cId="493036393" sldId="270"/>
            <ac:spMk id="43" creationId="{F3060C83-F051-4F0E-ABAD-AA0DFC48B218}"/>
          </ac:spMkLst>
        </pc:spChg>
        <pc:spChg chg="add">
          <ac:chgData name="Bastian Pino mellado" userId="3fb1adb34385b97f" providerId="LiveId" clId="{5E20ADD0-F159-4139-9754-4F789B7723FD}" dt="2023-12-06T14:15:11.065" v="1464" actId="26606"/>
          <ac:spMkLst>
            <pc:docMk/>
            <pc:sldMk cId="493036393" sldId="270"/>
            <ac:spMk id="44" creationId="{83C98ABE-055B-441F-B07E-44F97F083C39}"/>
          </ac:spMkLst>
        </pc:spChg>
        <pc:spChg chg="add">
          <ac:chgData name="Bastian Pino mellado" userId="3fb1adb34385b97f" providerId="LiveId" clId="{5E20ADD0-F159-4139-9754-4F789B7723FD}" dt="2023-12-06T14:15:11.065" v="1464" actId="26606"/>
          <ac:spMkLst>
            <pc:docMk/>
            <pc:sldMk cId="493036393" sldId="270"/>
            <ac:spMk id="45" creationId="{29FDB030-9B49-4CED-8CCD-4D99382388AC}"/>
          </ac:spMkLst>
        </pc:spChg>
        <pc:spChg chg="add">
          <ac:chgData name="Bastian Pino mellado" userId="3fb1adb34385b97f" providerId="LiveId" clId="{5E20ADD0-F159-4139-9754-4F789B7723FD}" dt="2023-12-06T14:15:11.065" v="1464" actId="26606"/>
          <ac:spMkLst>
            <pc:docMk/>
            <pc:sldMk cId="493036393" sldId="270"/>
            <ac:spMk id="46" creationId="{3783CA14-24A1-485C-8B30-D6A5D87987AD}"/>
          </ac:spMkLst>
        </pc:spChg>
        <pc:spChg chg="add">
          <ac:chgData name="Bastian Pino mellado" userId="3fb1adb34385b97f" providerId="LiveId" clId="{5E20ADD0-F159-4139-9754-4F789B7723FD}" dt="2023-12-06T14:15:11.065" v="1464" actId="26606"/>
          <ac:spMkLst>
            <pc:docMk/>
            <pc:sldMk cId="493036393" sldId="270"/>
            <ac:spMk id="47" creationId="{9A97C86A-04D6-40F7-AE84-31AB43E6A846}"/>
          </ac:spMkLst>
        </pc:spChg>
        <pc:spChg chg="add">
          <ac:chgData name="Bastian Pino mellado" userId="3fb1adb34385b97f" providerId="LiveId" clId="{5E20ADD0-F159-4139-9754-4F789B7723FD}" dt="2023-12-06T14:15:11.065" v="1464" actId="26606"/>
          <ac:spMkLst>
            <pc:docMk/>
            <pc:sldMk cId="493036393" sldId="270"/>
            <ac:spMk id="48" creationId="{FF9F2414-84E8-453E-B1F3-389FDE8192D9}"/>
          </ac:spMkLst>
        </pc:spChg>
        <pc:spChg chg="add">
          <ac:chgData name="Bastian Pino mellado" userId="3fb1adb34385b97f" providerId="LiveId" clId="{5E20ADD0-F159-4139-9754-4F789B7723FD}" dt="2023-12-06T14:15:11.065" v="1464" actId="26606"/>
          <ac:spMkLst>
            <pc:docMk/>
            <pc:sldMk cId="493036393" sldId="270"/>
            <ac:spMk id="49" creationId="{3ECA69A1-7536-43AC-85EF-C7106179F5ED}"/>
          </ac:spMkLst>
        </pc:spChg>
        <pc:picChg chg="add del mod">
          <ac:chgData name="Bastian Pino mellado" userId="3fb1adb34385b97f" providerId="LiveId" clId="{5E20ADD0-F159-4139-9754-4F789B7723FD}" dt="2023-12-06T14:14:01.699" v="1444" actId="21"/>
          <ac:picMkLst>
            <pc:docMk/>
            <pc:sldMk cId="493036393" sldId="270"/>
            <ac:picMk id="4" creationId="{948F06D7-7DD6-ED05-5A05-90472FFBC68F}"/>
          </ac:picMkLst>
        </pc:picChg>
        <pc:picChg chg="add mod ord">
          <ac:chgData name="Bastian Pino mellado" userId="3fb1adb34385b97f" providerId="LiveId" clId="{5E20ADD0-F159-4139-9754-4F789B7723FD}" dt="2023-12-06T14:15:26.598" v="1467" actId="14100"/>
          <ac:picMkLst>
            <pc:docMk/>
            <pc:sldMk cId="493036393" sldId="270"/>
            <ac:picMk id="8" creationId="{A3C23B93-C1FB-57B1-DB4D-87478E4E5AF9}"/>
          </ac:picMkLst>
        </pc:picChg>
      </pc:sldChg>
      <pc:sldChg chg="addSp delSp modSp new">
        <pc:chgData name="Bastian Pino mellado" userId="3fb1adb34385b97f" providerId="LiveId" clId="{5E20ADD0-F159-4139-9754-4F789B7723FD}" dt="2023-12-06T14:15:48.448" v="1469"/>
        <pc:sldMkLst>
          <pc:docMk/>
          <pc:sldMk cId="2671484179" sldId="271"/>
        </pc:sldMkLst>
        <pc:spChg chg="del">
          <ac:chgData name="Bastian Pino mellado" userId="3fb1adb34385b97f" providerId="LiveId" clId="{5E20ADD0-F159-4139-9754-4F789B7723FD}" dt="2023-12-06T14:15:48.448" v="1469"/>
          <ac:spMkLst>
            <pc:docMk/>
            <pc:sldMk cId="2671484179" sldId="271"/>
            <ac:spMk id="3" creationId="{DBC0B7E4-9F15-9BC7-26B8-51DE3102D14A}"/>
          </ac:spMkLst>
        </pc:spChg>
        <pc:picChg chg="add mod">
          <ac:chgData name="Bastian Pino mellado" userId="3fb1adb34385b97f" providerId="LiveId" clId="{5E20ADD0-F159-4139-9754-4F789B7723FD}" dt="2023-12-06T14:15:48.448" v="1469"/>
          <ac:picMkLst>
            <pc:docMk/>
            <pc:sldMk cId="2671484179" sldId="271"/>
            <ac:picMk id="4" creationId="{9B8C8AA3-181C-BDEC-741E-CB611A28823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3F68F1-5789-0ECF-2228-762F7929BA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9F625571-00D0-6AC1-8B42-562316DFF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1C57596A-E593-E81F-7195-70DDDE8EE626}"/>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5" name="Marcador de pie de página 4">
            <a:extLst>
              <a:ext uri="{FF2B5EF4-FFF2-40B4-BE49-F238E27FC236}">
                <a16:creationId xmlns:a16="http://schemas.microsoft.com/office/drawing/2014/main" id="{C31BCEAF-C0C8-75F5-5521-CD5B08A701B3}"/>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AEE11205-EF09-9AD3-3E15-9B757A4FF21A}"/>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4092451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5E5B8F-2D58-D34C-1091-4E1CBEDAF83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66D7AA4-981F-F582-F378-D743516D781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7000C03-39D4-A2C1-BD93-3A1E279120D2}"/>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5" name="Marcador de pie de página 4">
            <a:extLst>
              <a:ext uri="{FF2B5EF4-FFF2-40B4-BE49-F238E27FC236}">
                <a16:creationId xmlns:a16="http://schemas.microsoft.com/office/drawing/2014/main" id="{964F9671-21B7-17F0-FC23-ADE509DFEEFB}"/>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61E0935F-FF89-36CD-131D-D440D6627B31}"/>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08315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DE1DD6-BE00-7CBF-BF08-3B35D9718D7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5AA5CA-A763-4F15-2202-869EE8AF8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522A214-9166-73BE-D0F3-12B89A590405}"/>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5" name="Marcador de pie de página 4">
            <a:extLst>
              <a:ext uri="{FF2B5EF4-FFF2-40B4-BE49-F238E27FC236}">
                <a16:creationId xmlns:a16="http://schemas.microsoft.com/office/drawing/2014/main" id="{9F03B563-AB34-43A9-6B4F-C80C1B07E373}"/>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E64DE63D-CB13-3A81-666E-506109513187}"/>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26397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552209-42A8-0B53-6776-20E94A50CC4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5C78AD3-DCAB-EB3E-F89F-57C90D8EBD2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8FC2F3B6-7EEC-1791-4E70-52ABC93311C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2485B31-E532-A354-1481-02642F6BE3AB}"/>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6" name="Marcador de pie de página 5">
            <a:extLst>
              <a:ext uri="{FF2B5EF4-FFF2-40B4-BE49-F238E27FC236}">
                <a16:creationId xmlns:a16="http://schemas.microsoft.com/office/drawing/2014/main" id="{596FACBB-DF25-3A13-89FA-D4B28EA8910A}"/>
              </a:ext>
            </a:extLst>
          </p:cNvPr>
          <p:cNvSpPr>
            <a:spLocks noGrp="1"/>
          </p:cNvSpPr>
          <p:nvPr>
            <p:ph type="ftr" sz="quarter" idx="11"/>
          </p:nvPr>
        </p:nvSpPr>
        <p:spPr/>
        <p:txBody>
          <a:bodyPr/>
          <a:lstStyle/>
          <a:p>
            <a:endParaRPr lang="es-CL" dirty="0"/>
          </a:p>
        </p:txBody>
      </p:sp>
      <p:sp>
        <p:nvSpPr>
          <p:cNvPr id="7" name="Marcador de número de diapositiva 6">
            <a:extLst>
              <a:ext uri="{FF2B5EF4-FFF2-40B4-BE49-F238E27FC236}">
                <a16:creationId xmlns:a16="http://schemas.microsoft.com/office/drawing/2014/main" id="{4D7FE31F-4630-7E0F-F0F4-F8D62D4DB632}"/>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831628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E4A17-6BC9-21D5-4100-F35DA86A28A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902C5A0-B809-047E-E80C-6540A4561C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71B3F56-FA2A-3804-3945-6564EF6555D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0D7DD76B-B222-8C35-F2D3-3598BE5023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B7AC7C8-7FAB-1DF4-2BDD-DB189D5A7AC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E0B53DE-1FD9-CD30-73B4-ED733AADD4DF}"/>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8" name="Marcador de pie de página 7">
            <a:extLst>
              <a:ext uri="{FF2B5EF4-FFF2-40B4-BE49-F238E27FC236}">
                <a16:creationId xmlns:a16="http://schemas.microsoft.com/office/drawing/2014/main" id="{17628CF2-3C91-D86A-97A6-71DB9A6B7A2C}"/>
              </a:ext>
            </a:extLst>
          </p:cNvPr>
          <p:cNvSpPr>
            <a:spLocks noGrp="1"/>
          </p:cNvSpPr>
          <p:nvPr>
            <p:ph type="ftr" sz="quarter" idx="11"/>
          </p:nvPr>
        </p:nvSpPr>
        <p:spPr/>
        <p:txBody>
          <a:bodyPr/>
          <a:lstStyle/>
          <a:p>
            <a:endParaRPr lang="es-CL" dirty="0"/>
          </a:p>
        </p:txBody>
      </p:sp>
      <p:sp>
        <p:nvSpPr>
          <p:cNvPr id="9" name="Marcador de número de diapositiva 8">
            <a:extLst>
              <a:ext uri="{FF2B5EF4-FFF2-40B4-BE49-F238E27FC236}">
                <a16:creationId xmlns:a16="http://schemas.microsoft.com/office/drawing/2014/main" id="{B290BF47-41B1-3F57-5D29-7B14A2BFF2C6}"/>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1314354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B2DFF-8AB9-3D2A-B86C-B07CE3D8C93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15DBD443-EF8B-2872-27C0-A4A53C4DA0B1}"/>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4" name="Marcador de pie de página 3">
            <a:extLst>
              <a:ext uri="{FF2B5EF4-FFF2-40B4-BE49-F238E27FC236}">
                <a16:creationId xmlns:a16="http://schemas.microsoft.com/office/drawing/2014/main" id="{822C971A-F9C3-0475-0D02-A53DB33A4676}"/>
              </a:ext>
            </a:extLst>
          </p:cNvPr>
          <p:cNvSpPr>
            <a:spLocks noGrp="1"/>
          </p:cNvSpPr>
          <p:nvPr>
            <p:ph type="ftr" sz="quarter" idx="11"/>
          </p:nvPr>
        </p:nvSpPr>
        <p:spPr/>
        <p:txBody>
          <a:bodyPr/>
          <a:lstStyle/>
          <a:p>
            <a:endParaRPr lang="es-CL" dirty="0"/>
          </a:p>
        </p:txBody>
      </p:sp>
      <p:sp>
        <p:nvSpPr>
          <p:cNvPr id="5" name="Marcador de número de diapositiva 4">
            <a:extLst>
              <a:ext uri="{FF2B5EF4-FFF2-40B4-BE49-F238E27FC236}">
                <a16:creationId xmlns:a16="http://schemas.microsoft.com/office/drawing/2014/main" id="{C0F71505-B71F-5D1C-A462-A9ED830B5F37}"/>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00874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DDECF7D-5C9A-1F87-43B6-CC8A69D44555}"/>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3" name="Marcador de pie de página 2">
            <a:extLst>
              <a:ext uri="{FF2B5EF4-FFF2-40B4-BE49-F238E27FC236}">
                <a16:creationId xmlns:a16="http://schemas.microsoft.com/office/drawing/2014/main" id="{1C02B959-2254-6745-686F-08D980EABE96}"/>
              </a:ext>
            </a:extLst>
          </p:cNvPr>
          <p:cNvSpPr>
            <a:spLocks noGrp="1"/>
          </p:cNvSpPr>
          <p:nvPr>
            <p:ph type="ftr" sz="quarter" idx="11"/>
          </p:nvPr>
        </p:nvSpPr>
        <p:spPr/>
        <p:txBody>
          <a:bodyPr/>
          <a:lstStyle/>
          <a:p>
            <a:endParaRPr lang="es-CL" dirty="0"/>
          </a:p>
        </p:txBody>
      </p:sp>
      <p:sp>
        <p:nvSpPr>
          <p:cNvPr id="4" name="Marcador de número de diapositiva 3">
            <a:extLst>
              <a:ext uri="{FF2B5EF4-FFF2-40B4-BE49-F238E27FC236}">
                <a16:creationId xmlns:a16="http://schemas.microsoft.com/office/drawing/2014/main" id="{BA438B17-E594-68E4-1FBD-C36F620AC100}"/>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45952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7E49D-0DBB-70A2-BE67-D9CE6C3CCE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3A2C5A-E110-435B-1A98-20A2ED31F2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2B725694-CEEB-A23A-95D8-E19D72CBA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7120E6-2E5E-858B-C359-158AAFFBF47A}"/>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6" name="Marcador de pie de página 5">
            <a:extLst>
              <a:ext uri="{FF2B5EF4-FFF2-40B4-BE49-F238E27FC236}">
                <a16:creationId xmlns:a16="http://schemas.microsoft.com/office/drawing/2014/main" id="{81671A01-81BF-3C26-01AB-369D4EFC44CD}"/>
              </a:ext>
            </a:extLst>
          </p:cNvPr>
          <p:cNvSpPr>
            <a:spLocks noGrp="1"/>
          </p:cNvSpPr>
          <p:nvPr>
            <p:ph type="ftr" sz="quarter" idx="11"/>
          </p:nvPr>
        </p:nvSpPr>
        <p:spPr/>
        <p:txBody>
          <a:bodyPr/>
          <a:lstStyle/>
          <a:p>
            <a:endParaRPr lang="es-CL" dirty="0"/>
          </a:p>
        </p:txBody>
      </p:sp>
      <p:sp>
        <p:nvSpPr>
          <p:cNvPr id="7" name="Marcador de número de diapositiva 6">
            <a:extLst>
              <a:ext uri="{FF2B5EF4-FFF2-40B4-BE49-F238E27FC236}">
                <a16:creationId xmlns:a16="http://schemas.microsoft.com/office/drawing/2014/main" id="{DBA82E97-1C69-51B3-879C-8B620BEE3C8D}"/>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215932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4B903-2C78-65C7-2AE8-10C5391EC28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BEBD0C8-5C0C-1C85-B778-F5BC3ADB2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dirty="0"/>
          </a:p>
        </p:txBody>
      </p:sp>
      <p:sp>
        <p:nvSpPr>
          <p:cNvPr id="4" name="Marcador de texto 3">
            <a:extLst>
              <a:ext uri="{FF2B5EF4-FFF2-40B4-BE49-F238E27FC236}">
                <a16:creationId xmlns:a16="http://schemas.microsoft.com/office/drawing/2014/main" id="{671D4576-194D-0BED-0EC1-31533D6EE3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CBA171F-808F-D97D-17F9-4C2F4306B575}"/>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6" name="Marcador de pie de página 5">
            <a:extLst>
              <a:ext uri="{FF2B5EF4-FFF2-40B4-BE49-F238E27FC236}">
                <a16:creationId xmlns:a16="http://schemas.microsoft.com/office/drawing/2014/main" id="{1DF2261B-D210-DBFB-1E96-6734DD91963B}"/>
              </a:ext>
            </a:extLst>
          </p:cNvPr>
          <p:cNvSpPr>
            <a:spLocks noGrp="1"/>
          </p:cNvSpPr>
          <p:nvPr>
            <p:ph type="ftr" sz="quarter" idx="11"/>
          </p:nvPr>
        </p:nvSpPr>
        <p:spPr/>
        <p:txBody>
          <a:bodyPr/>
          <a:lstStyle/>
          <a:p>
            <a:endParaRPr lang="es-CL" dirty="0"/>
          </a:p>
        </p:txBody>
      </p:sp>
      <p:sp>
        <p:nvSpPr>
          <p:cNvPr id="7" name="Marcador de número de diapositiva 6">
            <a:extLst>
              <a:ext uri="{FF2B5EF4-FFF2-40B4-BE49-F238E27FC236}">
                <a16:creationId xmlns:a16="http://schemas.microsoft.com/office/drawing/2014/main" id="{BBA1D5CC-89EE-FB70-E5E3-2AB6C7FAD9BC}"/>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19041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1C3954-E08D-C0C4-34A4-3B9FB1C96BE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61C27CB-8597-B94D-6127-97F60CB2AEC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75BEC8A-5FFB-60D1-2431-B9EEF685C3B6}"/>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5" name="Marcador de pie de página 4">
            <a:extLst>
              <a:ext uri="{FF2B5EF4-FFF2-40B4-BE49-F238E27FC236}">
                <a16:creationId xmlns:a16="http://schemas.microsoft.com/office/drawing/2014/main" id="{6CB54D46-FFC7-5C20-9572-D1D683C28F7D}"/>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62333834-539C-DA82-D7F0-49058031E796}"/>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812590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F80F9AD-9429-4C8A-D0A5-AC697D8BA06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16E03D4-5500-A84F-94E1-6881B6D17ED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A9E2D71-B8F9-90F9-30EB-9A37D7CAC7D8}"/>
              </a:ext>
            </a:extLst>
          </p:cNvPr>
          <p:cNvSpPr>
            <a:spLocks noGrp="1"/>
          </p:cNvSpPr>
          <p:nvPr>
            <p:ph type="dt" sz="half" idx="10"/>
          </p:nvPr>
        </p:nvSpPr>
        <p:spPr/>
        <p:txBody>
          <a:bodyPr/>
          <a:lstStyle/>
          <a:p>
            <a:fld id="{3D145F0F-ABEA-49D3-ADF5-B61D2DA89C31}" type="datetimeFigureOut">
              <a:rPr lang="es-CL" smtClean="0"/>
              <a:t>14-12-23</a:t>
            </a:fld>
            <a:endParaRPr lang="es-CL" dirty="0"/>
          </a:p>
        </p:txBody>
      </p:sp>
      <p:sp>
        <p:nvSpPr>
          <p:cNvPr id="5" name="Marcador de pie de página 4">
            <a:extLst>
              <a:ext uri="{FF2B5EF4-FFF2-40B4-BE49-F238E27FC236}">
                <a16:creationId xmlns:a16="http://schemas.microsoft.com/office/drawing/2014/main" id="{245DE177-6D04-D67C-70D7-66FF81A59775}"/>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081985F8-DDAB-EDD0-AD88-2B10286F98EB}"/>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1334307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4E38C7D-9C94-A11F-4198-9C0EFADA7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871C6842-A6F1-C6D5-A521-2F55AA14BC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F70EAE8-94DE-9698-372C-A87C57F8E6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145F0F-ABEA-49D3-ADF5-B61D2DA89C31}" type="datetimeFigureOut">
              <a:rPr lang="es-CL" smtClean="0"/>
              <a:t>14-12-23</a:t>
            </a:fld>
            <a:endParaRPr lang="es-CL" dirty="0"/>
          </a:p>
        </p:txBody>
      </p:sp>
      <p:sp>
        <p:nvSpPr>
          <p:cNvPr id="5" name="Marcador de pie de página 4">
            <a:extLst>
              <a:ext uri="{FF2B5EF4-FFF2-40B4-BE49-F238E27FC236}">
                <a16:creationId xmlns:a16="http://schemas.microsoft.com/office/drawing/2014/main" id="{00F8A5A3-2011-9F99-5AE3-485EAEEC41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dirty="0"/>
          </a:p>
        </p:txBody>
      </p:sp>
      <p:sp>
        <p:nvSpPr>
          <p:cNvPr id="6" name="Marcador de número de diapositiva 5">
            <a:extLst>
              <a:ext uri="{FF2B5EF4-FFF2-40B4-BE49-F238E27FC236}">
                <a16:creationId xmlns:a16="http://schemas.microsoft.com/office/drawing/2014/main" id="{CBF4D51C-BFB7-3D36-8F5D-510A333BF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CB0801-C394-46F1-BA09-9052FD73111B}" type="slidenum">
              <a:rPr lang="es-CL" smtClean="0"/>
              <a:t>‹Nº›</a:t>
            </a:fld>
            <a:endParaRPr lang="es-CL" dirty="0"/>
          </a:p>
        </p:txBody>
      </p:sp>
    </p:spTree>
    <p:extLst>
      <p:ext uri="{BB962C8B-B14F-4D97-AF65-F5344CB8AC3E}">
        <p14:creationId xmlns:p14="http://schemas.microsoft.com/office/powerpoint/2010/main" val="823636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title"/>
          </p:nvPr>
        </p:nvSpPr>
        <p:spPr>
          <a:xfrm>
            <a:off x="411480" y="114300"/>
            <a:ext cx="4360545" cy="1943100"/>
          </a:xfrm>
        </p:spPr>
        <p:txBody>
          <a:bodyPr>
            <a:normAutofit fontScale="90000"/>
          </a:bodyPr>
          <a:lstStyle/>
          <a:p>
            <a:br>
              <a:rPr lang="es-ES" sz="1800" b="0" i="0" dirty="0">
                <a:solidFill>
                  <a:srgbClr val="000000"/>
                </a:solidFill>
                <a:effectLst/>
                <a:latin typeface="Calibri" panose="020F0502020204030204" pitchFamily="34" charset="0"/>
              </a:rPr>
            </a:br>
            <a:br>
              <a:rPr lang="es-ES" sz="1800" b="0" i="0" dirty="0">
                <a:solidFill>
                  <a:srgbClr val="000000"/>
                </a:solidFill>
                <a:effectLst/>
                <a:latin typeface="Calibri" panose="020F0502020204030204" pitchFamily="34" charset="0"/>
              </a:rPr>
            </a:br>
            <a:br>
              <a:rPr lang="es-ES" sz="1800" b="0" i="0" dirty="0">
                <a:solidFill>
                  <a:srgbClr val="000000"/>
                </a:solidFill>
                <a:effectLst/>
                <a:latin typeface="Calibri" panose="020F0502020204030204" pitchFamily="34" charset="0"/>
              </a:rPr>
            </a:br>
            <a:br>
              <a:rPr lang="es-ES" sz="1800" b="0" i="0" dirty="0">
                <a:solidFill>
                  <a:srgbClr val="000000"/>
                </a:solidFill>
                <a:effectLst/>
                <a:latin typeface="Calibri" panose="020F0502020204030204" pitchFamily="34" charset="0"/>
              </a:rPr>
            </a:br>
            <a:r>
              <a:rPr lang="es-ES" sz="1800" b="0" i="0" dirty="0">
                <a:solidFill>
                  <a:srgbClr val="000000"/>
                </a:solidFill>
                <a:effectLst/>
                <a:latin typeface="Calibri" panose="020F0502020204030204" pitchFamily="34" charset="0"/>
              </a:rPr>
              <a:t>                                </a:t>
            </a:r>
            <a:br>
              <a:rPr lang="es-ES" sz="1800" b="0" i="0" dirty="0">
                <a:solidFill>
                  <a:srgbClr val="000000"/>
                </a:solidFill>
                <a:effectLst/>
                <a:latin typeface="Calibri" panose="020F0502020204030204" pitchFamily="34" charset="0"/>
              </a:rPr>
            </a:br>
            <a:r>
              <a:rPr lang="es-ES" sz="2700" b="0" i="0" dirty="0">
                <a:solidFill>
                  <a:schemeClr val="tx1">
                    <a:lumMod val="95000"/>
                    <a:lumOff val="5000"/>
                  </a:schemeClr>
                </a:solidFill>
                <a:effectLst/>
                <a:latin typeface="Arial Black" panose="020B0A04020102020204" pitchFamily="34" charset="0"/>
                <a:ea typeface="Batang" panose="02030600000101010101" pitchFamily="18" charset="-127"/>
              </a:rPr>
              <a:t>LA GEOMETRIA EN LOS ANGULO DE DIRRECCION DE UN VEHICULO</a:t>
            </a:r>
            <a:endParaRPr lang="es-CL" dirty="0">
              <a:solidFill>
                <a:schemeClr val="tx1">
                  <a:lumMod val="95000"/>
                  <a:lumOff val="5000"/>
                </a:schemeClr>
              </a:solidFill>
              <a:latin typeface="Arial Black" panose="020B0A04020102020204" pitchFamily="34" charset="0"/>
              <a:ea typeface="Batang" panose="02030600000101010101" pitchFamily="18" charset="-127"/>
            </a:endParaRPr>
          </a:p>
        </p:txBody>
      </p:sp>
      <p:pic>
        <p:nvPicPr>
          <p:cNvPr id="7" name="Marcador de contenido 6">
            <a:extLst>
              <a:ext uri="{FF2B5EF4-FFF2-40B4-BE49-F238E27FC236}">
                <a16:creationId xmlns:a16="http://schemas.microsoft.com/office/drawing/2014/main" id="{A6322CA0-8ABC-256B-1F7C-FEB6B0EDB6BA}"/>
              </a:ext>
            </a:extLst>
          </p:cNvPr>
          <p:cNvPicPr>
            <a:picLocks noGrp="1" noChangeAspect="1"/>
          </p:cNvPicPr>
          <p:nvPr>
            <p:ph idx="1"/>
          </p:nvPr>
        </p:nvPicPr>
        <p:blipFill>
          <a:blip r:embed="rId2"/>
          <a:stretch>
            <a:fillRect/>
          </a:stretch>
        </p:blipFill>
        <p:spPr>
          <a:xfrm>
            <a:off x="5268812" y="987425"/>
            <a:ext cx="6000951" cy="4873625"/>
          </a:xfrm>
          <a:prstGeom prst="rect">
            <a:avLst/>
          </a:prstGeom>
        </p:spPr>
      </p:pic>
      <p:sp>
        <p:nvSpPr>
          <p:cNvPr id="6" name="Marcador de texto 5">
            <a:extLst>
              <a:ext uri="{FF2B5EF4-FFF2-40B4-BE49-F238E27FC236}">
                <a16:creationId xmlns:a16="http://schemas.microsoft.com/office/drawing/2014/main" id="{14707DE8-A7F0-AFD1-3FDC-C1C58A0200D4}"/>
              </a:ext>
            </a:extLst>
          </p:cNvPr>
          <p:cNvSpPr>
            <a:spLocks noGrp="1"/>
          </p:cNvSpPr>
          <p:nvPr>
            <p:ph type="body" sz="half" idx="2"/>
          </p:nvPr>
        </p:nvSpPr>
        <p:spPr>
          <a:xfrm>
            <a:off x="485617" y="2434590"/>
            <a:ext cx="4491990" cy="3811588"/>
          </a:xfrm>
        </p:spPr>
        <p:txBody>
          <a:bodyPr/>
          <a:lstStyle/>
          <a:p>
            <a:r>
              <a:rPr lang="es-ES" sz="1600" b="1" dirty="0">
                <a:latin typeface="Arial" panose="020B0604020202020204" pitchFamily="34" charset="0"/>
                <a:cs typeface="Arial" panose="020B0604020202020204" pitchFamily="34" charset="0"/>
              </a:rPr>
              <a:t>Integrantes</a:t>
            </a:r>
            <a:r>
              <a:rPr lang="es-ES" sz="1600" dirty="0">
                <a:latin typeface="Arial" panose="020B0604020202020204" pitchFamily="34" charset="0"/>
                <a:cs typeface="Arial" panose="020B0604020202020204" pitchFamily="34" charset="0"/>
              </a:rPr>
              <a:t> </a:t>
            </a:r>
            <a:r>
              <a:rPr lang="es-ES" sz="1600" b="1" dirty="0">
                <a:latin typeface="Arial" panose="020B0604020202020204" pitchFamily="34" charset="0"/>
                <a:cs typeface="Arial" panose="020B0604020202020204" pitchFamily="34" charset="0"/>
              </a:rPr>
              <a:t>:</a:t>
            </a:r>
            <a:r>
              <a:rPr lang="es-ES" sz="1600" dirty="0">
                <a:latin typeface="Arial" panose="020B0604020202020204" pitchFamily="34" charset="0"/>
                <a:cs typeface="Arial" panose="020B0604020202020204" pitchFamily="34" charset="0"/>
              </a:rPr>
              <a:t> Bastián pino, Benjamín pinto, Eliecer jara </a:t>
            </a:r>
          </a:p>
          <a:p>
            <a:r>
              <a:rPr lang="es-ES" sz="1600" dirty="0">
                <a:latin typeface="Arial" panose="020B0604020202020204" pitchFamily="34" charset="0"/>
                <a:cs typeface="Arial" panose="020B0604020202020204" pitchFamily="34" charset="0"/>
              </a:rPr>
              <a:t>             </a:t>
            </a:r>
          </a:p>
          <a:p>
            <a:r>
              <a:rPr lang="es-ES" sz="1600" b="1" dirty="0">
                <a:latin typeface="Arial" panose="020B0604020202020204" pitchFamily="34" charset="0"/>
                <a:cs typeface="Arial" panose="020B0604020202020204" pitchFamily="34" charset="0"/>
              </a:rPr>
              <a:t>Profesora </a:t>
            </a:r>
            <a:r>
              <a:rPr lang="es-ES" sz="1600" dirty="0">
                <a:latin typeface="Arial" panose="020B0604020202020204" pitchFamily="34" charset="0"/>
                <a:cs typeface="Arial" panose="020B0604020202020204" pitchFamily="34" charset="0"/>
              </a:rPr>
              <a:t> </a:t>
            </a:r>
            <a:r>
              <a:rPr lang="es-ES" sz="1600" b="1" dirty="0">
                <a:latin typeface="Arial" panose="020B0604020202020204" pitchFamily="34" charset="0"/>
                <a:cs typeface="Arial" panose="020B0604020202020204" pitchFamily="34" charset="0"/>
              </a:rPr>
              <a:t> : </a:t>
            </a:r>
            <a:r>
              <a:rPr lang="es-ES" sz="1600" dirty="0">
                <a:latin typeface="Arial" panose="020B0604020202020204" pitchFamily="34" charset="0"/>
                <a:cs typeface="Arial" panose="020B0604020202020204" pitchFamily="34" charset="0"/>
              </a:rPr>
              <a:t>Lissette Salamanca</a:t>
            </a:r>
          </a:p>
          <a:p>
            <a:endParaRPr lang="es-ES" sz="1600" dirty="0">
              <a:latin typeface="Arial" panose="020B0604020202020204" pitchFamily="34" charset="0"/>
              <a:cs typeface="Arial" panose="020B0604020202020204" pitchFamily="34" charset="0"/>
            </a:endParaRPr>
          </a:p>
          <a:p>
            <a:r>
              <a:rPr lang="es-ES" sz="1600" b="1" dirty="0">
                <a:latin typeface="Arial" panose="020B0604020202020204" pitchFamily="34" charset="0"/>
                <a:cs typeface="Arial" panose="020B0604020202020204" pitchFamily="34" charset="0"/>
              </a:rPr>
              <a:t>Asignatura</a:t>
            </a:r>
            <a:r>
              <a:rPr lang="es-ES" sz="1600" dirty="0">
                <a:latin typeface="Arial" panose="020B0604020202020204" pitchFamily="34" charset="0"/>
                <a:cs typeface="Arial" panose="020B0604020202020204" pitchFamily="34" charset="0"/>
              </a:rPr>
              <a:t>  </a:t>
            </a:r>
            <a:r>
              <a:rPr lang="es-ES" sz="1600" b="1" dirty="0">
                <a:latin typeface="Arial" panose="020B0604020202020204" pitchFamily="34" charset="0"/>
                <a:cs typeface="Arial" panose="020B0604020202020204" pitchFamily="34" charset="0"/>
              </a:rPr>
              <a:t>:</a:t>
            </a:r>
            <a:r>
              <a:rPr lang="es-ES" sz="1600" dirty="0">
                <a:latin typeface="Arial" panose="020B0604020202020204" pitchFamily="34" charset="0"/>
                <a:cs typeface="Arial" panose="020B0604020202020204" pitchFamily="34" charset="0"/>
              </a:rPr>
              <a:t> Funciones y Geometría</a:t>
            </a:r>
          </a:p>
          <a:p>
            <a:endParaRPr lang="es-ES" sz="1600" dirty="0">
              <a:latin typeface="Arial" panose="020B0604020202020204" pitchFamily="34" charset="0"/>
              <a:cs typeface="Arial" panose="020B0604020202020204" pitchFamily="34" charset="0"/>
            </a:endParaRPr>
          </a:p>
          <a:p>
            <a:r>
              <a:rPr lang="es-ES" sz="1600" b="1" dirty="0">
                <a:latin typeface="Arial" panose="020B0604020202020204" pitchFamily="34" charset="0"/>
                <a:cs typeface="Arial" panose="020B0604020202020204" pitchFamily="34" charset="0"/>
              </a:rPr>
              <a:t>Carrera</a:t>
            </a:r>
            <a:r>
              <a:rPr lang="es-ES" sz="1600" dirty="0">
                <a:latin typeface="Arial" panose="020B0604020202020204" pitchFamily="34" charset="0"/>
                <a:cs typeface="Arial" panose="020B0604020202020204" pitchFamily="34" charset="0"/>
              </a:rPr>
              <a:t>      </a:t>
            </a:r>
            <a:r>
              <a:rPr lang="es-ES" sz="1600" b="1" dirty="0">
                <a:latin typeface="Arial" panose="020B0604020202020204" pitchFamily="34" charset="0"/>
                <a:cs typeface="Arial" panose="020B0604020202020204" pitchFamily="34" charset="0"/>
              </a:rPr>
              <a:t> :</a:t>
            </a:r>
            <a:r>
              <a:rPr lang="es-ES" sz="1600" dirty="0">
                <a:latin typeface="Arial" panose="020B0604020202020204" pitchFamily="34" charset="0"/>
                <a:cs typeface="Arial" panose="020B0604020202020204" pitchFamily="34" charset="0"/>
              </a:rPr>
              <a:t> Técnico mecánica  Automotriz y     Electromovilidad</a:t>
            </a:r>
          </a:p>
          <a:p>
            <a:endParaRPr lang="es-CL" dirty="0"/>
          </a:p>
        </p:txBody>
      </p:sp>
      <p:pic>
        <p:nvPicPr>
          <p:cNvPr id="3" name="Imagen 2">
            <a:extLst>
              <a:ext uri="{FF2B5EF4-FFF2-40B4-BE49-F238E27FC236}">
                <a16:creationId xmlns:a16="http://schemas.microsoft.com/office/drawing/2014/main" id="{70950348-B643-07F1-677A-B6700D4706BD}"/>
              </a:ext>
            </a:extLst>
          </p:cNvPr>
          <p:cNvPicPr>
            <a:picLocks noChangeAspect="1"/>
          </p:cNvPicPr>
          <p:nvPr/>
        </p:nvPicPr>
        <p:blipFill>
          <a:blip r:embed="rId3"/>
          <a:stretch>
            <a:fillRect/>
          </a:stretch>
        </p:blipFill>
        <p:spPr>
          <a:xfrm>
            <a:off x="9681210" y="228600"/>
            <a:ext cx="2296568" cy="621798"/>
          </a:xfrm>
          <a:prstGeom prst="rect">
            <a:avLst/>
          </a:prstGeom>
        </p:spPr>
      </p:pic>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p:txBody>
          <a:bodyPr>
            <a:normAutofit/>
          </a:bodyPr>
          <a:lstStyle/>
          <a:p>
            <a:r>
              <a:rPr lang="es-ES" sz="3600" dirty="0"/>
              <a:t> </a:t>
            </a:r>
            <a:r>
              <a:rPr lang="es-ES" sz="3600" dirty="0">
                <a:latin typeface="+mn-lt"/>
              </a:rPr>
              <a:t>Definición del proyecto</a:t>
            </a:r>
            <a:endParaRPr lang="es-CL" sz="3600" dirty="0">
              <a:latin typeface="+mn-lt"/>
            </a:endParaRPr>
          </a:p>
        </p:txBody>
      </p:sp>
      <p:sp>
        <p:nvSpPr>
          <p:cNvPr id="11" name="Marcador de contenido 10">
            <a:extLst>
              <a:ext uri="{FF2B5EF4-FFF2-40B4-BE49-F238E27FC236}">
                <a16:creationId xmlns:a16="http://schemas.microsoft.com/office/drawing/2014/main" id="{1F07EF0D-AFBB-9402-7CAF-7D556DC2F24D}"/>
              </a:ext>
            </a:extLst>
          </p:cNvPr>
          <p:cNvSpPr>
            <a:spLocks noGrp="1"/>
          </p:cNvSpPr>
          <p:nvPr>
            <p:ph idx="1"/>
          </p:nvPr>
        </p:nvSpPr>
        <p:spPr/>
        <p:txBody>
          <a:bodyPr>
            <a:normAutofit/>
          </a:bodyPr>
          <a:lstStyle/>
          <a:p>
            <a:pPr algn="just"/>
            <a:r>
              <a:rPr lang="es-ES" dirty="0"/>
              <a:t>La geometría de los ángulos de la dirección automotriz constituye el elemento más importante para la correcta conducción de los vehículos, esta es el conjunto de parámetros, cotas y ángulos que determinan la posición de los componentes del sistema de dirección de ambos ejes del vehículo con respecto al pavimento y a la carrocería. La dirección ha de asegurar el movimiento del automóvil en un sentido prefijado en cualesquiera condiciones de carretera, a diferentes velocidades de la marcha.</a:t>
            </a:r>
            <a:endParaRPr lang="es-CL" dirty="0"/>
          </a:p>
        </p:txBody>
      </p:sp>
      <p:pic>
        <p:nvPicPr>
          <p:cNvPr id="3" name="Imagen 2">
            <a:extLst>
              <a:ext uri="{FF2B5EF4-FFF2-40B4-BE49-F238E27FC236}">
                <a16:creationId xmlns:a16="http://schemas.microsoft.com/office/drawing/2014/main" id="{4BCC821F-A25B-CCF0-DC83-66D3C9087BCF}"/>
              </a:ext>
            </a:extLst>
          </p:cNvPr>
          <p:cNvPicPr>
            <a:picLocks noChangeAspect="1"/>
          </p:cNvPicPr>
          <p:nvPr/>
        </p:nvPicPr>
        <p:blipFill>
          <a:blip r:embed="rId2"/>
          <a:stretch>
            <a:fillRect/>
          </a:stretch>
        </p:blipFill>
        <p:spPr>
          <a:xfrm>
            <a:off x="9841230" y="230188"/>
            <a:ext cx="2169920" cy="587508"/>
          </a:xfrm>
          <a:prstGeom prst="rect">
            <a:avLst/>
          </a:prstGeom>
        </p:spPr>
      </p:pic>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838200" y="365125"/>
            <a:ext cx="8728710" cy="1325563"/>
          </a:xfrm>
        </p:spPr>
        <p:txBody>
          <a:bodyPr/>
          <a:lstStyle/>
          <a:p>
            <a:r>
              <a:rPr lang="es-ES" sz="3600" dirty="0">
                <a:solidFill>
                  <a:srgbClr val="000000"/>
                </a:solidFill>
                <a:latin typeface="Calibri" panose="020F0502020204030204" pitchFamily="34" charset="0"/>
              </a:rPr>
              <a:t>Tema de investigación, nociones matemáticas y problemática a abordar</a:t>
            </a:r>
            <a:r>
              <a:rPr lang="es-ES" sz="1800" b="0" i="0" dirty="0">
                <a:solidFill>
                  <a:srgbClr val="000000"/>
                </a:solidFill>
                <a:effectLst/>
                <a:latin typeface="Calibri" panose="020F0502020204030204" pitchFamily="34" charset="0"/>
              </a:rPr>
              <a:t> </a:t>
            </a:r>
            <a:endParaRPr lang="es-CL" dirty="0"/>
          </a:p>
        </p:txBody>
      </p:sp>
      <p:sp>
        <p:nvSpPr>
          <p:cNvPr id="5" name="Marcador de contenido 4">
            <a:extLst>
              <a:ext uri="{FF2B5EF4-FFF2-40B4-BE49-F238E27FC236}">
                <a16:creationId xmlns:a16="http://schemas.microsoft.com/office/drawing/2014/main" id="{3104C1C3-5248-DD88-464D-7CBB8BB504B3}"/>
              </a:ext>
            </a:extLst>
          </p:cNvPr>
          <p:cNvSpPr>
            <a:spLocks noGrp="1"/>
          </p:cNvSpPr>
          <p:nvPr>
            <p:ph idx="1"/>
          </p:nvPr>
        </p:nvSpPr>
        <p:spPr/>
        <p:txBody>
          <a:bodyPr>
            <a:normAutofit/>
          </a:bodyPr>
          <a:lstStyle/>
          <a:p>
            <a:r>
              <a:rPr lang="es-ES" sz="2000" dirty="0"/>
              <a:t>Nuestra investigación tendrá un enfoque más concreto en los ángulos de divergencia y convergencia</a:t>
            </a:r>
          </a:p>
          <a:p>
            <a:pPr marL="0" indent="0">
              <a:buNone/>
            </a:pPr>
            <a:endParaRPr lang="es-ES" sz="2000" dirty="0"/>
          </a:p>
          <a:p>
            <a:r>
              <a:rPr lang="es-ES" sz="2000" dirty="0"/>
              <a:t>Las nociones matemáticas que implantaremos en el proyecto será la geometría </a:t>
            </a:r>
          </a:p>
          <a:p>
            <a:pPr marL="0" indent="0">
              <a:buNone/>
            </a:pPr>
            <a:endParaRPr lang="es-ES" sz="2000" dirty="0"/>
          </a:p>
          <a:p>
            <a:r>
              <a:rPr lang="es-ES" sz="2000" dirty="0"/>
              <a:t> las problemáticas que abordaremos en el proyecto serán los desajustes en los ángulos s de las ruedas, veremos a fondo por qué este problema es muy frecuente en los vehículos.</a:t>
            </a:r>
            <a:endParaRPr lang="es-CL" sz="2000" dirty="0"/>
          </a:p>
        </p:txBody>
      </p:sp>
      <p:pic>
        <p:nvPicPr>
          <p:cNvPr id="3" name="Imagen 2">
            <a:extLst>
              <a:ext uri="{FF2B5EF4-FFF2-40B4-BE49-F238E27FC236}">
                <a16:creationId xmlns:a16="http://schemas.microsoft.com/office/drawing/2014/main" id="{06B2974F-8E45-0C97-BE07-7E85852216C6}"/>
              </a:ext>
            </a:extLst>
          </p:cNvPr>
          <p:cNvPicPr>
            <a:picLocks noChangeAspect="1"/>
          </p:cNvPicPr>
          <p:nvPr/>
        </p:nvPicPr>
        <p:blipFill>
          <a:blip r:embed="rId2"/>
          <a:stretch>
            <a:fillRect/>
          </a:stretch>
        </p:blipFill>
        <p:spPr>
          <a:xfrm>
            <a:off x="9464040" y="230188"/>
            <a:ext cx="2465431" cy="667518"/>
          </a:xfrm>
          <a:prstGeom prst="rect">
            <a:avLst/>
          </a:prstGeom>
        </p:spPr>
      </p:pic>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3600" dirty="0">
                <a:latin typeface="+mn-lt"/>
              </a:rPr>
              <a:t>Objetivos  y  preguntas  de  investigación . </a:t>
            </a:r>
            <a:br>
              <a:rPr lang="es-ES" dirty="0">
                <a:latin typeface="+mn-lt"/>
              </a:rPr>
            </a:br>
            <a:endParaRPr lang="es-ES" dirty="0">
              <a:latin typeface="+mn-lt"/>
            </a:endParaRPr>
          </a:p>
        </p:txBody>
      </p:sp>
      <p:sp>
        <p:nvSpPr>
          <p:cNvPr id="3" name="2 Marcador de contenido"/>
          <p:cNvSpPr>
            <a:spLocks noGrp="1"/>
          </p:cNvSpPr>
          <p:nvPr>
            <p:ph idx="1"/>
          </p:nvPr>
        </p:nvSpPr>
        <p:spPr/>
        <p:txBody>
          <a:bodyPr>
            <a:noAutofit/>
          </a:bodyPr>
          <a:lstStyle/>
          <a:p>
            <a:pPr marL="0" indent="0">
              <a:buNone/>
            </a:pPr>
            <a:r>
              <a:rPr lang="es-ES" sz="2000" b="1" dirty="0"/>
              <a:t>Objetivos</a:t>
            </a:r>
          </a:p>
          <a:p>
            <a:r>
              <a:rPr lang="es-ES" sz="2000" dirty="0"/>
              <a:t>Identificar los valores de los  ángulos de divergencia y convergencia  de la dirección del vehículo.  </a:t>
            </a:r>
            <a:br>
              <a:rPr lang="es-ES" sz="2000" dirty="0"/>
            </a:br>
            <a:endParaRPr lang="es-ES" sz="2000" dirty="0"/>
          </a:p>
          <a:p>
            <a:r>
              <a:rPr lang="es-ES" sz="2000" dirty="0"/>
              <a:t>Aplicar la geometría para encontrar los valores de los ángulos .</a:t>
            </a:r>
          </a:p>
          <a:p>
            <a:endParaRPr lang="es-ES" sz="2000" dirty="0"/>
          </a:p>
          <a:p>
            <a:r>
              <a:rPr lang="es-ES" sz="2000" dirty="0"/>
              <a:t>Reparar los desajustes de los ángulos basándonos en el valor nominal que indica el fabricante. </a:t>
            </a:r>
          </a:p>
          <a:p>
            <a:pPr marL="0" indent="0">
              <a:buNone/>
            </a:pPr>
            <a:r>
              <a:rPr lang="es-ES" sz="2000" b="1" dirty="0"/>
              <a:t>Preguntas de Investigación</a:t>
            </a:r>
          </a:p>
          <a:p>
            <a:r>
              <a:rPr lang="es-ES" sz="2000" dirty="0"/>
              <a:t>¿Cómo la geometría es una herramienta en el sector mecánico?</a:t>
            </a:r>
          </a:p>
          <a:p>
            <a:pPr marL="0" indent="0">
              <a:buNone/>
            </a:pPr>
            <a:endParaRPr lang="es-ES" sz="2000" dirty="0"/>
          </a:p>
          <a:p>
            <a:r>
              <a:rPr lang="es-ES" sz="2000" dirty="0"/>
              <a:t>¿de que manera la geometría soluciona el desajuste de los ángulos de divergencia y convergencia?</a:t>
            </a:r>
          </a:p>
          <a:p>
            <a:pPr marL="0" indent="0">
              <a:buNone/>
            </a:pPr>
            <a:r>
              <a:rPr lang="es-ES" sz="2000" b="1" dirty="0"/>
              <a:t> </a:t>
            </a:r>
          </a:p>
        </p:txBody>
      </p:sp>
      <p:pic>
        <p:nvPicPr>
          <p:cNvPr id="4" name="Imagen 3">
            <a:extLst>
              <a:ext uri="{FF2B5EF4-FFF2-40B4-BE49-F238E27FC236}">
                <a16:creationId xmlns:a16="http://schemas.microsoft.com/office/drawing/2014/main" id="{4F246B04-EDA8-A066-6AA5-4F77F7FE1483}"/>
              </a:ext>
            </a:extLst>
          </p:cNvPr>
          <p:cNvPicPr>
            <a:picLocks noChangeAspect="1"/>
          </p:cNvPicPr>
          <p:nvPr/>
        </p:nvPicPr>
        <p:blipFill>
          <a:blip r:embed="rId2"/>
          <a:stretch>
            <a:fillRect/>
          </a:stretch>
        </p:blipFill>
        <p:spPr>
          <a:xfrm>
            <a:off x="9281160" y="230188"/>
            <a:ext cx="2634295" cy="713238"/>
          </a:xfrm>
          <a:prstGeom prst="rect">
            <a:avLst/>
          </a:prstGeom>
        </p:spPr>
      </p:pic>
    </p:spTree>
    <p:extLst>
      <p:ext uri="{BB962C8B-B14F-4D97-AF65-F5344CB8AC3E}">
        <p14:creationId xmlns:p14="http://schemas.microsoft.com/office/powerpoint/2010/main" val="1027910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3600" dirty="0">
                <a:latin typeface="+mn-lt"/>
              </a:rPr>
              <a:t>Temas  iniciales  involucrados</a:t>
            </a:r>
          </a:p>
        </p:txBody>
      </p:sp>
      <p:sp>
        <p:nvSpPr>
          <p:cNvPr id="3" name="2 Marcador de contenido"/>
          <p:cNvSpPr>
            <a:spLocks noGrp="1"/>
          </p:cNvSpPr>
          <p:nvPr>
            <p:ph idx="1"/>
          </p:nvPr>
        </p:nvSpPr>
        <p:spPr/>
        <p:txBody>
          <a:bodyPr>
            <a:normAutofit/>
          </a:bodyPr>
          <a:lstStyle/>
          <a:p>
            <a:r>
              <a:rPr lang="es-ES" dirty="0"/>
              <a:t>Sistema de dirección de un vehículo.</a:t>
            </a:r>
          </a:p>
          <a:p>
            <a:endParaRPr lang="es-ES" dirty="0"/>
          </a:p>
          <a:p>
            <a:r>
              <a:rPr lang="es-ES" dirty="0"/>
              <a:t>Los ángulos de divergencia y convergencia. </a:t>
            </a:r>
          </a:p>
          <a:p>
            <a:endParaRPr lang="es-ES" dirty="0"/>
          </a:p>
          <a:p>
            <a:r>
              <a:rPr lang="es-ES" dirty="0"/>
              <a:t>Geometría.</a:t>
            </a:r>
          </a:p>
          <a:p>
            <a:endParaRPr lang="es-ES" dirty="0"/>
          </a:p>
          <a:p>
            <a:r>
              <a:rPr lang="es-ES" dirty="0"/>
              <a:t>Causa de caída y desviación de las ruedas. </a:t>
            </a:r>
          </a:p>
        </p:txBody>
      </p:sp>
      <p:pic>
        <p:nvPicPr>
          <p:cNvPr id="4" name="Imagen 3">
            <a:extLst>
              <a:ext uri="{FF2B5EF4-FFF2-40B4-BE49-F238E27FC236}">
                <a16:creationId xmlns:a16="http://schemas.microsoft.com/office/drawing/2014/main" id="{0722D029-B40F-6F30-2B7F-2D093E561857}"/>
              </a:ext>
            </a:extLst>
          </p:cNvPr>
          <p:cNvPicPr>
            <a:picLocks noChangeAspect="1"/>
          </p:cNvPicPr>
          <p:nvPr/>
        </p:nvPicPr>
        <p:blipFill>
          <a:blip r:embed="rId2"/>
          <a:stretch>
            <a:fillRect/>
          </a:stretch>
        </p:blipFill>
        <p:spPr>
          <a:xfrm>
            <a:off x="9174700" y="230188"/>
            <a:ext cx="2822601" cy="764222"/>
          </a:xfrm>
          <a:prstGeom prst="rect">
            <a:avLst/>
          </a:prstGeom>
        </p:spPr>
      </p:pic>
    </p:spTree>
    <p:extLst>
      <p:ext uri="{BB962C8B-B14F-4D97-AF65-F5344CB8AC3E}">
        <p14:creationId xmlns:p14="http://schemas.microsoft.com/office/powerpoint/2010/main" val="102998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3600" dirty="0">
                <a:latin typeface="+mn-lt"/>
              </a:rPr>
              <a:t>Cronograma y materiales a utilizar</a:t>
            </a:r>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2995569189"/>
              </p:ext>
            </p:extLst>
          </p:nvPr>
        </p:nvGraphicFramePr>
        <p:xfrm>
          <a:off x="685800" y="1825625"/>
          <a:ext cx="10668000" cy="461394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2133600">
                  <a:extLst>
                    <a:ext uri="{9D8B030D-6E8A-4147-A177-3AD203B41FA5}">
                      <a16:colId xmlns:a16="http://schemas.microsoft.com/office/drawing/2014/main" val="20004"/>
                    </a:ext>
                  </a:extLst>
                </a:gridCol>
              </a:tblGrid>
              <a:tr h="902637">
                <a:tc>
                  <a:txBody>
                    <a:bodyPr/>
                    <a:lstStyle/>
                    <a:p>
                      <a:r>
                        <a:rPr lang="es-ES" dirty="0"/>
                        <a:t>¿Qué</a:t>
                      </a:r>
                      <a:r>
                        <a:rPr lang="es-ES" baseline="0" dirty="0"/>
                        <a:t> haremos?</a:t>
                      </a:r>
                      <a:endParaRPr lang="es-ES" dirty="0"/>
                    </a:p>
                  </a:txBody>
                  <a:tcPr/>
                </a:tc>
                <a:tc>
                  <a:txBody>
                    <a:bodyPr/>
                    <a:lstStyle/>
                    <a:p>
                      <a:r>
                        <a:rPr lang="es-ES" dirty="0"/>
                        <a:t>¿Qué resultado obtendremos</a:t>
                      </a:r>
                      <a:r>
                        <a:rPr lang="es-ES" baseline="0" dirty="0"/>
                        <a:t> ?</a:t>
                      </a:r>
                      <a:endParaRPr lang="es-ES" dirty="0"/>
                    </a:p>
                  </a:txBody>
                  <a:tcPr/>
                </a:tc>
                <a:tc>
                  <a:txBody>
                    <a:bodyPr/>
                    <a:lstStyle/>
                    <a:p>
                      <a:r>
                        <a:rPr lang="es-ES" dirty="0"/>
                        <a:t>¿Para</a:t>
                      </a:r>
                      <a:r>
                        <a:rPr lang="es-ES" baseline="0" dirty="0"/>
                        <a:t> cuando estará echo?</a:t>
                      </a:r>
                      <a:endParaRPr lang="es-ES" dirty="0"/>
                    </a:p>
                  </a:txBody>
                  <a:tcPr/>
                </a:tc>
                <a:tc>
                  <a:txBody>
                    <a:bodyPr/>
                    <a:lstStyle/>
                    <a:p>
                      <a:r>
                        <a:rPr lang="es-ES" dirty="0"/>
                        <a:t>¿Quién o quienes lo harán?</a:t>
                      </a:r>
                    </a:p>
                  </a:txBody>
                  <a:tcPr/>
                </a:tc>
                <a:tc>
                  <a:txBody>
                    <a:bodyPr/>
                    <a:lstStyle/>
                    <a:p>
                      <a:r>
                        <a:rPr lang="es-ES" dirty="0"/>
                        <a:t>¿Qué necesitaremos</a:t>
                      </a:r>
                      <a:r>
                        <a:rPr lang="es-ES" baseline="0" dirty="0"/>
                        <a:t> para hacerlo? </a:t>
                      </a:r>
                      <a:endParaRPr lang="es-ES" dirty="0"/>
                    </a:p>
                  </a:txBody>
                  <a:tcPr/>
                </a:tc>
                <a:extLst>
                  <a:ext uri="{0D108BD9-81ED-4DB2-BD59-A6C34878D82A}">
                    <a16:rowId xmlns:a16="http://schemas.microsoft.com/office/drawing/2014/main" val="10000"/>
                  </a:ext>
                </a:extLst>
              </a:tr>
              <a:tr h="902637">
                <a:tc>
                  <a:txBody>
                    <a:bodyPr/>
                    <a:lstStyle/>
                    <a:p>
                      <a:r>
                        <a:rPr lang="es-ES" baseline="0" dirty="0"/>
                        <a:t>Lanzamiento del proyecto  </a:t>
                      </a:r>
                      <a:endParaRPr lang="es-ES" dirty="0"/>
                    </a:p>
                  </a:txBody>
                  <a:tcPr/>
                </a:tc>
                <a:tc>
                  <a:txBody>
                    <a:bodyPr/>
                    <a:lstStyle/>
                    <a:p>
                      <a:r>
                        <a:rPr lang="es-ES" dirty="0"/>
                        <a:t>Dar a conocer</a:t>
                      </a:r>
                      <a:r>
                        <a:rPr lang="es-ES" baseline="0" dirty="0"/>
                        <a:t> nuestro producto </a:t>
                      </a:r>
                      <a:endParaRPr lang="es-ES" dirty="0"/>
                    </a:p>
                  </a:txBody>
                  <a:tcPr/>
                </a:tc>
                <a:tc>
                  <a:txBody>
                    <a:bodyPr/>
                    <a:lstStyle/>
                    <a:p>
                      <a:r>
                        <a:rPr lang="es-ES" dirty="0"/>
                        <a:t>17 noviembre </a:t>
                      </a:r>
                    </a:p>
                  </a:txBody>
                  <a:tcPr/>
                </a:tc>
                <a:tc>
                  <a:txBody>
                    <a:bodyPr/>
                    <a:lstStyle/>
                    <a:p>
                      <a:r>
                        <a:rPr lang="es-ES" dirty="0"/>
                        <a:t>Bastian pino</a:t>
                      </a:r>
                      <a:r>
                        <a:rPr lang="es-ES" baseline="0" dirty="0"/>
                        <a:t> </a:t>
                      </a:r>
                    </a:p>
                    <a:p>
                      <a:r>
                        <a:rPr lang="es-ES" baseline="0" dirty="0"/>
                        <a:t>Eliecer jara</a:t>
                      </a:r>
                    </a:p>
                    <a:p>
                      <a:r>
                        <a:rPr lang="es-ES" baseline="0" dirty="0"/>
                        <a:t>Benjamin Pinto</a:t>
                      </a:r>
                      <a:endParaRPr lang="es-ES" dirty="0"/>
                    </a:p>
                  </a:txBody>
                  <a:tcPr/>
                </a:tc>
                <a:tc>
                  <a:txBody>
                    <a:bodyPr/>
                    <a:lstStyle/>
                    <a:p>
                      <a:r>
                        <a:rPr lang="es-ES" dirty="0"/>
                        <a:t>Información</a:t>
                      </a:r>
                      <a:r>
                        <a:rPr lang="es-ES" baseline="0" dirty="0"/>
                        <a:t>  y ppt</a:t>
                      </a:r>
                      <a:endParaRPr lang="es-ES" dirty="0"/>
                    </a:p>
                  </a:txBody>
                  <a:tcPr/>
                </a:tc>
                <a:extLst>
                  <a:ext uri="{0D108BD9-81ED-4DB2-BD59-A6C34878D82A}">
                    <a16:rowId xmlns:a16="http://schemas.microsoft.com/office/drawing/2014/main" val="10001"/>
                  </a:ext>
                </a:extLst>
              </a:tr>
              <a:tr h="902637">
                <a:tc>
                  <a:txBody>
                    <a:bodyPr/>
                    <a:lstStyle/>
                    <a:p>
                      <a:r>
                        <a:rPr lang="es-ES" dirty="0"/>
                        <a:t>Uso</a:t>
                      </a:r>
                      <a:r>
                        <a:rPr lang="es-ES" baseline="0" dirty="0"/>
                        <a:t> de evidencias </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Datos para compararlos con la información del fabricante </a:t>
                      </a:r>
                    </a:p>
                    <a:p>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6 dic iembre</a:t>
                      </a:r>
                    </a:p>
                    <a:p>
                      <a:endParaRPr lang="es-ES" dirty="0"/>
                    </a:p>
                  </a:txBody>
                  <a:tcPr/>
                </a:tc>
                <a:tc>
                  <a:txBody>
                    <a:bodyPr/>
                    <a:lstStyle/>
                    <a:p>
                      <a:r>
                        <a:rPr lang="es-ES" dirty="0"/>
                        <a:t>Bastian pino </a:t>
                      </a:r>
                    </a:p>
                    <a:p>
                      <a:r>
                        <a:rPr lang="es-ES" dirty="0"/>
                        <a:t>Eliecer</a:t>
                      </a:r>
                      <a:r>
                        <a:rPr lang="es-ES" baseline="0" dirty="0"/>
                        <a:t> jara </a:t>
                      </a:r>
                    </a:p>
                    <a:p>
                      <a:r>
                        <a:rPr lang="es-ES" baseline="0" dirty="0"/>
                        <a:t>Benjamin pinto </a:t>
                      </a:r>
                      <a:endParaRPr lang="es-ES" dirty="0"/>
                    </a:p>
                    <a:p>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Geometría</a:t>
                      </a:r>
                      <a:r>
                        <a:rPr lang="es-ES" baseline="0" dirty="0"/>
                        <a:t> y herramientas básicas.</a:t>
                      </a:r>
                      <a:endParaRPr lang="es-ES" dirty="0"/>
                    </a:p>
                    <a:p>
                      <a:endParaRPr lang="es-ES" dirty="0"/>
                    </a:p>
                  </a:txBody>
                  <a:tcPr/>
                </a:tc>
                <a:extLst>
                  <a:ext uri="{0D108BD9-81ED-4DB2-BD59-A6C34878D82A}">
                    <a16:rowId xmlns:a16="http://schemas.microsoft.com/office/drawing/2014/main" val="10002"/>
                  </a:ext>
                </a:extLst>
              </a:tr>
              <a:tr h="1333863">
                <a:tc>
                  <a:txBody>
                    <a:bodyPr/>
                    <a:lstStyle/>
                    <a:p>
                      <a:r>
                        <a:rPr lang="es-ES" dirty="0"/>
                        <a:t>Presentar el proyecto</a:t>
                      </a:r>
                    </a:p>
                  </a:txBody>
                  <a:tcPr/>
                </a:tc>
                <a:tc>
                  <a:txBody>
                    <a:bodyPr/>
                    <a:lstStyle/>
                    <a:p>
                      <a:r>
                        <a:rPr lang="es-ES" dirty="0"/>
                        <a:t>Presentar</a:t>
                      </a:r>
                      <a:r>
                        <a:rPr lang="es-ES" baseline="0" dirty="0"/>
                        <a:t> el funcionamiento de nuestro producto </a:t>
                      </a:r>
                      <a:endParaRPr lang="es-ES" dirty="0"/>
                    </a:p>
                  </a:txBody>
                  <a:tcPr/>
                </a:tc>
                <a:tc>
                  <a:txBody>
                    <a:bodyPr/>
                    <a:lstStyle/>
                    <a:p>
                      <a:r>
                        <a:rPr lang="es-ES" dirty="0"/>
                        <a:t>14 diciembre </a:t>
                      </a:r>
                    </a:p>
                  </a:txBody>
                  <a:tcPr/>
                </a:tc>
                <a:tc>
                  <a:txBody>
                    <a:bodyPr/>
                    <a:lstStyle/>
                    <a:p>
                      <a:r>
                        <a:rPr lang="es-ES" dirty="0"/>
                        <a:t>Bastian pino</a:t>
                      </a:r>
                    </a:p>
                    <a:p>
                      <a:r>
                        <a:rPr lang="es-ES" dirty="0"/>
                        <a:t>Eliecer jara </a:t>
                      </a:r>
                    </a:p>
                    <a:p>
                      <a:r>
                        <a:rPr lang="es-ES" dirty="0"/>
                        <a:t>Benjamin</a:t>
                      </a:r>
                      <a:r>
                        <a:rPr lang="es-ES" baseline="0" dirty="0"/>
                        <a:t> pinto </a:t>
                      </a:r>
                      <a:endParaRPr lang="es-ES" dirty="0"/>
                    </a:p>
                  </a:txBody>
                  <a:tcPr/>
                </a:tc>
                <a:tc>
                  <a:txBody>
                    <a:bodyPr/>
                    <a:lstStyle/>
                    <a:p>
                      <a:endParaRPr lang="es-ES" dirty="0"/>
                    </a:p>
                    <a:p>
                      <a:r>
                        <a:rPr lang="es-ES" dirty="0"/>
                        <a:t>Trabajar en</a:t>
                      </a:r>
                      <a:r>
                        <a:rPr lang="es-ES" baseline="0" dirty="0"/>
                        <a:t> el vehículo aplicando la geometría .</a:t>
                      </a:r>
                      <a:endParaRPr lang="es-ES" dirty="0"/>
                    </a:p>
                  </a:txBody>
                  <a:tcPr/>
                </a:tc>
                <a:extLst>
                  <a:ext uri="{0D108BD9-81ED-4DB2-BD59-A6C34878D82A}">
                    <a16:rowId xmlns:a16="http://schemas.microsoft.com/office/drawing/2014/main" val="10003"/>
                  </a:ext>
                </a:extLst>
              </a:tr>
            </a:tbl>
          </a:graphicData>
        </a:graphic>
      </p:graphicFrame>
      <p:pic>
        <p:nvPicPr>
          <p:cNvPr id="3" name="Imagen 2">
            <a:extLst>
              <a:ext uri="{FF2B5EF4-FFF2-40B4-BE49-F238E27FC236}">
                <a16:creationId xmlns:a16="http://schemas.microsoft.com/office/drawing/2014/main" id="{BF004CFD-B60B-86C1-0C0A-07C57D00D2A5}"/>
              </a:ext>
            </a:extLst>
          </p:cNvPr>
          <p:cNvPicPr>
            <a:picLocks noChangeAspect="1"/>
          </p:cNvPicPr>
          <p:nvPr/>
        </p:nvPicPr>
        <p:blipFill>
          <a:blip r:embed="rId2"/>
          <a:stretch>
            <a:fillRect/>
          </a:stretch>
        </p:blipFill>
        <p:spPr>
          <a:xfrm>
            <a:off x="9246870" y="230188"/>
            <a:ext cx="2651760" cy="717967"/>
          </a:xfrm>
          <a:prstGeom prst="rect">
            <a:avLst/>
          </a:prstGeom>
        </p:spPr>
      </p:pic>
    </p:spTree>
    <p:extLst>
      <p:ext uri="{BB962C8B-B14F-4D97-AF65-F5344CB8AC3E}">
        <p14:creationId xmlns:p14="http://schemas.microsoft.com/office/powerpoint/2010/main" val="3269901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0593AE9-C5F6-78EF-33C7-AB4011B1A137}"/>
              </a:ext>
            </a:extLst>
          </p:cNvPr>
          <p:cNvSpPr>
            <a:spLocks noGrp="1"/>
          </p:cNvSpPr>
          <p:nvPr>
            <p:ph type="title"/>
          </p:nvPr>
        </p:nvSpPr>
        <p:spPr>
          <a:xfrm>
            <a:off x="640080" y="325369"/>
            <a:ext cx="4368602" cy="1956841"/>
          </a:xfrm>
        </p:spPr>
        <p:txBody>
          <a:bodyPr anchor="b">
            <a:normAutofit/>
          </a:bodyPr>
          <a:lstStyle/>
          <a:p>
            <a:r>
              <a:rPr lang="en-US" sz="3400"/>
              <a:t>La necesidad de incorporar herramientas tecnologicas </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93E0A59-DCD5-F388-0A12-56311A3E83DD}"/>
              </a:ext>
            </a:extLst>
          </p:cNvPr>
          <p:cNvSpPr>
            <a:spLocks noGrp="1"/>
          </p:cNvSpPr>
          <p:nvPr>
            <p:ph idx="1"/>
          </p:nvPr>
        </p:nvSpPr>
        <p:spPr>
          <a:xfrm>
            <a:off x="640080" y="2872899"/>
            <a:ext cx="4243589" cy="3320668"/>
          </a:xfrm>
        </p:spPr>
        <p:txBody>
          <a:bodyPr>
            <a:normAutofit lnSpcReduction="10000"/>
          </a:bodyPr>
          <a:lstStyle/>
          <a:p>
            <a:pPr algn="just">
              <a:lnSpc>
                <a:spcPct val="150000"/>
              </a:lnSpc>
            </a:pPr>
            <a:r>
              <a:rPr lang="es-419" sz="1600" b="0" i="0" dirty="0">
                <a:solidFill>
                  <a:srgbClr val="000000"/>
                </a:solidFill>
                <a:effectLst/>
                <a:latin typeface="Tahoma" panose="020B0604030504040204" pitchFamily="34" charset="0"/>
              </a:rPr>
              <a:t>La necesidad de tener herramientas tecnológicas, estas máquinas alineadoras y de cuadraje se encargan de hacer los cálculos y contener todas las especificaciones de cada vehículo indicado por sus fabricantes, además de herramientas básicas para poder regular las deferentes piezas del Sistema de dirección</a:t>
            </a:r>
            <a:endParaRPr lang="en-US" sz="2200" dirty="0"/>
          </a:p>
        </p:txBody>
      </p:sp>
      <p:pic>
        <p:nvPicPr>
          <p:cNvPr id="5" name="Imagen 4" descr="Texto, Pizarra&#10;&#10;Descripción generada automáticamente">
            <a:extLst>
              <a:ext uri="{FF2B5EF4-FFF2-40B4-BE49-F238E27FC236}">
                <a16:creationId xmlns:a16="http://schemas.microsoft.com/office/drawing/2014/main" id="{C598EB32-84B7-4C16-0B15-F34989561834}"/>
              </a:ext>
            </a:extLst>
          </p:cNvPr>
          <p:cNvPicPr>
            <a:picLocks noChangeAspect="1"/>
          </p:cNvPicPr>
          <p:nvPr/>
        </p:nvPicPr>
        <p:blipFill rotWithShape="1">
          <a:blip r:embed="rId2">
            <a:extLst>
              <a:ext uri="{28A0092B-C50C-407E-A947-70E740481C1C}">
                <a14:useLocalDpi xmlns:a14="http://schemas.microsoft.com/office/drawing/2010/main" val="0"/>
              </a:ext>
            </a:extLst>
          </a:blip>
          <a:srcRect t="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205513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6F041-935F-D224-E870-B67E3AF9BF3A}"/>
              </a:ext>
            </a:extLst>
          </p:cNvPr>
          <p:cNvSpPr>
            <a:spLocks noGrp="1"/>
          </p:cNvSpPr>
          <p:nvPr>
            <p:ph type="title"/>
          </p:nvPr>
        </p:nvSpPr>
        <p:spPr/>
        <p:txBody>
          <a:bodyPr>
            <a:normAutofit fontScale="90000"/>
          </a:bodyPr>
          <a:lstStyle/>
          <a:p>
            <a:r>
              <a:rPr lang="es-ES" sz="4000" dirty="0"/>
              <a:t>¿Cómo la geometría es una herramienta en el sector mecánico?</a:t>
            </a:r>
            <a:br>
              <a:rPr lang="es-ES" sz="4400" dirty="0"/>
            </a:br>
            <a:endParaRPr lang="en-US" dirty="0"/>
          </a:p>
        </p:txBody>
      </p:sp>
      <p:sp>
        <p:nvSpPr>
          <p:cNvPr id="3" name="Marcador de contenido 2">
            <a:extLst>
              <a:ext uri="{FF2B5EF4-FFF2-40B4-BE49-F238E27FC236}">
                <a16:creationId xmlns:a16="http://schemas.microsoft.com/office/drawing/2014/main" id="{5894209D-4FF8-73C1-BB34-AF13CCF0B0EF}"/>
              </a:ext>
            </a:extLst>
          </p:cNvPr>
          <p:cNvSpPr>
            <a:spLocks noGrp="1"/>
          </p:cNvSpPr>
          <p:nvPr>
            <p:ph idx="1"/>
          </p:nvPr>
        </p:nvSpPr>
        <p:spPr>
          <a:xfrm>
            <a:off x="838200" y="1835784"/>
            <a:ext cx="10515600" cy="4910455"/>
          </a:xfrm>
        </p:spPr>
        <p:txBody>
          <a:bodyPr>
            <a:noAutofit/>
          </a:bodyPr>
          <a:lstStyle/>
          <a:p>
            <a:pPr algn="just">
              <a:lnSpc>
                <a:spcPct val="150000"/>
              </a:lnSpc>
            </a:pPr>
            <a:r>
              <a:rPr lang="es-ES" sz="1800" dirty="0"/>
              <a:t> </a:t>
            </a:r>
            <a:r>
              <a:rPr lang="es-ES" sz="2000" dirty="0"/>
              <a:t>la geometría es una herramienta esencial en el sector mecánico, ya que permite definir, analizar y optimizar las formas y dimensiones de los componentes, garantizando un rendimiento eficiente y preciso de los sistemas mecánicos tales como.</a:t>
            </a:r>
          </a:p>
          <a:p>
            <a:pPr algn="just">
              <a:lnSpc>
                <a:spcPct val="150000"/>
              </a:lnSpc>
            </a:pPr>
            <a:r>
              <a:rPr lang="en-US" sz="2000" i="0" dirty="0" err="1">
                <a:effectLst/>
              </a:rPr>
              <a:t>Diseño</a:t>
            </a:r>
            <a:r>
              <a:rPr lang="en-US" sz="2000" i="0" dirty="0">
                <a:effectLst/>
              </a:rPr>
              <a:t> de </a:t>
            </a:r>
            <a:r>
              <a:rPr lang="en-US" sz="2000" i="0" dirty="0" err="1">
                <a:effectLst/>
              </a:rPr>
              <a:t>Componentes</a:t>
            </a:r>
            <a:r>
              <a:rPr lang="en-US" sz="2000" i="0" dirty="0">
                <a:effectLst/>
              </a:rPr>
              <a:t> </a:t>
            </a:r>
            <a:r>
              <a:rPr lang="en-US" sz="2000" i="0" dirty="0" err="1">
                <a:effectLst/>
              </a:rPr>
              <a:t>Mecánicos</a:t>
            </a:r>
            <a:r>
              <a:rPr lang="en-US" sz="2000" dirty="0"/>
              <a:t>                                - </a:t>
            </a:r>
            <a:r>
              <a:rPr lang="en-US" sz="2000" i="0" dirty="0" err="1">
                <a:effectLst/>
              </a:rPr>
              <a:t>Tolerancias</a:t>
            </a:r>
            <a:r>
              <a:rPr lang="en-US" sz="2000" i="0" dirty="0">
                <a:effectLst/>
              </a:rPr>
              <a:t> </a:t>
            </a:r>
            <a:r>
              <a:rPr lang="en-US" sz="2000" i="0" dirty="0" err="1">
                <a:effectLst/>
              </a:rPr>
              <a:t>Dimensionales</a:t>
            </a:r>
            <a:r>
              <a:rPr lang="en-US" sz="2000" i="0" dirty="0">
                <a:effectLst/>
              </a:rPr>
              <a:t> y Ge</a:t>
            </a:r>
          </a:p>
          <a:p>
            <a:pPr algn="just">
              <a:lnSpc>
                <a:spcPct val="150000"/>
              </a:lnSpc>
            </a:pPr>
            <a:r>
              <a:rPr lang="es-ES" sz="2000" i="0" dirty="0">
                <a:effectLst/>
              </a:rPr>
              <a:t>Análisis de Esfuerzos y Deformaciones</a:t>
            </a:r>
            <a:r>
              <a:rPr lang="en-US" sz="2000" i="0" dirty="0" err="1">
                <a:effectLst/>
              </a:rPr>
              <a:t>ométrica</a:t>
            </a:r>
            <a:r>
              <a:rPr lang="en-US" sz="2000" i="0" dirty="0">
                <a:effectLst/>
              </a:rPr>
              <a:t>            - </a:t>
            </a:r>
            <a:r>
              <a:rPr lang="en-US" sz="2000" i="0" dirty="0" err="1">
                <a:effectLst/>
              </a:rPr>
              <a:t>Dinámica</a:t>
            </a:r>
            <a:r>
              <a:rPr lang="en-US" sz="2000" i="0" dirty="0">
                <a:effectLst/>
              </a:rPr>
              <a:t> y </a:t>
            </a:r>
            <a:r>
              <a:rPr lang="en-US" sz="2000" i="0" dirty="0" err="1">
                <a:effectLst/>
              </a:rPr>
              <a:t>Cinemática</a:t>
            </a:r>
            <a:endParaRPr lang="en-US" sz="2000" dirty="0"/>
          </a:p>
          <a:p>
            <a:pPr algn="just">
              <a:lnSpc>
                <a:spcPct val="150000"/>
              </a:lnSpc>
            </a:pPr>
            <a:r>
              <a:rPr lang="es-ES" sz="2000" i="0" dirty="0">
                <a:effectLst/>
              </a:rPr>
              <a:t>Diseño de Engranajes y Mecanismos</a:t>
            </a:r>
            <a:r>
              <a:rPr lang="en-US" sz="2000" dirty="0"/>
              <a:t>                               - </a:t>
            </a:r>
            <a:r>
              <a:rPr lang="en-US" sz="2000" i="0" dirty="0" err="1">
                <a:effectLst/>
              </a:rPr>
              <a:t>Modelado</a:t>
            </a:r>
            <a:r>
              <a:rPr lang="en-US" sz="2000" i="0" dirty="0">
                <a:effectLst/>
              </a:rPr>
              <a:t> y </a:t>
            </a:r>
            <a:r>
              <a:rPr lang="en-US" sz="2000" i="0" dirty="0" err="1">
                <a:effectLst/>
              </a:rPr>
              <a:t>Simulación</a:t>
            </a:r>
            <a:endParaRPr lang="en-US" sz="2000" i="0" dirty="0">
              <a:effectLst/>
            </a:endParaRPr>
          </a:p>
          <a:p>
            <a:pPr algn="just">
              <a:lnSpc>
                <a:spcPct val="150000"/>
              </a:lnSpc>
            </a:pPr>
            <a:r>
              <a:rPr lang="es-ES" sz="2000" i="0" dirty="0">
                <a:effectLst/>
              </a:rPr>
              <a:t>Metrología y Control de Calidad                                       - </a:t>
            </a:r>
            <a:r>
              <a:rPr lang="en-US" sz="2000" i="0" dirty="0" err="1">
                <a:effectLst/>
              </a:rPr>
              <a:t>Optimización</a:t>
            </a:r>
            <a:r>
              <a:rPr lang="en-US" sz="2000" i="0" dirty="0">
                <a:effectLst/>
              </a:rPr>
              <a:t> de </a:t>
            </a:r>
            <a:r>
              <a:rPr lang="en-US" sz="2000" i="0" dirty="0" err="1">
                <a:effectLst/>
              </a:rPr>
              <a:t>Estructuras</a:t>
            </a:r>
            <a:endParaRPr lang="en-US" sz="2000" dirty="0"/>
          </a:p>
        </p:txBody>
      </p:sp>
    </p:spTree>
    <p:extLst>
      <p:ext uri="{BB962C8B-B14F-4D97-AF65-F5344CB8AC3E}">
        <p14:creationId xmlns:p14="http://schemas.microsoft.com/office/powerpoint/2010/main" val="2411398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73D078-DB49-60E1-B336-8D284D8F6DDA}"/>
              </a:ext>
            </a:extLst>
          </p:cNvPr>
          <p:cNvSpPr>
            <a:spLocks noGrp="1"/>
          </p:cNvSpPr>
          <p:nvPr>
            <p:ph type="title"/>
          </p:nvPr>
        </p:nvSpPr>
        <p:spPr>
          <a:xfrm>
            <a:off x="838200" y="913765"/>
            <a:ext cx="10515600" cy="1325563"/>
          </a:xfrm>
        </p:spPr>
        <p:txBody>
          <a:bodyPr>
            <a:normAutofit fontScale="90000"/>
          </a:bodyPr>
          <a:lstStyle/>
          <a:p>
            <a:r>
              <a:rPr lang="es-ES" sz="4000" dirty="0"/>
              <a:t>¿de qué manera la geometría soluciona el desajuste de los ángulos de divergencia y convergencia?</a:t>
            </a:r>
            <a:br>
              <a:rPr lang="es-ES" sz="4400" dirty="0"/>
            </a:br>
            <a:r>
              <a:rPr lang="es-ES" sz="4400" b="1" dirty="0"/>
              <a:t> </a:t>
            </a:r>
            <a:br>
              <a:rPr lang="es-ES" sz="4400" b="1" dirty="0"/>
            </a:br>
            <a:endParaRPr lang="en-US" dirty="0"/>
          </a:p>
        </p:txBody>
      </p:sp>
      <p:sp>
        <p:nvSpPr>
          <p:cNvPr id="3" name="Marcador de contenido 2">
            <a:extLst>
              <a:ext uri="{FF2B5EF4-FFF2-40B4-BE49-F238E27FC236}">
                <a16:creationId xmlns:a16="http://schemas.microsoft.com/office/drawing/2014/main" id="{7FB5D99E-D1A4-3B79-F684-CF2904BECDF5}"/>
              </a:ext>
            </a:extLst>
          </p:cNvPr>
          <p:cNvSpPr>
            <a:spLocks noGrp="1"/>
          </p:cNvSpPr>
          <p:nvPr>
            <p:ph idx="1"/>
          </p:nvPr>
        </p:nvSpPr>
        <p:spPr/>
        <p:txBody>
          <a:bodyPr>
            <a:normAutofit fontScale="92500" lnSpcReduction="10000"/>
          </a:bodyPr>
          <a:lstStyle/>
          <a:p>
            <a:pPr algn="just">
              <a:lnSpc>
                <a:spcPct val="150000"/>
              </a:lnSpc>
            </a:pPr>
            <a:r>
              <a:rPr lang="es-ES" sz="2400" dirty="0"/>
              <a:t>La geometría en sí misma no resuelve directamente desajustes de ángulos de convergencia y divergencia. Sin embargo, en el contexto de la geometría óptica, se pueden aplicar principios geométricos para entender y corregir problemas relacionados con la formación de imágenes en sistemas ópticos, como lentes y espejos. La ley de reflexión y la ley de refracción son ejemplos de principios geométricos utilizados en este ámbito. La corrección de desajustes puede requerir ajustes en la forma y posición de los elementos ópticos para abordar aberraciones ópticas. En resumen, la geometría óptica emplea principios geométricos para resolver problemas específicos asociados con la convergencia y divergencia de rayos de luz en sistemas ópticos.</a:t>
            </a:r>
            <a:endParaRPr lang="en-US" sz="2400" dirty="0"/>
          </a:p>
        </p:txBody>
      </p:sp>
    </p:spTree>
    <p:extLst>
      <p:ext uri="{BB962C8B-B14F-4D97-AF65-F5344CB8AC3E}">
        <p14:creationId xmlns:p14="http://schemas.microsoft.com/office/powerpoint/2010/main" val="925346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2AE2C8-6EA5-B0F1-4604-BB96CE6708D7}"/>
              </a:ext>
            </a:extLst>
          </p:cNvPr>
          <p:cNvSpPr>
            <a:spLocks noGrp="1"/>
          </p:cNvSpPr>
          <p:nvPr>
            <p:ph type="title"/>
          </p:nvPr>
        </p:nvSpPr>
        <p:spPr/>
        <p:txBody>
          <a:bodyPr/>
          <a:lstStyle/>
          <a:p>
            <a:r>
              <a:rPr lang="en-US" dirty="0"/>
              <a:t>¿Como se Alinea un </a:t>
            </a:r>
            <a:r>
              <a:rPr lang="en-US" dirty="0" err="1"/>
              <a:t>vehiculo</a:t>
            </a:r>
            <a:r>
              <a:rPr lang="en-US" dirty="0"/>
              <a:t>?</a:t>
            </a:r>
          </a:p>
        </p:txBody>
      </p:sp>
      <p:sp>
        <p:nvSpPr>
          <p:cNvPr id="3" name="Marcador de contenido 2">
            <a:extLst>
              <a:ext uri="{FF2B5EF4-FFF2-40B4-BE49-F238E27FC236}">
                <a16:creationId xmlns:a16="http://schemas.microsoft.com/office/drawing/2014/main" id="{C1EA989A-B0A0-ECEF-C944-B457980F4D10}"/>
              </a:ext>
            </a:extLst>
          </p:cNvPr>
          <p:cNvSpPr>
            <a:spLocks noGrp="1"/>
          </p:cNvSpPr>
          <p:nvPr>
            <p:ph idx="1"/>
          </p:nvPr>
        </p:nvSpPr>
        <p:spPr/>
        <p:txBody>
          <a:bodyPr>
            <a:normAutofit/>
          </a:bodyPr>
          <a:lstStyle/>
          <a:p>
            <a:pPr algn="just">
              <a:lnSpc>
                <a:spcPct val="150000"/>
              </a:lnSpc>
            </a:pPr>
            <a:r>
              <a:rPr lang="es-419" dirty="0"/>
              <a:t>En la mayoría de los casos los talleres más especializados tienen máquinas alineadoras y cuadraje, ya que las máquinas se encargan de dar todos los datos al mecánico para que pueda alinear y cuadrar con las especificaciones del fabricante en otros talleres utilizan un método ortodoxo que es más al ojo, donde el mecánico decide si está alineado, esto se hace con un hilo con un nudo en el medio</a:t>
            </a:r>
            <a:endParaRPr lang="en-US" dirty="0"/>
          </a:p>
        </p:txBody>
      </p:sp>
    </p:spTree>
    <p:extLst>
      <p:ext uri="{BB962C8B-B14F-4D97-AF65-F5344CB8AC3E}">
        <p14:creationId xmlns:p14="http://schemas.microsoft.com/office/powerpoint/2010/main" val="2500615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1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1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1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1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2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Isosceles Triangle 22">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Marcador de contenido 7" descr="Tabla&#10;&#10;Descripción generada automáticamente">
            <a:extLst>
              <a:ext uri="{FF2B5EF4-FFF2-40B4-BE49-F238E27FC236}">
                <a16:creationId xmlns:a16="http://schemas.microsoft.com/office/drawing/2014/main" id="{A3C23B93-C1FB-57B1-DB4D-87478E4E5AF9}"/>
              </a:ext>
            </a:extLst>
          </p:cNvPr>
          <p:cNvPicPr>
            <a:picLocks noGrp="1" noChangeAspect="1"/>
          </p:cNvPicPr>
          <p:nvPr>
            <p:ph idx="1"/>
          </p:nvPr>
        </p:nvPicPr>
        <p:blipFill>
          <a:blip r:embed="rId2"/>
          <a:stretch>
            <a:fillRect/>
          </a:stretch>
        </p:blipFill>
        <p:spPr>
          <a:xfrm>
            <a:off x="643467" y="1752346"/>
            <a:ext cx="10905066" cy="3845814"/>
          </a:xfrm>
          <a:prstGeom prst="rect">
            <a:avLst/>
          </a:prstGeom>
          <a:ln>
            <a:noFill/>
          </a:ln>
        </p:spPr>
      </p:pic>
      <p:sp>
        <p:nvSpPr>
          <p:cNvPr id="49" name="Isosceles Triangle 2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3036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82FFB6-AEB9-25BF-42AE-8E2D0E68108C}"/>
              </a:ext>
            </a:extLst>
          </p:cNvPr>
          <p:cNvSpPr>
            <a:spLocks noGrp="1"/>
          </p:cNvSpPr>
          <p:nvPr>
            <p:ph type="title"/>
          </p:nvPr>
        </p:nvSpPr>
        <p:spPr/>
        <p:txBody>
          <a:bodyPr/>
          <a:lstStyle/>
          <a:p>
            <a:endParaRPr lang="es-419"/>
          </a:p>
        </p:txBody>
      </p:sp>
      <p:pic>
        <p:nvPicPr>
          <p:cNvPr id="4" name="Marcador de contenido 3">
            <a:extLst>
              <a:ext uri="{FF2B5EF4-FFF2-40B4-BE49-F238E27FC236}">
                <a16:creationId xmlns:a16="http://schemas.microsoft.com/office/drawing/2014/main" id="{9B8C8AA3-181C-BDEC-741E-CB611A28823F}"/>
              </a:ext>
            </a:extLst>
          </p:cNvPr>
          <p:cNvPicPr>
            <a:picLocks noGrp="1" noChangeAspect="1"/>
          </p:cNvPicPr>
          <p:nvPr>
            <p:ph idx="1"/>
          </p:nvPr>
        </p:nvPicPr>
        <p:blipFill>
          <a:blip r:embed="rId2"/>
          <a:stretch>
            <a:fillRect/>
          </a:stretch>
        </p:blipFill>
        <p:spPr>
          <a:xfrm>
            <a:off x="1761368" y="2827712"/>
            <a:ext cx="8669263" cy="2347163"/>
          </a:xfrm>
          <a:prstGeom prst="rect">
            <a:avLst/>
          </a:prstGeom>
        </p:spPr>
      </p:pic>
    </p:spTree>
    <p:extLst>
      <p:ext uri="{BB962C8B-B14F-4D97-AF65-F5344CB8AC3E}">
        <p14:creationId xmlns:p14="http://schemas.microsoft.com/office/powerpoint/2010/main" val="267148417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customXml/itemProps2.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3.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470</TotalTime>
  <Words>777</Words>
  <Application>Microsoft Macintosh PowerPoint</Application>
  <PresentationFormat>Panorámica</PresentationFormat>
  <Paragraphs>75</Paragraphs>
  <Slides>12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Batang</vt:lpstr>
      <vt:lpstr>Arial</vt:lpstr>
      <vt:lpstr>Arial Black</vt:lpstr>
      <vt:lpstr>Calibri</vt:lpstr>
      <vt:lpstr>Calibri Light</vt:lpstr>
      <vt:lpstr>Tahoma</vt:lpstr>
      <vt:lpstr>Tema de Office</vt:lpstr>
      <vt:lpstr>                                     LA GEOMETRIA EN LOS ANGULO DE DIRRECCION DE UN VEHICULO</vt:lpstr>
      <vt:lpstr> Definición del proyecto</vt:lpstr>
      <vt:lpstr>Tema de investigación, nociones matemáticas y problemática a abordar </vt:lpstr>
      <vt:lpstr>Objetivos  y  preguntas  de  investigación .  </vt:lpstr>
      <vt:lpstr>Temas  iniciales  involucrados</vt:lpstr>
      <vt:lpstr>Cronograma y materiales a utilizar</vt:lpstr>
      <vt:lpstr>La necesidad de incorporar herramientas tecnologicas </vt:lpstr>
      <vt:lpstr>¿Cómo la geometría es una herramienta en el sector mecánico? </vt:lpstr>
      <vt:lpstr>¿de qué manera la geometría soluciona el desajuste de los ángulos de divergencia y convergencia?   </vt:lpstr>
      <vt:lpstr>¿Como se Alinea un vehiculo?</vt:lpstr>
      <vt:lpstr>Presentación de PowerPoint</vt:lpstr>
      <vt:lpstr>Presentación de PowerPoint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LISSETTE ANDREA SALAMANCA MELLA</cp:lastModifiedBy>
  <cp:revision>26</cp:revision>
  <dcterms:created xsi:type="dcterms:W3CDTF">2023-08-31T16:26:40Z</dcterms:created>
  <dcterms:modified xsi:type="dcterms:W3CDTF">2023-12-14T20:22:02Z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