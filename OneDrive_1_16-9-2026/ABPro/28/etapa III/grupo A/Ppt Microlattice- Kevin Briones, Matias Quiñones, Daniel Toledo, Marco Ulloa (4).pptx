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comments/comment2.xml" ContentType="application/vnd.openxmlformats-officedocument.presentationml.comments+xml"/>
  <Override PartName="/ppt/comments/comment3.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Lst>
  <p:notesMasterIdLst>
    <p:notesMasterId r:id="rId20"/>
  </p:notesMasterIdLst>
  <p:sldIdLst>
    <p:sldId id="256" r:id="rId5"/>
    <p:sldId id="257" r:id="rId6"/>
    <p:sldId id="258" r:id="rId7"/>
    <p:sldId id="259" r:id="rId8"/>
    <p:sldId id="260" r:id="rId9"/>
    <p:sldId id="262" r:id="rId10"/>
    <p:sldId id="263" r:id="rId11"/>
    <p:sldId id="264" r:id="rId12"/>
    <p:sldId id="267" r:id="rId13"/>
    <p:sldId id="265" r:id="rId14"/>
    <p:sldId id="266" r:id="rId15"/>
    <p:sldId id="268" r:id="rId16"/>
    <p:sldId id="269" r:id="rId17"/>
    <p:sldId id="270"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5" clrIdx="0">
    <p:extLst>
      <p:ext uri="{19B8F6BF-5375-455C-9EA6-DF929625EA0E}">
        <p15:presenceInfo xmlns:p15="http://schemas.microsoft.com/office/powerpoint/2012/main" userId="S::lissette.salamanca@inacapmail.cl::e8cae1b9-6bd0-45e5-8679-6c0a2293f1a4" providerId="AD"/>
      </p:ext>
    </p:extLst>
  </p:cmAuthor>
  <p:cmAuthor id="2" name="kevin briones fuentes" initials="kb" lastIdx="2" clrIdx="1">
    <p:extLst>
      <p:ext uri="{19B8F6BF-5375-455C-9EA6-DF929625EA0E}">
        <p15:presenceInfo xmlns:p15="http://schemas.microsoft.com/office/powerpoint/2012/main" userId="717f0767207cc796" providerId="Windows Live"/>
      </p:ext>
    </p:extLst>
  </p:cmAuthor>
  <p:cmAuthor id="3" name="Microsoft Office User" initials="MOU" lastIdx="9"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463B02-CFF3-42FB-A6C9-ECE4E9C6414F}" v="14" dt="2023-12-15T18:12:03.856"/>
    <p1510:client id="{ACD04D09-4B4D-46FA-A2BF-BD08E7582957}" v="50" dt="2023-12-15T19:04:17.85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4" autoAdjust="0"/>
    <p:restoredTop sz="94660"/>
  </p:normalViewPr>
  <p:slideViewPr>
    <p:cSldViewPr snapToGrid="0">
      <p:cViewPr varScale="1">
        <p:scale>
          <a:sx n="88" d="100"/>
          <a:sy n="88" d="100"/>
        </p:scale>
        <p:origin x="200" y="66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briones fuentes" userId="717f0767207cc796" providerId="LiveId" clId="{BB463B02-CFF3-42FB-A6C9-ECE4E9C6414F}"/>
    <pc:docChg chg="undo custSel addSld modSld sldOrd">
      <pc:chgData name="kevin briones fuentes" userId="717f0767207cc796" providerId="LiveId" clId="{BB463B02-CFF3-42FB-A6C9-ECE4E9C6414F}" dt="2023-12-15T18:12:16.910" v="3315" actId="20577"/>
      <pc:docMkLst>
        <pc:docMk/>
      </pc:docMkLst>
      <pc:sldChg chg="modSp mod">
        <pc:chgData name="kevin briones fuentes" userId="717f0767207cc796" providerId="LiveId" clId="{BB463B02-CFF3-42FB-A6C9-ECE4E9C6414F}" dt="2023-12-15T17:29:02.342" v="1704" actId="1076"/>
        <pc:sldMkLst>
          <pc:docMk/>
          <pc:sldMk cId="3673344006" sldId="257"/>
        </pc:sldMkLst>
        <pc:spChg chg="mod">
          <ac:chgData name="kevin briones fuentes" userId="717f0767207cc796" providerId="LiveId" clId="{BB463B02-CFF3-42FB-A6C9-ECE4E9C6414F}" dt="2023-12-15T17:29:02.342" v="1704" actId="1076"/>
          <ac:spMkLst>
            <pc:docMk/>
            <pc:sldMk cId="3673344006" sldId="257"/>
            <ac:spMk id="3" creationId="{096C6D7A-7F8D-5ED8-B3D0-0EE5A7B053F5}"/>
          </ac:spMkLst>
        </pc:spChg>
      </pc:sldChg>
      <pc:sldChg chg="ord">
        <pc:chgData name="kevin briones fuentes" userId="717f0767207cc796" providerId="LiveId" clId="{BB463B02-CFF3-42FB-A6C9-ECE4E9C6414F}" dt="2023-12-15T15:13:23.401" v="1284"/>
        <pc:sldMkLst>
          <pc:docMk/>
          <pc:sldMk cId="2365239600" sldId="259"/>
        </pc:sldMkLst>
      </pc:sldChg>
      <pc:sldChg chg="ord">
        <pc:chgData name="kevin briones fuentes" userId="717f0767207cc796" providerId="LiveId" clId="{BB463B02-CFF3-42FB-A6C9-ECE4E9C6414F}" dt="2023-12-15T15:13:27.226" v="1288"/>
        <pc:sldMkLst>
          <pc:docMk/>
          <pc:sldMk cId="4177208024" sldId="260"/>
        </pc:sldMkLst>
      </pc:sldChg>
      <pc:sldChg chg="modSp mod">
        <pc:chgData name="kevin briones fuentes" userId="717f0767207cc796" providerId="LiveId" clId="{BB463B02-CFF3-42FB-A6C9-ECE4E9C6414F}" dt="2023-12-06T14:48:22.093" v="36" actId="122"/>
        <pc:sldMkLst>
          <pc:docMk/>
          <pc:sldMk cId="3270838591" sldId="263"/>
        </pc:sldMkLst>
        <pc:spChg chg="mod">
          <ac:chgData name="kevin briones fuentes" userId="717f0767207cc796" providerId="LiveId" clId="{BB463B02-CFF3-42FB-A6C9-ECE4E9C6414F}" dt="2023-12-06T14:48:22.093" v="36" actId="122"/>
          <ac:spMkLst>
            <pc:docMk/>
            <pc:sldMk cId="3270838591" sldId="263"/>
            <ac:spMk id="2" creationId="{97C12E43-C66F-2D3F-36A8-48C5B35BEA87}"/>
          </ac:spMkLst>
        </pc:spChg>
      </pc:sldChg>
      <pc:sldChg chg="modSp mod">
        <pc:chgData name="kevin briones fuentes" userId="717f0767207cc796" providerId="LiveId" clId="{BB463B02-CFF3-42FB-A6C9-ECE4E9C6414F}" dt="2023-12-06T14:49:03.531" v="46" actId="33524"/>
        <pc:sldMkLst>
          <pc:docMk/>
          <pc:sldMk cId="3581703056" sldId="264"/>
        </pc:sldMkLst>
        <pc:spChg chg="mod">
          <ac:chgData name="kevin briones fuentes" userId="717f0767207cc796" providerId="LiveId" clId="{BB463B02-CFF3-42FB-A6C9-ECE4E9C6414F}" dt="2023-12-06T14:49:03.531" v="46" actId="33524"/>
          <ac:spMkLst>
            <pc:docMk/>
            <pc:sldMk cId="3581703056" sldId="264"/>
            <ac:spMk id="3" creationId="{6D03EF81-D989-983B-C30C-F2E0426F2489}"/>
          </ac:spMkLst>
        </pc:spChg>
      </pc:sldChg>
      <pc:sldChg chg="addSp modSp new mod">
        <pc:chgData name="kevin briones fuentes" userId="717f0767207cc796" providerId="LiveId" clId="{BB463B02-CFF3-42FB-A6C9-ECE4E9C6414F}" dt="2023-12-06T15:20:36.628" v="1227" actId="1076"/>
        <pc:sldMkLst>
          <pc:docMk/>
          <pc:sldMk cId="3162224660" sldId="265"/>
        </pc:sldMkLst>
        <pc:spChg chg="mod">
          <ac:chgData name="kevin briones fuentes" userId="717f0767207cc796" providerId="LiveId" clId="{BB463B02-CFF3-42FB-A6C9-ECE4E9C6414F}" dt="2023-12-06T14:54:52.534" v="625" actId="1076"/>
          <ac:spMkLst>
            <pc:docMk/>
            <pc:sldMk cId="3162224660" sldId="265"/>
            <ac:spMk id="2" creationId="{18EF5A1D-F612-26B0-93D8-6279E0C5006B}"/>
          </ac:spMkLst>
        </pc:spChg>
        <pc:spChg chg="mod">
          <ac:chgData name="kevin briones fuentes" userId="717f0767207cc796" providerId="LiveId" clId="{BB463B02-CFF3-42FB-A6C9-ECE4E9C6414F}" dt="2023-12-06T15:18:51.996" v="1220" actId="27636"/>
          <ac:spMkLst>
            <pc:docMk/>
            <pc:sldMk cId="3162224660" sldId="265"/>
            <ac:spMk id="3" creationId="{ED64E801-FDDE-8E10-325E-90BDCA583679}"/>
          </ac:spMkLst>
        </pc:spChg>
        <pc:spChg chg="add mod">
          <ac:chgData name="kevin briones fuentes" userId="717f0767207cc796" providerId="LiveId" clId="{BB463B02-CFF3-42FB-A6C9-ECE4E9C6414F}" dt="2023-12-06T15:20:32.846" v="1226" actId="1076"/>
          <ac:spMkLst>
            <pc:docMk/>
            <pc:sldMk cId="3162224660" sldId="265"/>
            <ac:spMk id="4" creationId="{065602DD-8E01-4AB8-0031-FE1DA40673E6}"/>
          </ac:spMkLst>
        </pc:spChg>
        <pc:picChg chg="add mod">
          <ac:chgData name="kevin briones fuentes" userId="717f0767207cc796" providerId="LiveId" clId="{BB463B02-CFF3-42FB-A6C9-ECE4E9C6414F}" dt="2023-12-06T15:20:36.628" v="1227" actId="1076"/>
          <ac:picMkLst>
            <pc:docMk/>
            <pc:sldMk cId="3162224660" sldId="265"/>
            <ac:picMk id="6" creationId="{2C301829-7352-C70E-F773-A15A7FA76283}"/>
          </ac:picMkLst>
        </pc:picChg>
        <pc:picChg chg="add mod ord">
          <ac:chgData name="kevin briones fuentes" userId="717f0767207cc796" providerId="LiveId" clId="{BB463B02-CFF3-42FB-A6C9-ECE4E9C6414F}" dt="2023-12-06T15:18:57.694" v="1221" actId="1076"/>
          <ac:picMkLst>
            <pc:docMk/>
            <pc:sldMk cId="3162224660" sldId="265"/>
            <ac:picMk id="9" creationId="{57792112-44B3-843D-2ED9-5C6DCFB0138D}"/>
          </ac:picMkLst>
        </pc:picChg>
      </pc:sldChg>
      <pc:sldChg chg="delSp modSp mod">
        <pc:chgData name="kevin briones fuentes" userId="717f0767207cc796" providerId="LiveId" clId="{BB463B02-CFF3-42FB-A6C9-ECE4E9C6414F}" dt="2023-12-15T15:05:49.436" v="1231" actId="313"/>
        <pc:sldMkLst>
          <pc:docMk/>
          <pc:sldMk cId="3830511040" sldId="266"/>
        </pc:sldMkLst>
        <pc:spChg chg="mod">
          <ac:chgData name="kevin briones fuentes" userId="717f0767207cc796" providerId="LiveId" clId="{BB463B02-CFF3-42FB-A6C9-ECE4E9C6414F}" dt="2023-12-15T15:05:49.436" v="1231" actId="313"/>
          <ac:spMkLst>
            <pc:docMk/>
            <pc:sldMk cId="3830511040" sldId="266"/>
            <ac:spMk id="2" creationId="{18BC4C82-A478-6A01-FB6D-FEC01D1B8A62}"/>
          </ac:spMkLst>
        </pc:spChg>
        <pc:spChg chg="del">
          <ac:chgData name="kevin briones fuentes" userId="717f0767207cc796" providerId="LiveId" clId="{BB463B02-CFF3-42FB-A6C9-ECE4E9C6414F}" dt="2023-12-15T15:05:41.238" v="1228" actId="478"/>
          <ac:spMkLst>
            <pc:docMk/>
            <pc:sldMk cId="3830511040" sldId="266"/>
            <ac:spMk id="9" creationId="{8E114E55-555D-2F78-3FB0-3088728840D1}"/>
          </ac:spMkLst>
        </pc:spChg>
      </pc:sldChg>
      <pc:sldChg chg="addSp delSp modSp new mod addCm delCm">
        <pc:chgData name="kevin briones fuentes" userId="717f0767207cc796" providerId="LiveId" clId="{BB463B02-CFF3-42FB-A6C9-ECE4E9C6414F}" dt="2023-12-15T15:56:30.344" v="1702"/>
        <pc:sldMkLst>
          <pc:docMk/>
          <pc:sldMk cId="1169442767" sldId="268"/>
        </pc:sldMkLst>
        <pc:spChg chg="mod">
          <ac:chgData name="kevin briones fuentes" userId="717f0767207cc796" providerId="LiveId" clId="{BB463B02-CFF3-42FB-A6C9-ECE4E9C6414F}" dt="2023-12-15T15:13:04.436" v="1280" actId="1076"/>
          <ac:spMkLst>
            <pc:docMk/>
            <pc:sldMk cId="1169442767" sldId="268"/>
            <ac:spMk id="2" creationId="{DE9C387A-3C52-08EB-3FE2-492F92211F69}"/>
          </ac:spMkLst>
        </pc:spChg>
        <pc:spChg chg="mod">
          <ac:chgData name="kevin briones fuentes" userId="717f0767207cc796" providerId="LiveId" clId="{BB463B02-CFF3-42FB-A6C9-ECE4E9C6414F}" dt="2023-12-15T15:26:22.866" v="1597" actId="20577"/>
          <ac:spMkLst>
            <pc:docMk/>
            <pc:sldMk cId="1169442767" sldId="268"/>
            <ac:spMk id="3" creationId="{4F9258CE-8259-D7F5-331C-EC4604DF2A6C}"/>
          </ac:spMkLst>
        </pc:spChg>
        <pc:spChg chg="add mod">
          <ac:chgData name="kevin briones fuentes" userId="717f0767207cc796" providerId="LiveId" clId="{BB463B02-CFF3-42FB-A6C9-ECE4E9C6414F}" dt="2023-12-15T15:52:50.044" v="1670"/>
          <ac:spMkLst>
            <pc:docMk/>
            <pc:sldMk cId="1169442767" sldId="268"/>
            <ac:spMk id="4" creationId="{4E5BF6BA-F915-F95C-C81F-7CB58F497D14}"/>
          </ac:spMkLst>
        </pc:spChg>
        <pc:spChg chg="add mod">
          <ac:chgData name="kevin briones fuentes" userId="717f0767207cc796" providerId="LiveId" clId="{BB463B02-CFF3-42FB-A6C9-ECE4E9C6414F}" dt="2023-12-15T15:56:16.238" v="1699" actId="208"/>
          <ac:spMkLst>
            <pc:docMk/>
            <pc:sldMk cId="1169442767" sldId="268"/>
            <ac:spMk id="5" creationId="{169A88DA-2879-5104-D47A-D020CFD8D01C}"/>
          </ac:spMkLst>
        </pc:spChg>
        <pc:spChg chg="add del mod">
          <ac:chgData name="kevin briones fuentes" userId="717f0767207cc796" providerId="LiveId" clId="{BB463B02-CFF3-42FB-A6C9-ECE4E9C6414F}" dt="2023-12-15T15:56:30.344" v="1702"/>
          <ac:spMkLst>
            <pc:docMk/>
            <pc:sldMk cId="1169442767" sldId="268"/>
            <ac:spMk id="6" creationId="{EFE96D6C-CBAE-3789-90C9-B952387DD13B}"/>
          </ac:spMkLst>
        </pc:spChg>
      </pc:sldChg>
      <pc:sldChg chg="addSp modSp new mod">
        <pc:chgData name="kevin briones fuentes" userId="717f0767207cc796" providerId="LiveId" clId="{BB463B02-CFF3-42FB-A6C9-ECE4E9C6414F}" dt="2023-12-15T18:11:47.658" v="3313" actId="20577"/>
        <pc:sldMkLst>
          <pc:docMk/>
          <pc:sldMk cId="628564935" sldId="269"/>
        </pc:sldMkLst>
        <pc:spChg chg="mod">
          <ac:chgData name="kevin briones fuentes" userId="717f0767207cc796" providerId="LiveId" clId="{BB463B02-CFF3-42FB-A6C9-ECE4E9C6414F}" dt="2023-12-15T17:30:00.570" v="1734" actId="1076"/>
          <ac:spMkLst>
            <pc:docMk/>
            <pc:sldMk cId="628564935" sldId="269"/>
            <ac:spMk id="2" creationId="{CABBC671-3F8D-9355-45FC-AE8545DDF12B}"/>
          </ac:spMkLst>
        </pc:spChg>
        <pc:spChg chg="mod">
          <ac:chgData name="kevin briones fuentes" userId="717f0767207cc796" providerId="LiveId" clId="{BB463B02-CFF3-42FB-A6C9-ECE4E9C6414F}" dt="2023-12-15T18:11:47.658" v="3313" actId="20577"/>
          <ac:spMkLst>
            <pc:docMk/>
            <pc:sldMk cId="628564935" sldId="269"/>
            <ac:spMk id="3" creationId="{8D27AB86-886C-D6A6-91E6-3FA6F366ED57}"/>
          </ac:spMkLst>
        </pc:spChg>
        <pc:picChg chg="add mod">
          <ac:chgData name="kevin briones fuentes" userId="717f0767207cc796" providerId="LiveId" clId="{BB463B02-CFF3-42FB-A6C9-ECE4E9C6414F}" dt="2023-12-15T17:54:45.152" v="2628" actId="1076"/>
          <ac:picMkLst>
            <pc:docMk/>
            <pc:sldMk cId="628564935" sldId="269"/>
            <ac:picMk id="5" creationId="{4C8AA760-F333-B3ED-3F02-3E6663D99E43}"/>
          </ac:picMkLst>
        </pc:picChg>
      </pc:sldChg>
      <pc:sldChg chg="addSp delSp modSp new mod">
        <pc:chgData name="kevin briones fuentes" userId="717f0767207cc796" providerId="LiveId" clId="{BB463B02-CFF3-42FB-A6C9-ECE4E9C6414F}" dt="2023-12-15T18:12:16.910" v="3315" actId="20577"/>
        <pc:sldMkLst>
          <pc:docMk/>
          <pc:sldMk cId="669669139" sldId="270"/>
        </pc:sldMkLst>
        <pc:spChg chg="mod">
          <ac:chgData name="kevin briones fuentes" userId="717f0767207cc796" providerId="LiveId" clId="{BB463B02-CFF3-42FB-A6C9-ECE4E9C6414F}" dt="2023-12-15T17:58:33.367" v="2659" actId="20577"/>
          <ac:spMkLst>
            <pc:docMk/>
            <pc:sldMk cId="669669139" sldId="270"/>
            <ac:spMk id="2" creationId="{7E999DB9-4832-FCC4-F595-A104252754F3}"/>
          </ac:spMkLst>
        </pc:spChg>
        <pc:spChg chg="del mod">
          <ac:chgData name="kevin briones fuentes" userId="717f0767207cc796" providerId="LiveId" clId="{BB463B02-CFF3-42FB-A6C9-ECE4E9C6414F}" dt="2023-12-15T17:59:04.580" v="2718" actId="3680"/>
          <ac:spMkLst>
            <pc:docMk/>
            <pc:sldMk cId="669669139" sldId="270"/>
            <ac:spMk id="3" creationId="{7CF41374-CE3B-35CC-5385-5C0830B20E85}"/>
          </ac:spMkLst>
        </pc:spChg>
        <pc:spChg chg="add del mod">
          <ac:chgData name="kevin briones fuentes" userId="717f0767207cc796" providerId="LiveId" clId="{BB463B02-CFF3-42FB-A6C9-ECE4E9C6414F}" dt="2023-12-15T18:00:31.250" v="2720" actId="3680"/>
          <ac:spMkLst>
            <pc:docMk/>
            <pc:sldMk cId="669669139" sldId="270"/>
            <ac:spMk id="6" creationId="{C403F1E0-C53A-345C-061E-C7BF81944719}"/>
          </ac:spMkLst>
        </pc:spChg>
        <pc:spChg chg="add mod">
          <ac:chgData name="kevin briones fuentes" userId="717f0767207cc796" providerId="LiveId" clId="{BB463B02-CFF3-42FB-A6C9-ECE4E9C6414F}" dt="2023-12-15T18:12:16.910" v="3315" actId="20577"/>
          <ac:spMkLst>
            <pc:docMk/>
            <pc:sldMk cId="669669139" sldId="270"/>
            <ac:spMk id="10" creationId="{B679EA99-3303-7F2F-313D-8909A9CFA272}"/>
          </ac:spMkLst>
        </pc:spChg>
        <pc:graphicFrameChg chg="add del mod ord modGraphic">
          <ac:chgData name="kevin briones fuentes" userId="717f0767207cc796" providerId="LiveId" clId="{BB463B02-CFF3-42FB-A6C9-ECE4E9C6414F}" dt="2023-12-15T17:59:33.016" v="2719" actId="478"/>
          <ac:graphicFrameMkLst>
            <pc:docMk/>
            <pc:sldMk cId="669669139" sldId="270"/>
            <ac:graphicFrameMk id="4" creationId="{ABFB9D1B-F162-0606-C99F-B850DEBF3210}"/>
          </ac:graphicFrameMkLst>
        </pc:graphicFrameChg>
        <pc:graphicFrameChg chg="add mod ord modGraphic">
          <ac:chgData name="kevin briones fuentes" userId="717f0767207cc796" providerId="LiveId" clId="{BB463B02-CFF3-42FB-A6C9-ECE4E9C6414F}" dt="2023-12-15T18:08:58.824" v="2888" actId="20577"/>
          <ac:graphicFrameMkLst>
            <pc:docMk/>
            <pc:sldMk cId="669669139" sldId="270"/>
            <ac:graphicFrameMk id="7" creationId="{950047BA-F98A-80D9-83BE-7D72D4DDA23D}"/>
          </ac:graphicFrameMkLst>
        </pc:graphicFrameChg>
        <pc:picChg chg="add mod ord modCrop">
          <ac:chgData name="kevin briones fuentes" userId="717f0767207cc796" providerId="LiveId" clId="{BB463B02-CFF3-42FB-A6C9-ECE4E9C6414F}" dt="2023-12-15T18:06:55.157" v="2838" actId="1076"/>
          <ac:picMkLst>
            <pc:docMk/>
            <pc:sldMk cId="669669139" sldId="270"/>
            <ac:picMk id="9" creationId="{E02C57D4-7051-4BA7-2DA6-77319C92BC5E}"/>
          </ac:picMkLst>
        </pc:picChg>
      </pc:sldChg>
    </pc:docChg>
  </pc:docChgLst>
  <pc:docChgLst>
    <pc:chgData name="Daniel Toledo" userId="a5f0d6d9f75cb55a" providerId="LiveId" clId="{ACD04D09-4B4D-46FA-A2BF-BD08E7582957}"/>
    <pc:docChg chg="custSel addSld modSld">
      <pc:chgData name="Daniel Toledo" userId="a5f0d6d9f75cb55a" providerId="LiveId" clId="{ACD04D09-4B4D-46FA-A2BF-BD08E7582957}" dt="2023-12-15T23:49:34.726" v="89" actId="478"/>
      <pc:docMkLst>
        <pc:docMk/>
      </pc:docMkLst>
      <pc:sldChg chg="addSp delSp modSp mod modTransition delAnim modAnim">
        <pc:chgData name="Daniel Toledo" userId="a5f0d6d9f75cb55a" providerId="LiveId" clId="{ACD04D09-4B4D-46FA-A2BF-BD08E7582957}" dt="2023-12-15T23:49:11.872" v="74" actId="478"/>
        <pc:sldMkLst>
          <pc:docMk/>
          <pc:sldMk cId="993605615" sldId="256"/>
        </pc:sldMkLst>
        <pc:picChg chg="add del mod">
          <ac:chgData name="Daniel Toledo" userId="a5f0d6d9f75cb55a" providerId="LiveId" clId="{ACD04D09-4B4D-46FA-A2BF-BD08E7582957}" dt="2023-12-15T18:28:35.625" v="45" actId="478"/>
          <ac:picMkLst>
            <pc:docMk/>
            <pc:sldMk cId="993605615" sldId="256"/>
            <ac:picMk id="11" creationId="{8DFCD592-0AE2-995D-7D4B-DFDA5F942BE0}"/>
          </ac:picMkLst>
        </pc:picChg>
        <pc:picChg chg="add del mod">
          <ac:chgData name="Daniel Toledo" userId="a5f0d6d9f75cb55a" providerId="LiveId" clId="{ACD04D09-4B4D-46FA-A2BF-BD08E7582957}" dt="2023-12-15T18:29:29.632" v="48"/>
          <ac:picMkLst>
            <pc:docMk/>
            <pc:sldMk cId="993605615" sldId="256"/>
            <ac:picMk id="21" creationId="{7C16A43D-728B-22B0-9CF8-1804711FFBF8}"/>
          </ac:picMkLst>
        </pc:picChg>
        <pc:picChg chg="add del mod">
          <ac:chgData name="Daniel Toledo" userId="a5f0d6d9f75cb55a" providerId="LiveId" clId="{ACD04D09-4B4D-46FA-A2BF-BD08E7582957}" dt="2023-12-15T18:29:43.209" v="49"/>
          <ac:picMkLst>
            <pc:docMk/>
            <pc:sldMk cId="993605615" sldId="256"/>
            <ac:picMk id="22" creationId="{2A9FE3B6-6C93-DEAA-6FD2-9D2BC3641E48}"/>
          </ac:picMkLst>
        </pc:picChg>
        <pc:picChg chg="add del mod">
          <ac:chgData name="Daniel Toledo" userId="a5f0d6d9f75cb55a" providerId="LiveId" clId="{ACD04D09-4B4D-46FA-A2BF-BD08E7582957}" dt="2023-12-15T18:34:05.868" v="56"/>
          <ac:picMkLst>
            <pc:docMk/>
            <pc:sldMk cId="993605615" sldId="256"/>
            <ac:picMk id="32" creationId="{9C7B58C3-4E4E-E116-7B60-70A01A893AB8}"/>
          </ac:picMkLst>
        </pc:picChg>
        <pc:picChg chg="add del mod">
          <ac:chgData name="Daniel Toledo" userId="a5f0d6d9f75cb55a" providerId="LiveId" clId="{ACD04D09-4B4D-46FA-A2BF-BD08E7582957}" dt="2023-12-15T18:37:55.299" v="58"/>
          <ac:picMkLst>
            <pc:docMk/>
            <pc:sldMk cId="993605615" sldId="256"/>
            <ac:picMk id="40" creationId="{1FAE2ED5-FA74-8F15-A989-90CD5AAFC832}"/>
          </ac:picMkLst>
        </pc:picChg>
        <pc:picChg chg="add del mod">
          <ac:chgData name="Daniel Toledo" userId="a5f0d6d9f75cb55a" providerId="LiveId" clId="{ACD04D09-4B4D-46FA-A2BF-BD08E7582957}" dt="2023-12-15T18:39:24.931" v="60"/>
          <ac:picMkLst>
            <pc:docMk/>
            <pc:sldMk cId="993605615" sldId="256"/>
            <ac:picMk id="44" creationId="{8920F93B-A5C4-CB1E-4B2D-A792AA9CDE45}"/>
          </ac:picMkLst>
        </pc:picChg>
        <pc:picChg chg="add del mod">
          <ac:chgData name="Daniel Toledo" userId="a5f0d6d9f75cb55a" providerId="LiveId" clId="{ACD04D09-4B4D-46FA-A2BF-BD08E7582957}" dt="2023-12-15T18:40:15.081" v="62"/>
          <ac:picMkLst>
            <pc:docMk/>
            <pc:sldMk cId="993605615" sldId="256"/>
            <ac:picMk id="49" creationId="{C4A9DC0F-569E-EAF2-4CC1-5ADD7F226059}"/>
          </ac:picMkLst>
        </pc:picChg>
        <pc:picChg chg="add del mod">
          <ac:chgData name="Daniel Toledo" userId="a5f0d6d9f75cb55a" providerId="LiveId" clId="{ACD04D09-4B4D-46FA-A2BF-BD08E7582957}" dt="2023-12-15T18:40:58.783" v="64"/>
          <ac:picMkLst>
            <pc:docMk/>
            <pc:sldMk cId="993605615" sldId="256"/>
            <ac:picMk id="52" creationId="{536E277D-21D8-3094-A036-09296B34E3F6}"/>
          </ac:picMkLst>
        </pc:picChg>
        <pc:picChg chg="add del mod">
          <ac:chgData name="Daniel Toledo" userId="a5f0d6d9f75cb55a" providerId="LiveId" clId="{ACD04D09-4B4D-46FA-A2BF-BD08E7582957}" dt="2023-12-15T18:41:39.087" v="66"/>
          <ac:picMkLst>
            <pc:docMk/>
            <pc:sldMk cId="993605615" sldId="256"/>
            <ac:picMk id="57" creationId="{2AF20469-5C01-B661-CF52-7D774D9C301C}"/>
          </ac:picMkLst>
        </pc:picChg>
        <pc:picChg chg="add del mod">
          <ac:chgData name="Daniel Toledo" userId="a5f0d6d9f75cb55a" providerId="LiveId" clId="{ACD04D09-4B4D-46FA-A2BF-BD08E7582957}" dt="2023-12-15T18:42:10.600" v="68"/>
          <ac:picMkLst>
            <pc:docMk/>
            <pc:sldMk cId="993605615" sldId="256"/>
            <ac:picMk id="60" creationId="{7D10EC1D-0565-93A7-8D16-01413444249A}"/>
          </ac:picMkLst>
        </pc:picChg>
        <pc:picChg chg="add del mod">
          <ac:chgData name="Daniel Toledo" userId="a5f0d6d9f75cb55a" providerId="LiveId" clId="{ACD04D09-4B4D-46FA-A2BF-BD08E7582957}" dt="2023-12-15T23:49:11.872" v="74" actId="478"/>
          <ac:picMkLst>
            <pc:docMk/>
            <pc:sldMk cId="993605615" sldId="256"/>
            <ac:picMk id="65" creationId="{E19334D7-FCA9-45DA-6F61-5072DF68B39F}"/>
          </ac:picMkLst>
        </pc:picChg>
      </pc:sldChg>
      <pc:sldChg chg="addSp delSp modSp mod modTransition delAnim modAnim">
        <pc:chgData name="Daniel Toledo" userId="a5f0d6d9f75cb55a" providerId="LiveId" clId="{ACD04D09-4B4D-46FA-A2BF-BD08E7582957}" dt="2023-12-15T23:49:14.015" v="75" actId="478"/>
        <pc:sldMkLst>
          <pc:docMk/>
          <pc:sldMk cId="3673344006" sldId="257"/>
        </pc:sldMkLst>
        <pc:spChg chg="mod">
          <ac:chgData name="Daniel Toledo" userId="a5f0d6d9f75cb55a" providerId="LiveId" clId="{ACD04D09-4B4D-46FA-A2BF-BD08E7582957}" dt="2023-12-15T23:45:38.918" v="73" actId="20577"/>
          <ac:spMkLst>
            <pc:docMk/>
            <pc:sldMk cId="3673344006" sldId="257"/>
            <ac:spMk id="3" creationId="{096C6D7A-7F8D-5ED8-B3D0-0EE5A7B053F5}"/>
          </ac:spMkLst>
        </pc:spChg>
        <pc:picChg chg="add del mod">
          <ac:chgData name="Daniel Toledo" userId="a5f0d6d9f75cb55a" providerId="LiveId" clId="{ACD04D09-4B4D-46FA-A2BF-BD08E7582957}" dt="2023-12-15T18:32:39.194" v="52"/>
          <ac:picMkLst>
            <pc:docMk/>
            <pc:sldMk cId="3673344006" sldId="257"/>
            <ac:picMk id="17" creationId="{D573F023-B15E-F720-45B8-CD4835C6B028}"/>
          </ac:picMkLst>
        </pc:picChg>
        <pc:picChg chg="add del mod ord">
          <ac:chgData name="Daniel Toledo" userId="a5f0d6d9f75cb55a" providerId="LiveId" clId="{ACD04D09-4B4D-46FA-A2BF-BD08E7582957}" dt="2023-12-15T18:32:58.051" v="53"/>
          <ac:picMkLst>
            <pc:docMk/>
            <pc:sldMk cId="3673344006" sldId="257"/>
            <ac:picMk id="20" creationId="{0AB35EB8-C3CE-28FC-8512-D4B6206EE4FE}"/>
          </ac:picMkLst>
        </pc:picChg>
        <pc:picChg chg="add del mod">
          <ac:chgData name="Daniel Toledo" userId="a5f0d6d9f75cb55a" providerId="LiveId" clId="{ACD04D09-4B4D-46FA-A2BF-BD08E7582957}" dt="2023-12-15T18:33:12.262" v="54"/>
          <ac:picMkLst>
            <pc:docMk/>
            <pc:sldMk cId="3673344006" sldId="257"/>
            <ac:picMk id="21" creationId="{0BD6E69E-595E-3EF9-57F9-50531992128C}"/>
          </ac:picMkLst>
        </pc:picChg>
        <pc:picChg chg="add del mod">
          <ac:chgData name="Daniel Toledo" userId="a5f0d6d9f75cb55a" providerId="LiveId" clId="{ACD04D09-4B4D-46FA-A2BF-BD08E7582957}" dt="2023-12-15T18:37:55.299" v="58"/>
          <ac:picMkLst>
            <pc:docMk/>
            <pc:sldMk cId="3673344006" sldId="257"/>
            <ac:picMk id="32" creationId="{6BD1766C-A79A-E291-F10B-DFB7CF0607CF}"/>
          </ac:picMkLst>
        </pc:picChg>
        <pc:picChg chg="add del mod">
          <ac:chgData name="Daniel Toledo" userId="a5f0d6d9f75cb55a" providerId="LiveId" clId="{ACD04D09-4B4D-46FA-A2BF-BD08E7582957}" dt="2023-12-15T18:40:15.081" v="62"/>
          <ac:picMkLst>
            <pc:docMk/>
            <pc:sldMk cId="3673344006" sldId="257"/>
            <ac:picMk id="35" creationId="{F39EE6B1-1D2B-3227-F764-63BB9E60C0E4}"/>
          </ac:picMkLst>
        </pc:picChg>
        <pc:picChg chg="add del mod">
          <ac:chgData name="Daniel Toledo" userId="a5f0d6d9f75cb55a" providerId="LiveId" clId="{ACD04D09-4B4D-46FA-A2BF-BD08E7582957}" dt="2023-12-15T18:41:39.087" v="66"/>
          <ac:picMkLst>
            <pc:docMk/>
            <pc:sldMk cId="3673344006" sldId="257"/>
            <ac:picMk id="41" creationId="{2CE96239-E8C4-3EAD-4A21-AB77E986C6BC}"/>
          </ac:picMkLst>
        </pc:picChg>
        <pc:picChg chg="add del mod">
          <ac:chgData name="Daniel Toledo" userId="a5f0d6d9f75cb55a" providerId="LiveId" clId="{ACD04D09-4B4D-46FA-A2BF-BD08E7582957}" dt="2023-12-15T23:49:14.015" v="75" actId="478"/>
          <ac:picMkLst>
            <pc:docMk/>
            <pc:sldMk cId="3673344006" sldId="257"/>
            <ac:picMk id="47" creationId="{29BCD108-36A3-7DD7-1FC0-7DD7601B2E08}"/>
          </ac:picMkLst>
        </pc:picChg>
      </pc:sldChg>
      <pc:sldChg chg="addSp delSp modSp mod modTransition delAnim modAnim">
        <pc:chgData name="Daniel Toledo" userId="a5f0d6d9f75cb55a" providerId="LiveId" clId="{ACD04D09-4B4D-46FA-A2BF-BD08E7582957}" dt="2023-12-15T23:49:15.742" v="76" actId="478"/>
        <pc:sldMkLst>
          <pc:docMk/>
          <pc:sldMk cId="3527147444" sldId="258"/>
        </pc:sldMkLst>
        <pc:picChg chg="add del mod">
          <ac:chgData name="Daniel Toledo" userId="a5f0d6d9f75cb55a" providerId="LiveId" clId="{ACD04D09-4B4D-46FA-A2BF-BD08E7582957}" dt="2023-12-15T18:37:55.299" v="58"/>
          <ac:picMkLst>
            <pc:docMk/>
            <pc:sldMk cId="3527147444" sldId="258"/>
            <ac:picMk id="75" creationId="{BF9E81CC-6471-3373-83DB-16B045280049}"/>
          </ac:picMkLst>
        </pc:picChg>
        <pc:picChg chg="add del mod">
          <ac:chgData name="Daniel Toledo" userId="a5f0d6d9f75cb55a" providerId="LiveId" clId="{ACD04D09-4B4D-46FA-A2BF-BD08E7582957}" dt="2023-12-15T23:49:15.742" v="76" actId="478"/>
          <ac:picMkLst>
            <pc:docMk/>
            <pc:sldMk cId="3527147444" sldId="258"/>
            <ac:picMk id="80" creationId="{6379A5A8-8587-5FBB-F41F-08588ACF42CC}"/>
          </ac:picMkLst>
        </pc:picChg>
      </pc:sldChg>
      <pc:sldChg chg="addSp delSp modSp mod modTransition delAnim">
        <pc:chgData name="Daniel Toledo" userId="a5f0d6d9f75cb55a" providerId="LiveId" clId="{ACD04D09-4B4D-46FA-A2BF-BD08E7582957}" dt="2023-12-15T23:49:17.375" v="77" actId="478"/>
        <pc:sldMkLst>
          <pc:docMk/>
          <pc:sldMk cId="2365239600" sldId="259"/>
        </pc:sldMkLst>
        <pc:picChg chg="add del mod">
          <ac:chgData name="Daniel Toledo" userId="a5f0d6d9f75cb55a" providerId="LiveId" clId="{ACD04D09-4B4D-46FA-A2BF-BD08E7582957}" dt="2023-12-15T23:49:17.375" v="77" actId="478"/>
          <ac:picMkLst>
            <pc:docMk/>
            <pc:sldMk cId="2365239600" sldId="259"/>
            <ac:picMk id="16" creationId="{313D8876-9968-050B-A3B3-013FAA0C38D6}"/>
          </ac:picMkLst>
        </pc:picChg>
      </pc:sldChg>
      <pc:sldChg chg="addSp delSp modSp mod modTransition delAnim">
        <pc:chgData name="Daniel Toledo" userId="a5f0d6d9f75cb55a" providerId="LiveId" clId="{ACD04D09-4B4D-46FA-A2BF-BD08E7582957}" dt="2023-12-15T23:49:18.964" v="79" actId="478"/>
        <pc:sldMkLst>
          <pc:docMk/>
          <pc:sldMk cId="4177208024" sldId="260"/>
        </pc:sldMkLst>
        <pc:picChg chg="add del mod">
          <ac:chgData name="Daniel Toledo" userId="a5f0d6d9f75cb55a" providerId="LiveId" clId="{ACD04D09-4B4D-46FA-A2BF-BD08E7582957}" dt="2023-12-15T23:49:18.964" v="79" actId="478"/>
          <ac:picMkLst>
            <pc:docMk/>
            <pc:sldMk cId="4177208024" sldId="260"/>
            <ac:picMk id="12" creationId="{32E7B8EC-9231-A48D-84AE-883F3409016F}"/>
          </ac:picMkLst>
        </pc:picChg>
      </pc:sldChg>
      <pc:sldChg chg="addSp delSp modSp mod modTransition delAnim">
        <pc:chgData name="Daniel Toledo" userId="a5f0d6d9f75cb55a" providerId="LiveId" clId="{ACD04D09-4B4D-46FA-A2BF-BD08E7582957}" dt="2023-12-15T23:49:21.014" v="80" actId="478"/>
        <pc:sldMkLst>
          <pc:docMk/>
          <pc:sldMk cId="1950024751" sldId="262"/>
        </pc:sldMkLst>
        <pc:picChg chg="add del mod">
          <ac:chgData name="Daniel Toledo" userId="a5f0d6d9f75cb55a" providerId="LiveId" clId="{ACD04D09-4B4D-46FA-A2BF-BD08E7582957}" dt="2023-12-15T23:49:21.014" v="80" actId="478"/>
          <ac:picMkLst>
            <pc:docMk/>
            <pc:sldMk cId="1950024751" sldId="262"/>
            <ac:picMk id="7" creationId="{2B2DD21F-4B93-C09B-5576-FADB51CF4E9E}"/>
          </ac:picMkLst>
        </pc:picChg>
      </pc:sldChg>
      <pc:sldChg chg="addSp delSp modSp mod modTransition delAnim">
        <pc:chgData name="Daniel Toledo" userId="a5f0d6d9f75cb55a" providerId="LiveId" clId="{ACD04D09-4B4D-46FA-A2BF-BD08E7582957}" dt="2023-12-15T23:49:22.854" v="81" actId="478"/>
        <pc:sldMkLst>
          <pc:docMk/>
          <pc:sldMk cId="3270838591" sldId="263"/>
        </pc:sldMkLst>
        <pc:picChg chg="add del mod">
          <ac:chgData name="Daniel Toledo" userId="a5f0d6d9f75cb55a" providerId="LiveId" clId="{ACD04D09-4B4D-46FA-A2BF-BD08E7582957}" dt="2023-12-15T23:49:22.854" v="81" actId="478"/>
          <ac:picMkLst>
            <pc:docMk/>
            <pc:sldMk cId="3270838591" sldId="263"/>
            <ac:picMk id="9" creationId="{348A9E0F-7003-DD3E-2974-17872F8291DE}"/>
          </ac:picMkLst>
        </pc:picChg>
      </pc:sldChg>
      <pc:sldChg chg="addSp delSp modSp mod modTransition delAnim">
        <pc:chgData name="Daniel Toledo" userId="a5f0d6d9f75cb55a" providerId="LiveId" clId="{ACD04D09-4B4D-46FA-A2BF-BD08E7582957}" dt="2023-12-15T23:49:24.312" v="82" actId="478"/>
        <pc:sldMkLst>
          <pc:docMk/>
          <pc:sldMk cId="3581703056" sldId="264"/>
        </pc:sldMkLst>
        <pc:picChg chg="add del mod">
          <ac:chgData name="Daniel Toledo" userId="a5f0d6d9f75cb55a" providerId="LiveId" clId="{ACD04D09-4B4D-46FA-A2BF-BD08E7582957}" dt="2023-12-15T23:49:24.312" v="82" actId="478"/>
          <ac:picMkLst>
            <pc:docMk/>
            <pc:sldMk cId="3581703056" sldId="264"/>
            <ac:picMk id="6" creationId="{FFB7169D-9307-BF0C-62DB-5FFDEE2CCEED}"/>
          </ac:picMkLst>
        </pc:picChg>
      </pc:sldChg>
      <pc:sldChg chg="addSp delSp modSp mod modTransition delAnim">
        <pc:chgData name="Daniel Toledo" userId="a5f0d6d9f75cb55a" providerId="LiveId" clId="{ACD04D09-4B4D-46FA-A2BF-BD08E7582957}" dt="2023-12-15T23:49:27.608" v="84" actId="478"/>
        <pc:sldMkLst>
          <pc:docMk/>
          <pc:sldMk cId="3162224660" sldId="265"/>
        </pc:sldMkLst>
        <pc:picChg chg="add del mod">
          <ac:chgData name="Daniel Toledo" userId="a5f0d6d9f75cb55a" providerId="LiveId" clId="{ACD04D09-4B4D-46FA-A2BF-BD08E7582957}" dt="2023-12-15T23:49:27.608" v="84" actId="478"/>
          <ac:picMkLst>
            <pc:docMk/>
            <pc:sldMk cId="3162224660" sldId="265"/>
            <ac:picMk id="8" creationId="{ED4BB3C0-CCA4-5976-82DD-213AC1E16FC3}"/>
          </ac:picMkLst>
        </pc:picChg>
      </pc:sldChg>
      <pc:sldChg chg="addSp delSp modSp mod modTransition delAnim">
        <pc:chgData name="Daniel Toledo" userId="a5f0d6d9f75cb55a" providerId="LiveId" clId="{ACD04D09-4B4D-46FA-A2BF-BD08E7582957}" dt="2023-12-15T23:49:29.124" v="85" actId="478"/>
        <pc:sldMkLst>
          <pc:docMk/>
          <pc:sldMk cId="3830511040" sldId="266"/>
        </pc:sldMkLst>
        <pc:picChg chg="add del mod">
          <ac:chgData name="Daniel Toledo" userId="a5f0d6d9f75cb55a" providerId="LiveId" clId="{ACD04D09-4B4D-46FA-A2BF-BD08E7582957}" dt="2023-12-15T23:49:29.124" v="85" actId="478"/>
          <ac:picMkLst>
            <pc:docMk/>
            <pc:sldMk cId="3830511040" sldId="266"/>
            <ac:picMk id="4" creationId="{9E340D6A-0BD6-866E-74D1-12AA5EE6D1E3}"/>
          </ac:picMkLst>
        </pc:picChg>
      </pc:sldChg>
      <pc:sldChg chg="addSp delSp modSp mod modTransition delAnim">
        <pc:chgData name="Daniel Toledo" userId="a5f0d6d9f75cb55a" providerId="LiveId" clId="{ACD04D09-4B4D-46FA-A2BF-BD08E7582957}" dt="2023-12-15T23:49:25.791" v="83" actId="478"/>
        <pc:sldMkLst>
          <pc:docMk/>
          <pc:sldMk cId="2661709992" sldId="267"/>
        </pc:sldMkLst>
        <pc:picChg chg="add del mod">
          <ac:chgData name="Daniel Toledo" userId="a5f0d6d9f75cb55a" providerId="LiveId" clId="{ACD04D09-4B4D-46FA-A2BF-BD08E7582957}" dt="2023-12-15T23:49:25.791" v="83" actId="478"/>
          <ac:picMkLst>
            <pc:docMk/>
            <pc:sldMk cId="2661709992" sldId="267"/>
            <ac:picMk id="8" creationId="{071017E2-214C-4DF0-5F26-F3FC9F70B768}"/>
          </ac:picMkLst>
        </pc:picChg>
      </pc:sldChg>
      <pc:sldChg chg="addSp delSp modSp mod modTransition delAnim">
        <pc:chgData name="Daniel Toledo" userId="a5f0d6d9f75cb55a" providerId="LiveId" clId="{ACD04D09-4B4D-46FA-A2BF-BD08E7582957}" dt="2023-12-15T23:49:30.535" v="86" actId="478"/>
        <pc:sldMkLst>
          <pc:docMk/>
          <pc:sldMk cId="1169442767" sldId="268"/>
        </pc:sldMkLst>
        <pc:picChg chg="add del mod">
          <ac:chgData name="Daniel Toledo" userId="a5f0d6d9f75cb55a" providerId="LiveId" clId="{ACD04D09-4B4D-46FA-A2BF-BD08E7582957}" dt="2023-12-15T23:49:30.535" v="86" actId="478"/>
          <ac:picMkLst>
            <pc:docMk/>
            <pc:sldMk cId="1169442767" sldId="268"/>
            <ac:picMk id="6" creationId="{4686500B-8A8D-ACBC-051E-A2CC59F09984}"/>
          </ac:picMkLst>
        </pc:picChg>
      </pc:sldChg>
      <pc:sldChg chg="addSp delSp modSp mod modTransition delAnim">
        <pc:chgData name="Daniel Toledo" userId="a5f0d6d9f75cb55a" providerId="LiveId" clId="{ACD04D09-4B4D-46FA-A2BF-BD08E7582957}" dt="2023-12-15T23:49:31.891" v="87" actId="478"/>
        <pc:sldMkLst>
          <pc:docMk/>
          <pc:sldMk cId="628564935" sldId="269"/>
        </pc:sldMkLst>
        <pc:picChg chg="add del mod">
          <ac:chgData name="Daniel Toledo" userId="a5f0d6d9f75cb55a" providerId="LiveId" clId="{ACD04D09-4B4D-46FA-A2BF-BD08E7582957}" dt="2023-12-15T23:49:31.891" v="87" actId="478"/>
          <ac:picMkLst>
            <pc:docMk/>
            <pc:sldMk cId="628564935" sldId="269"/>
            <ac:picMk id="6" creationId="{245D2E97-B646-EEC7-FD11-4A08DD7B2854}"/>
          </ac:picMkLst>
        </pc:picChg>
      </pc:sldChg>
      <pc:sldChg chg="addSp delSp modSp mod modTransition delAnim">
        <pc:chgData name="Daniel Toledo" userId="a5f0d6d9f75cb55a" providerId="LiveId" clId="{ACD04D09-4B4D-46FA-A2BF-BD08E7582957}" dt="2023-12-15T23:49:33.258" v="88" actId="478"/>
        <pc:sldMkLst>
          <pc:docMk/>
          <pc:sldMk cId="669669139" sldId="270"/>
        </pc:sldMkLst>
        <pc:picChg chg="add del mod">
          <ac:chgData name="Daniel Toledo" userId="a5f0d6d9f75cb55a" providerId="LiveId" clId="{ACD04D09-4B4D-46FA-A2BF-BD08E7582957}" dt="2023-12-15T23:49:33.258" v="88" actId="478"/>
          <ac:picMkLst>
            <pc:docMk/>
            <pc:sldMk cId="669669139" sldId="270"/>
            <ac:picMk id="4" creationId="{8C85830C-62A5-A763-96C6-62C1E1C415C9}"/>
          </ac:picMkLst>
        </pc:picChg>
      </pc:sldChg>
      <pc:sldChg chg="addSp delSp modSp new mod modTransition delAnim">
        <pc:chgData name="Daniel Toledo" userId="a5f0d6d9f75cb55a" providerId="LiveId" clId="{ACD04D09-4B4D-46FA-A2BF-BD08E7582957}" dt="2023-12-15T23:49:34.726" v="89" actId="478"/>
        <pc:sldMkLst>
          <pc:docMk/>
          <pc:sldMk cId="1104481654" sldId="271"/>
        </pc:sldMkLst>
        <pc:spChg chg="mod">
          <ac:chgData name="Daniel Toledo" userId="a5f0d6d9f75cb55a" providerId="LiveId" clId="{ACD04D09-4B4D-46FA-A2BF-BD08E7582957}" dt="2023-12-15T18:15:58.234" v="41" actId="1076"/>
          <ac:spMkLst>
            <pc:docMk/>
            <pc:sldMk cId="1104481654" sldId="271"/>
            <ac:spMk id="2" creationId="{FB2F1BEA-3E98-3D97-5159-02736295AC39}"/>
          </ac:spMkLst>
        </pc:spChg>
        <pc:spChg chg="del">
          <ac:chgData name="Daniel Toledo" userId="a5f0d6d9f75cb55a" providerId="LiveId" clId="{ACD04D09-4B4D-46FA-A2BF-BD08E7582957}" dt="2023-12-15T18:14:29.266" v="19"/>
          <ac:spMkLst>
            <pc:docMk/>
            <pc:sldMk cId="1104481654" sldId="271"/>
            <ac:spMk id="3" creationId="{8B2AB039-DEC7-81F6-5675-6ABFE24BD094}"/>
          </ac:spMkLst>
        </pc:spChg>
        <pc:spChg chg="add mod">
          <ac:chgData name="Daniel Toledo" userId="a5f0d6d9f75cb55a" providerId="LiveId" clId="{ACD04D09-4B4D-46FA-A2BF-BD08E7582957}" dt="2023-12-15T18:15:55.495" v="40" actId="207"/>
          <ac:spMkLst>
            <pc:docMk/>
            <pc:sldMk cId="1104481654" sldId="271"/>
            <ac:spMk id="4" creationId="{0AC847CA-6B0F-0003-E5A8-61DF77A1E4DB}"/>
          </ac:spMkLst>
        </pc:spChg>
        <pc:picChg chg="add del mod">
          <ac:chgData name="Daniel Toledo" userId="a5f0d6d9f75cb55a" providerId="LiveId" clId="{ACD04D09-4B4D-46FA-A2BF-BD08E7582957}" dt="2023-12-15T23:49:34.726" v="89" actId="478"/>
          <ac:picMkLst>
            <pc:docMk/>
            <pc:sldMk cId="1104481654" sldId="271"/>
            <ac:picMk id="5" creationId="{39512907-DA83-5EB2-DDC4-382DAA998299}"/>
          </ac:picMkLst>
        </pc:picChg>
      </pc:sldChg>
    </pc:docChg>
  </pc:docChgLst>
  <pc:docChgLst>
    <pc:chgData name="Daniel Toledo" userId="a5f0d6d9f75cb55a" providerId="LiveId" clId="{686E8CBA-794F-45CF-98A7-21A3D56AC73E}"/>
    <pc:docChg chg="custSel addSld modSld">
      <pc:chgData name="Daniel Toledo" userId="a5f0d6d9f75cb55a" providerId="LiveId" clId="{686E8CBA-794F-45CF-98A7-21A3D56AC73E}" dt="2023-12-06T23:35:34.142" v="45" actId="27614"/>
      <pc:docMkLst>
        <pc:docMk/>
      </pc:docMkLst>
      <pc:sldChg chg="delSp">
        <pc:chgData name="Daniel Toledo" userId="a5f0d6d9f75cb55a" providerId="LiveId" clId="{686E8CBA-794F-45CF-98A7-21A3D56AC73E}" dt="2023-12-06T19:24:18.657" v="1"/>
        <pc:sldMkLst>
          <pc:docMk/>
          <pc:sldMk cId="993605615" sldId="256"/>
        </pc:sldMkLst>
        <pc:spChg chg="del">
          <ac:chgData name="Daniel Toledo" userId="a5f0d6d9f75cb55a" providerId="LiveId" clId="{686E8CBA-794F-45CF-98A7-21A3D56AC73E}" dt="2023-12-06T19:24:18.657" v="1"/>
          <ac:spMkLst>
            <pc:docMk/>
            <pc:sldMk cId="993605615" sldId="256"/>
            <ac:spMk id="3" creationId="{167F3EF9-C8CA-4F74-FD8A-99F696358222}"/>
          </ac:spMkLst>
        </pc:spChg>
      </pc:sldChg>
      <pc:sldChg chg="delSp">
        <pc:chgData name="Daniel Toledo" userId="a5f0d6d9f75cb55a" providerId="LiveId" clId="{686E8CBA-794F-45CF-98A7-21A3D56AC73E}" dt="2023-12-06T19:24:18.657" v="1"/>
        <pc:sldMkLst>
          <pc:docMk/>
          <pc:sldMk cId="3673344006" sldId="257"/>
        </pc:sldMkLst>
        <pc:spChg chg="del">
          <ac:chgData name="Daniel Toledo" userId="a5f0d6d9f75cb55a" providerId="LiveId" clId="{686E8CBA-794F-45CF-98A7-21A3D56AC73E}" dt="2023-12-06T19:24:18.657" v="1"/>
          <ac:spMkLst>
            <pc:docMk/>
            <pc:sldMk cId="3673344006" sldId="257"/>
            <ac:spMk id="4" creationId="{FBA535EF-E950-84FD-7C60-C38B282EB5CD}"/>
          </ac:spMkLst>
        </pc:spChg>
      </pc:sldChg>
      <pc:sldChg chg="delSp">
        <pc:chgData name="Daniel Toledo" userId="a5f0d6d9f75cb55a" providerId="LiveId" clId="{686E8CBA-794F-45CF-98A7-21A3D56AC73E}" dt="2023-12-06T19:24:18.657" v="1"/>
        <pc:sldMkLst>
          <pc:docMk/>
          <pc:sldMk cId="3527147444" sldId="258"/>
        </pc:sldMkLst>
        <pc:spChg chg="del">
          <ac:chgData name="Daniel Toledo" userId="a5f0d6d9f75cb55a" providerId="LiveId" clId="{686E8CBA-794F-45CF-98A7-21A3D56AC73E}" dt="2023-12-06T19:24:18.657" v="1"/>
          <ac:spMkLst>
            <pc:docMk/>
            <pc:sldMk cId="3527147444" sldId="258"/>
            <ac:spMk id="4" creationId="{576319D4-8C04-C04B-730A-86519E11B4DE}"/>
          </ac:spMkLst>
        </pc:spChg>
      </pc:sldChg>
      <pc:sldChg chg="delSp">
        <pc:chgData name="Daniel Toledo" userId="a5f0d6d9f75cb55a" providerId="LiveId" clId="{686E8CBA-794F-45CF-98A7-21A3D56AC73E}" dt="2023-12-06T19:24:18.657" v="1"/>
        <pc:sldMkLst>
          <pc:docMk/>
          <pc:sldMk cId="2365239600" sldId="259"/>
        </pc:sldMkLst>
        <pc:spChg chg="del">
          <ac:chgData name="Daniel Toledo" userId="a5f0d6d9f75cb55a" providerId="LiveId" clId="{686E8CBA-794F-45CF-98A7-21A3D56AC73E}" dt="2023-12-06T19:24:18.657" v="1"/>
          <ac:spMkLst>
            <pc:docMk/>
            <pc:sldMk cId="2365239600" sldId="259"/>
            <ac:spMk id="5" creationId="{B97512B1-C123-CCA5-42DE-075F9CDC4873}"/>
          </ac:spMkLst>
        </pc:spChg>
      </pc:sldChg>
      <pc:sldChg chg="delSp">
        <pc:chgData name="Daniel Toledo" userId="a5f0d6d9f75cb55a" providerId="LiveId" clId="{686E8CBA-794F-45CF-98A7-21A3D56AC73E}" dt="2023-12-06T19:24:18.657" v="1"/>
        <pc:sldMkLst>
          <pc:docMk/>
          <pc:sldMk cId="4177208024" sldId="260"/>
        </pc:sldMkLst>
        <pc:spChg chg="del">
          <ac:chgData name="Daniel Toledo" userId="a5f0d6d9f75cb55a" providerId="LiveId" clId="{686E8CBA-794F-45CF-98A7-21A3D56AC73E}" dt="2023-12-06T19:24:18.657" v="1"/>
          <ac:spMkLst>
            <pc:docMk/>
            <pc:sldMk cId="4177208024" sldId="260"/>
            <ac:spMk id="4" creationId="{428EAA6D-6F2B-11A0-2E80-BB17E167BF1B}"/>
          </ac:spMkLst>
        </pc:spChg>
      </pc:sldChg>
      <pc:sldChg chg="delSp">
        <pc:chgData name="Daniel Toledo" userId="a5f0d6d9f75cb55a" providerId="LiveId" clId="{686E8CBA-794F-45CF-98A7-21A3D56AC73E}" dt="2023-12-06T19:24:18.657" v="1"/>
        <pc:sldMkLst>
          <pc:docMk/>
          <pc:sldMk cId="1950024751" sldId="262"/>
        </pc:sldMkLst>
        <pc:spChg chg="del">
          <ac:chgData name="Daniel Toledo" userId="a5f0d6d9f75cb55a" providerId="LiveId" clId="{686E8CBA-794F-45CF-98A7-21A3D56AC73E}" dt="2023-12-06T19:24:18.657" v="1"/>
          <ac:spMkLst>
            <pc:docMk/>
            <pc:sldMk cId="1950024751" sldId="262"/>
            <ac:spMk id="3" creationId="{913017EE-5F1E-3625-BA48-B0DEFAA0D2FE}"/>
          </ac:spMkLst>
        </pc:spChg>
      </pc:sldChg>
      <pc:sldChg chg="delSp modSp mod">
        <pc:chgData name="Daniel Toledo" userId="a5f0d6d9f75cb55a" providerId="LiveId" clId="{686E8CBA-794F-45CF-98A7-21A3D56AC73E}" dt="2023-12-06T19:24:40.395" v="4" actId="1076"/>
        <pc:sldMkLst>
          <pc:docMk/>
          <pc:sldMk cId="3270838591" sldId="263"/>
        </pc:sldMkLst>
        <pc:spChg chg="mod">
          <ac:chgData name="Daniel Toledo" userId="a5f0d6d9f75cb55a" providerId="LiveId" clId="{686E8CBA-794F-45CF-98A7-21A3D56AC73E}" dt="2023-12-06T19:24:08.034" v="0" actId="20577"/>
          <ac:spMkLst>
            <pc:docMk/>
            <pc:sldMk cId="3270838591" sldId="263"/>
            <ac:spMk id="3" creationId="{6DCDAB1C-432A-9B31-4A63-852F08DC5C84}"/>
          </ac:spMkLst>
        </pc:spChg>
        <pc:spChg chg="del">
          <ac:chgData name="Daniel Toledo" userId="a5f0d6d9f75cb55a" providerId="LiveId" clId="{686E8CBA-794F-45CF-98A7-21A3D56AC73E}" dt="2023-12-06T19:24:18.657" v="1"/>
          <ac:spMkLst>
            <pc:docMk/>
            <pc:sldMk cId="3270838591" sldId="263"/>
            <ac:spMk id="6" creationId="{41D02C3F-0881-B2A1-E2A9-D195887436C9}"/>
          </ac:spMkLst>
        </pc:spChg>
        <pc:spChg chg="mod">
          <ac:chgData name="Daniel Toledo" userId="a5f0d6d9f75cb55a" providerId="LiveId" clId="{686E8CBA-794F-45CF-98A7-21A3D56AC73E}" dt="2023-12-06T19:24:40.395" v="4" actId="1076"/>
          <ac:spMkLst>
            <pc:docMk/>
            <pc:sldMk cId="3270838591" sldId="263"/>
            <ac:spMk id="7" creationId="{7C33C61E-954D-17F0-6D5F-860221F562D6}"/>
          </ac:spMkLst>
        </pc:spChg>
        <pc:picChg chg="mod">
          <ac:chgData name="Daniel Toledo" userId="a5f0d6d9f75cb55a" providerId="LiveId" clId="{686E8CBA-794F-45CF-98A7-21A3D56AC73E}" dt="2023-12-06T19:24:34.700" v="2" actId="1076"/>
          <ac:picMkLst>
            <pc:docMk/>
            <pc:sldMk cId="3270838591" sldId="263"/>
            <ac:picMk id="4" creationId="{6D587CB8-3358-CE3F-49B7-DE6DA35CB75E}"/>
          </ac:picMkLst>
        </pc:picChg>
        <pc:picChg chg="mod">
          <ac:chgData name="Daniel Toledo" userId="a5f0d6d9f75cb55a" providerId="LiveId" clId="{686E8CBA-794F-45CF-98A7-21A3D56AC73E}" dt="2023-12-06T19:24:36.604" v="3" actId="1076"/>
          <ac:picMkLst>
            <pc:docMk/>
            <pc:sldMk cId="3270838591" sldId="263"/>
            <ac:picMk id="5" creationId="{22610792-2B57-CC52-CA7A-6AEC0C89217E}"/>
          </ac:picMkLst>
        </pc:picChg>
      </pc:sldChg>
      <pc:sldChg chg="delSp modSp mod">
        <pc:chgData name="Daniel Toledo" userId="a5f0d6d9f75cb55a" providerId="LiveId" clId="{686E8CBA-794F-45CF-98A7-21A3D56AC73E}" dt="2023-12-06T19:24:51.120" v="5" actId="20577"/>
        <pc:sldMkLst>
          <pc:docMk/>
          <pc:sldMk cId="3581703056" sldId="264"/>
        </pc:sldMkLst>
        <pc:spChg chg="mod">
          <ac:chgData name="Daniel Toledo" userId="a5f0d6d9f75cb55a" providerId="LiveId" clId="{686E8CBA-794F-45CF-98A7-21A3D56AC73E}" dt="2023-12-06T19:24:51.120" v="5" actId="20577"/>
          <ac:spMkLst>
            <pc:docMk/>
            <pc:sldMk cId="3581703056" sldId="264"/>
            <ac:spMk id="2" creationId="{A288B3A4-7A66-A5E2-0A5A-0474FDC0F480}"/>
          </ac:spMkLst>
        </pc:spChg>
        <pc:spChg chg="del">
          <ac:chgData name="Daniel Toledo" userId="a5f0d6d9f75cb55a" providerId="LiveId" clId="{686E8CBA-794F-45CF-98A7-21A3D56AC73E}" dt="2023-12-06T19:24:18.657" v="1"/>
          <ac:spMkLst>
            <pc:docMk/>
            <pc:sldMk cId="3581703056" sldId="264"/>
            <ac:spMk id="4" creationId="{9916D024-A15D-7F19-F9A9-50C2D263DFCF}"/>
          </ac:spMkLst>
        </pc:spChg>
      </pc:sldChg>
      <pc:sldChg chg="addSp delSp modSp new mod setBg setClrOvrMap">
        <pc:chgData name="Daniel Toledo" userId="a5f0d6d9f75cb55a" providerId="LiveId" clId="{686E8CBA-794F-45CF-98A7-21A3D56AC73E}" dt="2023-12-06T19:27:50.322" v="23" actId="26606"/>
        <pc:sldMkLst>
          <pc:docMk/>
          <pc:sldMk cId="3830511040" sldId="266"/>
        </pc:sldMkLst>
        <pc:spChg chg="mod">
          <ac:chgData name="Daniel Toledo" userId="a5f0d6d9f75cb55a" providerId="LiveId" clId="{686E8CBA-794F-45CF-98A7-21A3D56AC73E}" dt="2023-12-06T19:27:50.322" v="23" actId="26606"/>
          <ac:spMkLst>
            <pc:docMk/>
            <pc:sldMk cId="3830511040" sldId="266"/>
            <ac:spMk id="2" creationId="{18BC4C82-A478-6A01-FB6D-FEC01D1B8A62}"/>
          </ac:spMkLst>
        </pc:spChg>
        <pc:spChg chg="del">
          <ac:chgData name="Daniel Toledo" userId="a5f0d6d9f75cb55a" providerId="LiveId" clId="{686E8CBA-794F-45CF-98A7-21A3D56AC73E}" dt="2023-12-06T19:27:45.606" v="20"/>
          <ac:spMkLst>
            <pc:docMk/>
            <pc:sldMk cId="3830511040" sldId="266"/>
            <ac:spMk id="3" creationId="{E93E894B-E26E-043F-22CC-5E80997727D9}"/>
          </ac:spMkLst>
        </pc:spChg>
        <pc:spChg chg="add">
          <ac:chgData name="Daniel Toledo" userId="a5f0d6d9f75cb55a" providerId="LiveId" clId="{686E8CBA-794F-45CF-98A7-21A3D56AC73E}" dt="2023-12-06T19:27:50.322" v="23" actId="26606"/>
          <ac:spMkLst>
            <pc:docMk/>
            <pc:sldMk cId="3830511040" sldId="266"/>
            <ac:spMk id="9" creationId="{8E114E55-555D-2F78-3FB0-3088728840D1}"/>
          </ac:spMkLst>
        </pc:spChg>
        <pc:spChg chg="add">
          <ac:chgData name="Daniel Toledo" userId="a5f0d6d9f75cb55a" providerId="LiveId" clId="{686E8CBA-794F-45CF-98A7-21A3D56AC73E}" dt="2023-12-06T19:27:50.322" v="23" actId="26606"/>
          <ac:spMkLst>
            <pc:docMk/>
            <pc:sldMk cId="3830511040" sldId="266"/>
            <ac:spMk id="12" creationId="{3CBA50DB-DBC7-4B6E-B3C1-8FF1EA519791}"/>
          </ac:spMkLst>
        </pc:spChg>
        <pc:spChg chg="add">
          <ac:chgData name="Daniel Toledo" userId="a5f0d6d9f75cb55a" providerId="LiveId" clId="{686E8CBA-794F-45CF-98A7-21A3D56AC73E}" dt="2023-12-06T19:27:50.322" v="23" actId="26606"/>
          <ac:spMkLst>
            <pc:docMk/>
            <pc:sldMk cId="3830511040" sldId="266"/>
            <ac:spMk id="57" creationId="{A1351C6B-7343-451F-AB4A-1CE294A4E927}"/>
          </ac:spMkLst>
        </pc:spChg>
        <pc:grpChg chg="add">
          <ac:chgData name="Daniel Toledo" userId="a5f0d6d9f75cb55a" providerId="LiveId" clId="{686E8CBA-794F-45CF-98A7-21A3D56AC73E}" dt="2023-12-06T19:27:50.322" v="23" actId="26606"/>
          <ac:grpSpMkLst>
            <pc:docMk/>
            <pc:sldMk cId="3830511040" sldId="266"/>
            <ac:grpSpMk id="14" creationId="{1DED8FB6-AF8D-4D98-913D-E6486FEC1021}"/>
          </ac:grpSpMkLst>
        </pc:grpChg>
        <pc:picChg chg="add mod">
          <ac:chgData name="Daniel Toledo" userId="a5f0d6d9f75cb55a" providerId="LiveId" clId="{686E8CBA-794F-45CF-98A7-21A3D56AC73E}" dt="2023-12-06T19:27:50.322" v="23" actId="26606"/>
          <ac:picMkLst>
            <pc:docMk/>
            <pc:sldMk cId="3830511040" sldId="266"/>
            <ac:picMk id="5" creationId="{E2ABF92D-F8F9-17B3-3DE9-77F54D4CE347}"/>
          </ac:picMkLst>
        </pc:picChg>
        <pc:picChg chg="add">
          <ac:chgData name="Daniel Toledo" userId="a5f0d6d9f75cb55a" providerId="LiveId" clId="{686E8CBA-794F-45CF-98A7-21A3D56AC73E}" dt="2023-12-06T19:27:50.322" v="23" actId="26606"/>
          <ac:picMkLst>
            <pc:docMk/>
            <pc:sldMk cId="3830511040" sldId="266"/>
            <ac:picMk id="55" creationId="{5B3DE270-418F-47A7-B311-C4D876041DC6}"/>
          </ac:picMkLst>
        </pc:picChg>
      </pc:sldChg>
      <pc:sldChg chg="addSp modSp new mod setBg">
        <pc:chgData name="Daniel Toledo" userId="a5f0d6d9f75cb55a" providerId="LiveId" clId="{686E8CBA-794F-45CF-98A7-21A3D56AC73E}" dt="2023-12-06T23:35:34.142" v="45" actId="27614"/>
        <pc:sldMkLst>
          <pc:docMk/>
          <pc:sldMk cId="2661709992" sldId="267"/>
        </pc:sldMkLst>
        <pc:spChg chg="mod">
          <ac:chgData name="Daniel Toledo" userId="a5f0d6d9f75cb55a" providerId="LiveId" clId="{686E8CBA-794F-45CF-98A7-21A3D56AC73E}" dt="2023-12-06T23:34:35.533" v="43" actId="26606"/>
          <ac:spMkLst>
            <pc:docMk/>
            <pc:sldMk cId="2661709992" sldId="267"/>
            <ac:spMk id="2" creationId="{F57BA98C-B0CB-3EE9-0A6E-2328DC7F6FF4}"/>
          </ac:spMkLst>
        </pc:spChg>
        <pc:spChg chg="mod">
          <ac:chgData name="Daniel Toledo" userId="a5f0d6d9f75cb55a" providerId="LiveId" clId="{686E8CBA-794F-45CF-98A7-21A3D56AC73E}" dt="2023-12-06T23:34:35.533" v="43" actId="26606"/>
          <ac:spMkLst>
            <pc:docMk/>
            <pc:sldMk cId="2661709992" sldId="267"/>
            <ac:spMk id="3" creationId="{F6D4C1C0-AB5E-1E63-B124-4860AFA1A884}"/>
          </ac:spMkLst>
        </pc:spChg>
        <pc:spChg chg="add">
          <ac:chgData name="Daniel Toledo" userId="a5f0d6d9f75cb55a" providerId="LiveId" clId="{686E8CBA-794F-45CF-98A7-21A3D56AC73E}" dt="2023-12-06T23:34:35.533" v="43" actId="26606"/>
          <ac:spMkLst>
            <pc:docMk/>
            <pc:sldMk cId="2661709992" sldId="267"/>
            <ac:spMk id="10" creationId="{A0F3E2DF-E827-4D2A-A6D3-15B8451C8784}"/>
          </ac:spMkLst>
        </pc:spChg>
        <pc:picChg chg="add mod ord">
          <ac:chgData name="Daniel Toledo" userId="a5f0d6d9f75cb55a" providerId="LiveId" clId="{686E8CBA-794F-45CF-98A7-21A3D56AC73E}" dt="2023-12-06T23:35:34.013" v="44" actId="27614"/>
          <ac:picMkLst>
            <pc:docMk/>
            <pc:sldMk cId="2661709992" sldId="267"/>
            <ac:picMk id="4" creationId="{32243392-CA9A-CA86-5B0C-C002E6B60077}"/>
          </ac:picMkLst>
        </pc:picChg>
        <pc:picChg chg="add mod">
          <ac:chgData name="Daniel Toledo" userId="a5f0d6d9f75cb55a" providerId="LiveId" clId="{686E8CBA-794F-45CF-98A7-21A3D56AC73E}" dt="2023-12-06T23:35:34.142" v="45" actId="27614"/>
          <ac:picMkLst>
            <pc:docMk/>
            <pc:sldMk cId="2661709992" sldId="267"/>
            <ac:picMk id="5" creationId="{071277A6-B628-76BF-FB8F-53C2DB1585B7}"/>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3" dt="2023-12-27T11:35:07.102" idx="1">
    <p:pos x="10" y="10"/>
    <p:text>se identifica principalmente foco a la solución no al problema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3-12-27T11:35:46.395" idx="2">
    <p:pos x="4050" y="814"/>
    <p:text>el objetivo debe presentar na estructura en particular...</p:text>
    <p:extLst>
      <p:ext uri="{C676402C-5697-4E1C-873F-D02D1690AC5C}">
        <p15:threadingInfo xmlns:p15="http://schemas.microsoft.com/office/powerpoint/2012/main" timeZoneBias="180"/>
      </p:ext>
    </p:extLst>
  </p:cm>
  <p:cm authorId="3" dt="2023-12-27T11:36:16.562" idx="3">
    <p:pos x="4050" y="950"/>
    <p:text>los obj. específicos estar bien</p:text>
    <p:extLst>
      <p:ext uri="{C676402C-5697-4E1C-873F-D02D1690AC5C}">
        <p15:threadingInfo xmlns:p15="http://schemas.microsoft.com/office/powerpoint/2012/main" timeZoneBias="180">
          <p15:parentCm authorId="3" idx="2"/>
        </p15:threadingInfo>
      </p:ext>
    </p:extLst>
  </p:cm>
  <p:cm authorId="3" dt="2023-12-27T11:37:00.176" idx="4">
    <p:pos x="4050" y="1086"/>
    <p:text>las prez. de investigación son guía para la búsqueda de solución... muy bien</p:text>
    <p:extLst>
      <p:ext uri="{C676402C-5697-4E1C-873F-D02D1690AC5C}">
        <p15:threadingInfo xmlns:p15="http://schemas.microsoft.com/office/powerpoint/2012/main" timeZoneBias="180">
          <p15:parentCm authorId="3" idx="2"/>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1-23T14:35:14.685" idx="4">
    <p:pos x="10" y="10"/>
    <p:text>involucrar mas detalle de los temas matematicos</p:text>
    <p:extLst>
      <p:ext uri="{C676402C-5697-4E1C-873F-D02D1690AC5C}">
        <p15:threadingInfo xmlns:p15="http://schemas.microsoft.com/office/powerpoint/2012/main" timeZoneBias="180"/>
      </p:ext>
    </p:extLst>
  </p:cm>
  <p:cm authorId="3" dt="2023-12-27T11:37:24.556" idx="5">
    <p:pos x="10" y="146"/>
    <p:text>faltan referencias APA</p:text>
    <p:extLst>
      <p:ext uri="{C676402C-5697-4E1C-873F-D02D1690AC5C}">
        <p15:threadingInfo xmlns:p15="http://schemas.microsoft.com/office/powerpoint/2012/main" timeZoneBias="180">
          <p15:parentCm authorId="1" idx="4"/>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1-23T14:36:09.754" idx="5">
    <p:pos x="10" y="10"/>
    <p:text>realizar mas detalle del cronograma, con tiempos específicos y tareas</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3" dt="2023-12-27T11:37:51.037" idx="6">
    <p:pos x="10" y="10"/>
    <p:text>falta uso APA en imagen</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3" dt="2023-12-27T11:38:51.985" idx="7">
    <p:pos x="7464" y="2586"/>
    <p:text>hubiera sido mejor mostrar mas detalle de la imagen de las herramientas y cálculos encontrados</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3" dt="2023-12-27T11:39:27.625" idx="8">
    <p:pos x="10" y="10"/>
    <p:text>muy bien</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3" dt="2023-12-27T11:42:09.644" idx="9">
    <p:pos x="10" y="10"/>
    <p:text>¿cual es la idea de agregar 3 kg de peso por cada para choques?... ¿no se puede cambiar el para choques que posee de 5kg y cambiarlo por el de 3 kg?... de esa manera agregamos asistencia del material, disminuimos peso y aumentamos potencia?</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B162AD-8344-424C-B842-75CFEA1C178F}"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C19EED65-2FA4-4E24-A41E-307610317AD7}">
      <dgm:prSet custT="1"/>
      <dgm:spPr/>
      <dgm:t>
        <a:bodyPr/>
        <a:lstStyle/>
        <a:p>
          <a:pPr algn="just"/>
          <a:r>
            <a:rPr lang="es-CL" sz="1500" dirty="0">
              <a:latin typeface="Arial" panose="020B0604020202020204" pitchFamily="34" charset="0"/>
              <a:cs typeface="Arial" panose="020B0604020202020204" pitchFamily="34" charset="0"/>
            </a:rPr>
            <a:t>Como el microlattice no es tan fácil de conseguir como el metal o cualquier tipo de metal, se tomará como ejemplo el material que se tenga a mano en donde se procederá a crear diversos tipos de medidas a las estructuras del vehículo, viendo sus respectivas medidas, ángulos y dimensiones que necesita.</a:t>
          </a:r>
          <a:endParaRPr lang="en-US" sz="1500" dirty="0">
            <a:latin typeface="Arial" panose="020B0604020202020204" pitchFamily="34" charset="0"/>
            <a:cs typeface="Arial" panose="020B0604020202020204" pitchFamily="34" charset="0"/>
          </a:endParaRPr>
        </a:p>
      </dgm:t>
    </dgm:pt>
    <dgm:pt modelId="{976F7000-C60D-4888-A862-5450143A314C}" type="parTrans" cxnId="{4158A4D3-33DD-4F2C-AF00-E56F72E2B9CD}">
      <dgm:prSet/>
      <dgm:spPr/>
      <dgm:t>
        <a:bodyPr/>
        <a:lstStyle/>
        <a:p>
          <a:endParaRPr lang="en-US"/>
        </a:p>
      </dgm:t>
    </dgm:pt>
    <dgm:pt modelId="{8665ABCC-DEEF-4A7D-8591-F9939C8C3C0A}" type="sibTrans" cxnId="{4158A4D3-33DD-4F2C-AF00-E56F72E2B9CD}">
      <dgm:prSet/>
      <dgm:spPr/>
      <dgm:t>
        <a:bodyPr/>
        <a:lstStyle/>
        <a:p>
          <a:endParaRPr lang="en-US"/>
        </a:p>
      </dgm:t>
    </dgm:pt>
    <dgm:pt modelId="{10FD8C6D-3F4E-4807-8867-C4B21C8127B3}">
      <dgm:prSet custT="1"/>
      <dgm:spPr/>
      <dgm:t>
        <a:bodyPr/>
        <a:lstStyle/>
        <a:p>
          <a:pPr algn="just"/>
          <a:r>
            <a:rPr lang="es-CL" sz="1500" dirty="0">
              <a:latin typeface="Arial" panose="020B0604020202020204" pitchFamily="34" charset="0"/>
              <a:cs typeface="Arial" panose="020B0604020202020204" pitchFamily="34" charset="0"/>
            </a:rPr>
            <a:t>Las primeras semanas se harán investigaciones a los distintos tipos de vulnerabilidades que sufren los vehículos al minuto de tener un accidente, en donde se tomarán esos datos y se harán los respectivos análisis para poder llevar a cabo este proyecto para la seguridad de las personas al momento de sufrir accidente.</a:t>
          </a:r>
          <a:endParaRPr lang="en-US" sz="1500" dirty="0">
            <a:latin typeface="Arial" panose="020B0604020202020204" pitchFamily="34" charset="0"/>
            <a:cs typeface="Arial" panose="020B0604020202020204" pitchFamily="34" charset="0"/>
          </a:endParaRPr>
        </a:p>
      </dgm:t>
    </dgm:pt>
    <dgm:pt modelId="{E6D5389C-27C2-4E6A-98F8-DBCF40F3C557}" type="parTrans" cxnId="{D61BE7D0-D85F-46CC-9602-3B337EE80826}">
      <dgm:prSet/>
      <dgm:spPr/>
      <dgm:t>
        <a:bodyPr/>
        <a:lstStyle/>
        <a:p>
          <a:endParaRPr lang="en-US"/>
        </a:p>
      </dgm:t>
    </dgm:pt>
    <dgm:pt modelId="{AD7746F9-BEB6-402B-8BF9-774263D3ADCE}" type="sibTrans" cxnId="{D61BE7D0-D85F-46CC-9602-3B337EE80826}">
      <dgm:prSet/>
      <dgm:spPr/>
      <dgm:t>
        <a:bodyPr/>
        <a:lstStyle/>
        <a:p>
          <a:endParaRPr lang="en-US"/>
        </a:p>
      </dgm:t>
    </dgm:pt>
    <dgm:pt modelId="{E538261B-F4EC-4AB1-A61C-E8700ED5F501}" type="pres">
      <dgm:prSet presAssocID="{56B162AD-8344-424C-B842-75CFEA1C178F}" presName="hierChild1" presStyleCnt="0">
        <dgm:presLayoutVars>
          <dgm:chPref val="1"/>
          <dgm:dir/>
          <dgm:animOne val="branch"/>
          <dgm:animLvl val="lvl"/>
          <dgm:resizeHandles/>
        </dgm:presLayoutVars>
      </dgm:prSet>
      <dgm:spPr/>
    </dgm:pt>
    <dgm:pt modelId="{12F2D133-A646-4DEC-BC6F-ED22DF8381B1}" type="pres">
      <dgm:prSet presAssocID="{C19EED65-2FA4-4E24-A41E-307610317AD7}" presName="hierRoot1" presStyleCnt="0"/>
      <dgm:spPr/>
    </dgm:pt>
    <dgm:pt modelId="{5386FCB0-F24D-4278-A586-A41E80FF8406}" type="pres">
      <dgm:prSet presAssocID="{C19EED65-2FA4-4E24-A41E-307610317AD7}" presName="composite" presStyleCnt="0"/>
      <dgm:spPr/>
    </dgm:pt>
    <dgm:pt modelId="{4FAD7289-A2C3-4375-AB9B-F22967778055}" type="pres">
      <dgm:prSet presAssocID="{C19EED65-2FA4-4E24-A41E-307610317AD7}" presName="background" presStyleLbl="node0" presStyleIdx="0" presStyleCnt="2"/>
      <dgm:spPr/>
    </dgm:pt>
    <dgm:pt modelId="{BDDE5FCB-392F-46A9-A119-AE9AC87654F2}" type="pres">
      <dgm:prSet presAssocID="{C19EED65-2FA4-4E24-A41E-307610317AD7}" presName="text" presStyleLbl="fgAcc0" presStyleIdx="0" presStyleCnt="2">
        <dgm:presLayoutVars>
          <dgm:chPref val="3"/>
        </dgm:presLayoutVars>
      </dgm:prSet>
      <dgm:spPr/>
    </dgm:pt>
    <dgm:pt modelId="{62664D1C-4A69-4BC5-A2ED-7B86BC7BB500}" type="pres">
      <dgm:prSet presAssocID="{C19EED65-2FA4-4E24-A41E-307610317AD7}" presName="hierChild2" presStyleCnt="0"/>
      <dgm:spPr/>
    </dgm:pt>
    <dgm:pt modelId="{403BADF9-DEBD-4719-8A45-278F45924725}" type="pres">
      <dgm:prSet presAssocID="{10FD8C6D-3F4E-4807-8867-C4B21C8127B3}" presName="hierRoot1" presStyleCnt="0"/>
      <dgm:spPr/>
    </dgm:pt>
    <dgm:pt modelId="{E8A3E86C-C226-43BF-BE1D-97B9FC5044EF}" type="pres">
      <dgm:prSet presAssocID="{10FD8C6D-3F4E-4807-8867-C4B21C8127B3}" presName="composite" presStyleCnt="0"/>
      <dgm:spPr/>
    </dgm:pt>
    <dgm:pt modelId="{D344F91E-8A14-440F-8A0F-6C1D7B23E699}" type="pres">
      <dgm:prSet presAssocID="{10FD8C6D-3F4E-4807-8867-C4B21C8127B3}" presName="background" presStyleLbl="node0" presStyleIdx="1" presStyleCnt="2"/>
      <dgm:spPr/>
    </dgm:pt>
    <dgm:pt modelId="{C1BE553A-7849-44A0-82A2-D804CAF9B09E}" type="pres">
      <dgm:prSet presAssocID="{10FD8C6D-3F4E-4807-8867-C4B21C8127B3}" presName="text" presStyleLbl="fgAcc0" presStyleIdx="1" presStyleCnt="2">
        <dgm:presLayoutVars>
          <dgm:chPref val="3"/>
        </dgm:presLayoutVars>
      </dgm:prSet>
      <dgm:spPr/>
    </dgm:pt>
    <dgm:pt modelId="{128B5AA5-1A8B-4A9D-94A0-3933DA9220B8}" type="pres">
      <dgm:prSet presAssocID="{10FD8C6D-3F4E-4807-8867-C4B21C8127B3}" presName="hierChild2" presStyleCnt="0"/>
      <dgm:spPr/>
    </dgm:pt>
  </dgm:ptLst>
  <dgm:cxnLst>
    <dgm:cxn modelId="{E5BDCC01-5E7C-49BD-B15A-4701C3BFEDDA}" type="presOf" srcId="{C19EED65-2FA4-4E24-A41E-307610317AD7}" destId="{BDDE5FCB-392F-46A9-A119-AE9AC87654F2}" srcOrd="0" destOrd="0" presId="urn:microsoft.com/office/officeart/2005/8/layout/hierarchy1"/>
    <dgm:cxn modelId="{56578A06-7A85-45C7-B0BD-2E62F314218A}" type="presOf" srcId="{10FD8C6D-3F4E-4807-8867-C4B21C8127B3}" destId="{C1BE553A-7849-44A0-82A2-D804CAF9B09E}" srcOrd="0" destOrd="0" presId="urn:microsoft.com/office/officeart/2005/8/layout/hierarchy1"/>
    <dgm:cxn modelId="{D61BE7D0-D85F-46CC-9602-3B337EE80826}" srcId="{56B162AD-8344-424C-B842-75CFEA1C178F}" destId="{10FD8C6D-3F4E-4807-8867-C4B21C8127B3}" srcOrd="1" destOrd="0" parTransId="{E6D5389C-27C2-4E6A-98F8-DBCF40F3C557}" sibTransId="{AD7746F9-BEB6-402B-8BF9-774263D3ADCE}"/>
    <dgm:cxn modelId="{4158A4D3-33DD-4F2C-AF00-E56F72E2B9CD}" srcId="{56B162AD-8344-424C-B842-75CFEA1C178F}" destId="{C19EED65-2FA4-4E24-A41E-307610317AD7}" srcOrd="0" destOrd="0" parTransId="{976F7000-C60D-4888-A862-5450143A314C}" sibTransId="{8665ABCC-DEEF-4A7D-8591-F9939C8C3C0A}"/>
    <dgm:cxn modelId="{745F50D7-CCFA-488E-B75C-AFDBE8163098}" type="presOf" srcId="{56B162AD-8344-424C-B842-75CFEA1C178F}" destId="{E538261B-F4EC-4AB1-A61C-E8700ED5F501}" srcOrd="0" destOrd="0" presId="urn:microsoft.com/office/officeart/2005/8/layout/hierarchy1"/>
    <dgm:cxn modelId="{BC140C00-950B-4056-9720-E40BBDA7FFC6}" type="presParOf" srcId="{E538261B-F4EC-4AB1-A61C-E8700ED5F501}" destId="{12F2D133-A646-4DEC-BC6F-ED22DF8381B1}" srcOrd="0" destOrd="0" presId="urn:microsoft.com/office/officeart/2005/8/layout/hierarchy1"/>
    <dgm:cxn modelId="{8D97340C-CCFA-4F87-8107-36F276D29102}" type="presParOf" srcId="{12F2D133-A646-4DEC-BC6F-ED22DF8381B1}" destId="{5386FCB0-F24D-4278-A586-A41E80FF8406}" srcOrd="0" destOrd="0" presId="urn:microsoft.com/office/officeart/2005/8/layout/hierarchy1"/>
    <dgm:cxn modelId="{71E3E0C7-7F16-4D91-BD6A-7ED94A648D83}" type="presParOf" srcId="{5386FCB0-F24D-4278-A586-A41E80FF8406}" destId="{4FAD7289-A2C3-4375-AB9B-F22967778055}" srcOrd="0" destOrd="0" presId="urn:microsoft.com/office/officeart/2005/8/layout/hierarchy1"/>
    <dgm:cxn modelId="{3E4BC19F-B4DE-4777-8DAE-ED1D33435D56}" type="presParOf" srcId="{5386FCB0-F24D-4278-A586-A41E80FF8406}" destId="{BDDE5FCB-392F-46A9-A119-AE9AC87654F2}" srcOrd="1" destOrd="0" presId="urn:microsoft.com/office/officeart/2005/8/layout/hierarchy1"/>
    <dgm:cxn modelId="{7DB56F1F-784C-49E3-BE80-7EB4A9FCFC9F}" type="presParOf" srcId="{12F2D133-A646-4DEC-BC6F-ED22DF8381B1}" destId="{62664D1C-4A69-4BC5-A2ED-7B86BC7BB500}" srcOrd="1" destOrd="0" presId="urn:microsoft.com/office/officeart/2005/8/layout/hierarchy1"/>
    <dgm:cxn modelId="{F2D85912-073D-4348-9AAE-DA173BA08E9C}" type="presParOf" srcId="{E538261B-F4EC-4AB1-A61C-E8700ED5F501}" destId="{403BADF9-DEBD-4719-8A45-278F45924725}" srcOrd="1" destOrd="0" presId="urn:microsoft.com/office/officeart/2005/8/layout/hierarchy1"/>
    <dgm:cxn modelId="{710602C0-7658-464E-9EAD-375A1C57D5FE}" type="presParOf" srcId="{403BADF9-DEBD-4719-8A45-278F45924725}" destId="{E8A3E86C-C226-43BF-BE1D-97B9FC5044EF}" srcOrd="0" destOrd="0" presId="urn:microsoft.com/office/officeart/2005/8/layout/hierarchy1"/>
    <dgm:cxn modelId="{2CF9D92E-9093-43D6-87E4-84FFB4796226}" type="presParOf" srcId="{E8A3E86C-C226-43BF-BE1D-97B9FC5044EF}" destId="{D344F91E-8A14-440F-8A0F-6C1D7B23E699}" srcOrd="0" destOrd="0" presId="urn:microsoft.com/office/officeart/2005/8/layout/hierarchy1"/>
    <dgm:cxn modelId="{43A83EC2-C199-4ACD-A367-E3AB183B882B}" type="presParOf" srcId="{E8A3E86C-C226-43BF-BE1D-97B9FC5044EF}" destId="{C1BE553A-7849-44A0-82A2-D804CAF9B09E}" srcOrd="1" destOrd="0" presId="urn:microsoft.com/office/officeart/2005/8/layout/hierarchy1"/>
    <dgm:cxn modelId="{9A88E454-86F0-41FC-B631-ED56DE79F174}" type="presParOf" srcId="{403BADF9-DEBD-4719-8A45-278F45924725}" destId="{128B5AA5-1A8B-4A9D-94A0-3933DA9220B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D7289-A2C3-4375-AB9B-F22967778055}">
      <dsp:nvSpPr>
        <dsp:cNvPr id="0" name=""/>
        <dsp:cNvSpPr/>
      </dsp:nvSpPr>
      <dsp:spPr>
        <a:xfrm>
          <a:off x="1209" y="220821"/>
          <a:ext cx="4244391" cy="2695188"/>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DDE5FCB-392F-46A9-A119-AE9AC87654F2}">
      <dsp:nvSpPr>
        <dsp:cNvPr id="0" name=""/>
        <dsp:cNvSpPr/>
      </dsp:nvSpPr>
      <dsp:spPr>
        <a:xfrm>
          <a:off x="472808" y="668840"/>
          <a:ext cx="4244391" cy="269518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s-CL" sz="1500" kern="1200" dirty="0">
              <a:latin typeface="Arial" panose="020B0604020202020204" pitchFamily="34" charset="0"/>
              <a:cs typeface="Arial" panose="020B0604020202020204" pitchFamily="34" charset="0"/>
            </a:rPr>
            <a:t>Como el microlattice no es tan fácil de conseguir como el metal o cualquier tipo de metal, se tomará como ejemplo el material que se tenga a mano en donde se procederá a crear diversos tipos de medidas a las estructuras del vehículo, viendo sus respectivas medidas, ángulos y dimensiones que necesita.</a:t>
          </a:r>
          <a:endParaRPr lang="en-US" sz="1500" kern="1200" dirty="0">
            <a:latin typeface="Arial" panose="020B0604020202020204" pitchFamily="34" charset="0"/>
            <a:cs typeface="Arial" panose="020B0604020202020204" pitchFamily="34" charset="0"/>
          </a:endParaRPr>
        </a:p>
      </dsp:txBody>
      <dsp:txXfrm>
        <a:off x="551747" y="747779"/>
        <a:ext cx="4086513" cy="2537310"/>
      </dsp:txXfrm>
    </dsp:sp>
    <dsp:sp modelId="{D344F91E-8A14-440F-8A0F-6C1D7B23E699}">
      <dsp:nvSpPr>
        <dsp:cNvPr id="0" name=""/>
        <dsp:cNvSpPr/>
      </dsp:nvSpPr>
      <dsp:spPr>
        <a:xfrm>
          <a:off x="5188799" y="220821"/>
          <a:ext cx="4244391" cy="2695188"/>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1BE553A-7849-44A0-82A2-D804CAF9B09E}">
      <dsp:nvSpPr>
        <dsp:cNvPr id="0" name=""/>
        <dsp:cNvSpPr/>
      </dsp:nvSpPr>
      <dsp:spPr>
        <a:xfrm>
          <a:off x="5660398" y="668840"/>
          <a:ext cx="4244391" cy="269518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s-CL" sz="1500" kern="1200" dirty="0">
              <a:latin typeface="Arial" panose="020B0604020202020204" pitchFamily="34" charset="0"/>
              <a:cs typeface="Arial" panose="020B0604020202020204" pitchFamily="34" charset="0"/>
            </a:rPr>
            <a:t>Las primeras semanas se harán investigaciones a los distintos tipos de vulnerabilidades que sufren los vehículos al minuto de tener un accidente, en donde se tomarán esos datos y se harán los respectivos análisis para poder llevar a cabo este proyecto para la seguridad de las personas al momento de sufrir accidente.</a:t>
          </a:r>
          <a:endParaRPr lang="en-US" sz="1500" kern="1200" dirty="0">
            <a:latin typeface="Arial" panose="020B0604020202020204" pitchFamily="34" charset="0"/>
            <a:cs typeface="Arial" panose="020B0604020202020204" pitchFamily="34" charset="0"/>
          </a:endParaRPr>
        </a:p>
      </dsp:txBody>
      <dsp:txXfrm>
        <a:off x="5739337" y="747779"/>
        <a:ext cx="4086513" cy="25373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3D035-4724-41FE-8A60-14E6ECAC7F8F}" type="datetimeFigureOut">
              <a:rPr lang="es-CL" smtClean="0"/>
              <a:t>27-12-23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5932D-3FF5-4611-8C62-F66A721BBABA}" type="slidenum">
              <a:rPr lang="es-CL" smtClean="0"/>
              <a:t>‹Nº›</a:t>
            </a:fld>
            <a:endParaRPr lang="es-CL"/>
          </a:p>
        </p:txBody>
      </p:sp>
    </p:spTree>
    <p:extLst>
      <p:ext uri="{BB962C8B-B14F-4D97-AF65-F5344CB8AC3E}">
        <p14:creationId xmlns:p14="http://schemas.microsoft.com/office/powerpoint/2010/main" val="147630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5"/>
          </p:nvPr>
        </p:nvSpPr>
        <p:spPr/>
        <p:txBody>
          <a:bodyPr/>
          <a:lstStyle/>
          <a:p>
            <a:fld id="{2435932D-3FF5-4611-8C62-F66A721BBABA}" type="slidenum">
              <a:rPr lang="es-CL" smtClean="0"/>
              <a:t>4</a:t>
            </a:fld>
            <a:endParaRPr lang="es-CL"/>
          </a:p>
        </p:txBody>
      </p:sp>
    </p:spTree>
    <p:extLst>
      <p:ext uri="{BB962C8B-B14F-4D97-AF65-F5344CB8AC3E}">
        <p14:creationId xmlns:p14="http://schemas.microsoft.com/office/powerpoint/2010/main" val="991716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D145F0F-ABEA-49D3-ADF5-B61D2DA89C31}" type="datetimeFigureOut">
              <a:rPr lang="es-CL" smtClean="0"/>
              <a:t>27-12-23</a:t>
            </a:fld>
            <a:endParaRPr lang="es-CL"/>
          </a:p>
        </p:txBody>
      </p:sp>
      <p:sp>
        <p:nvSpPr>
          <p:cNvPr id="5" name="Footer Placeholder 4"/>
          <p:cNvSpPr>
            <a:spLocks noGrp="1"/>
          </p:cNvSpPr>
          <p:nvPr>
            <p:ph type="ftr" sz="quarter" idx="11"/>
          </p:nvPr>
        </p:nvSpPr>
        <p:spPr>
          <a:xfrm>
            <a:off x="1876424" y="5410201"/>
            <a:ext cx="5124886" cy="365125"/>
          </a:xfrm>
        </p:spPr>
        <p:txBody>
          <a:bodyPr/>
          <a:lstStyle/>
          <a:p>
            <a:endParaRPr lang="es-CL"/>
          </a:p>
        </p:txBody>
      </p:sp>
      <p:sp>
        <p:nvSpPr>
          <p:cNvPr id="6" name="Slide Number Placeholder 5"/>
          <p:cNvSpPr>
            <a:spLocks noGrp="1"/>
          </p:cNvSpPr>
          <p:nvPr>
            <p:ph type="sldNum" sz="quarter" idx="12"/>
          </p:nvPr>
        </p:nvSpPr>
        <p:spPr>
          <a:xfrm>
            <a:off x="9896911" y="5410199"/>
            <a:ext cx="771089"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11674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27-12-23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84445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27-12-23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79675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7580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27-12-23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91719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27-12-23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91462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27-12-23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74919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663593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55264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3641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68932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440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27-12-23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71273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D145F0F-ABEA-49D3-ADF5-B61D2DA89C31}" type="datetimeFigureOut">
              <a:rPr lang="es-CL" smtClean="0"/>
              <a:t>27-12-23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7219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D145F0F-ABEA-49D3-ADF5-B61D2DA89C31}" type="datetimeFigureOut">
              <a:rPr lang="es-CL" smtClean="0"/>
              <a:t>27-12-23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892033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27-12-23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71843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27-12-23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54560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145F0F-ABEA-49D3-ADF5-B61D2DA89C31}" type="datetimeFigureOut">
              <a:rPr lang="es-CL" smtClean="0"/>
              <a:t>27-12-23</a:t>
            </a:fld>
            <a:endParaRPr lang="es-CL"/>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1192813009"/>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omments" Target="../comments/comment4.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omments" Target="../comments/commen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comments" Target="../comments/commen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comments" Target="../comments/commen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comments" Target="../comments/comment8.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radio.uchile.cl/2021/09/08/informe-conaset-32-338-personas-de-entre-15-y-29-anos-se-vieron-involucradas-en-siniestros-de-transito-el-ano-pasado/" TargetMode="External"/><Relationship Id="rId2" Type="http://schemas.openxmlformats.org/officeDocument/2006/relationships/hyperlink" Target="https://www.carroya.com/noticias/guia-para-conductores/como-identificar-los-danos-de-un-vehiculo-tras-un-accidente-3741" TargetMode="External"/><Relationship Id="rId1" Type="http://schemas.openxmlformats.org/officeDocument/2006/relationships/slideLayout" Target="../slideLayouts/slideLayout2.xml"/><Relationship Id="rId5" Type="http://schemas.openxmlformats.org/officeDocument/2006/relationships/hyperlink" Target="https://www.km77.com/glosario/relapesopote" TargetMode="External"/><Relationship Id="rId4" Type="http://schemas.openxmlformats.org/officeDocument/2006/relationships/hyperlink" Target="https://www.muycomputer.com/2015/10/12/microlattice-materia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title"/>
          </p:nvPr>
        </p:nvSpPr>
        <p:spPr>
          <a:xfrm>
            <a:off x="6438122" y="391886"/>
            <a:ext cx="4935893" cy="1705202"/>
          </a:xfrm>
        </p:spPr>
        <p:txBody>
          <a:bodyPr vert="horz" lIns="91440" tIns="45720" rIns="91440" bIns="45720" rtlCol="0" anchor="ctr">
            <a:normAutofit fontScale="90000"/>
          </a:bodyPr>
          <a:lstStyle/>
          <a:p>
            <a:pPr algn="ctr"/>
            <a:r>
              <a:rPr lang="en-US" sz="3100" u="sng" dirty="0">
                <a:latin typeface="Arial" panose="020B0604020202020204" pitchFamily="34" charset="0"/>
                <a:cs typeface="Arial" panose="020B0604020202020204" pitchFamily="34" charset="0"/>
              </a:rPr>
              <a:t>Microlattice, una nueva opción en la Seguridad Automotriz</a:t>
            </a:r>
          </a:p>
        </p:txBody>
      </p:sp>
      <p:sp>
        <p:nvSpPr>
          <p:cNvPr id="4" name="Subtítulo 3">
            <a:extLst>
              <a:ext uri="{FF2B5EF4-FFF2-40B4-BE49-F238E27FC236}">
                <a16:creationId xmlns:a16="http://schemas.microsoft.com/office/drawing/2014/main" id="{C83D2D36-CA3F-7BF5-C09A-90BABD52499F}"/>
              </a:ext>
            </a:extLst>
          </p:cNvPr>
          <p:cNvSpPr>
            <a:spLocks noGrp="1"/>
          </p:cNvSpPr>
          <p:nvPr>
            <p:ph idx="1"/>
          </p:nvPr>
        </p:nvSpPr>
        <p:spPr>
          <a:xfrm>
            <a:off x="6257924" y="2344737"/>
            <a:ext cx="5781676" cy="3541714"/>
          </a:xfrm>
          <a:ln>
            <a:solidFill>
              <a:srgbClr val="FF0000"/>
            </a:solidFill>
          </a:ln>
        </p:spPr>
        <p:txBody>
          <a:bodyPr vert="horz" lIns="91440" tIns="45720" rIns="91440" bIns="45720" rtlCol="0">
            <a:normAutofit/>
          </a:bodyPr>
          <a:lstStyle/>
          <a:p>
            <a:pPr>
              <a:lnSpc>
                <a:spcPct val="110000"/>
              </a:lnSpc>
            </a:pPr>
            <a:r>
              <a:rPr lang="en-US" sz="1800" dirty="0">
                <a:latin typeface="Arial" panose="020B0604020202020204" pitchFamily="34" charset="0"/>
                <a:cs typeface="Arial" panose="020B0604020202020204" pitchFamily="34" charset="0"/>
              </a:rPr>
              <a:t>Integrantes:	Kevin Briones, Matías Quiñonez, 			Daniel Toledo, Marco Ulloa</a:t>
            </a:r>
          </a:p>
          <a:p>
            <a:pPr>
              <a:lnSpc>
                <a:spcPct val="110000"/>
              </a:lnSpc>
            </a:pPr>
            <a:r>
              <a:rPr lang="en-US" sz="1800" dirty="0">
                <a:latin typeface="Arial" panose="020B0604020202020204" pitchFamily="34" charset="0"/>
                <a:cs typeface="Arial" panose="020B0604020202020204" pitchFamily="34" charset="0"/>
              </a:rPr>
              <a:t>Profesora: 	Lissette Andrea Salamanca Mella</a:t>
            </a:r>
          </a:p>
          <a:p>
            <a:pPr>
              <a:lnSpc>
                <a:spcPct val="110000"/>
              </a:lnSpc>
            </a:pPr>
            <a:r>
              <a:rPr lang="en-US" sz="1800" dirty="0">
                <a:latin typeface="Arial" panose="020B0604020202020204" pitchFamily="34" charset="0"/>
                <a:cs typeface="Arial" panose="020B0604020202020204" pitchFamily="34" charset="0"/>
              </a:rPr>
              <a:t>Asignatura:	Funciones y Geometría</a:t>
            </a:r>
          </a:p>
          <a:p>
            <a:pPr>
              <a:lnSpc>
                <a:spcPct val="110000"/>
              </a:lnSpc>
            </a:pPr>
            <a:r>
              <a:rPr lang="en-US" sz="1800" dirty="0">
                <a:latin typeface="Arial" panose="020B0604020202020204" pitchFamily="34" charset="0"/>
                <a:cs typeface="Arial" panose="020B0604020202020204" pitchFamily="34" charset="0"/>
              </a:rPr>
              <a:t>Carrera:	Técnico en Mecánica y 			               Electromovilidad Automotriz</a:t>
            </a:r>
          </a:p>
        </p:txBody>
      </p:sp>
      <p:pic>
        <p:nvPicPr>
          <p:cNvPr id="5" name="Imagen 4" descr="Cactus de color verde&#10;&#10;Descripción generada automáticamente con confianza media">
            <a:extLst>
              <a:ext uri="{FF2B5EF4-FFF2-40B4-BE49-F238E27FC236}">
                <a16:creationId xmlns:a16="http://schemas.microsoft.com/office/drawing/2014/main" id="{891F59D6-A463-8F20-3217-5F287FB3A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67536" cy="6858000"/>
          </a:xfrm>
          <a:prstGeom prst="rect">
            <a:avLst/>
          </a:prstGeom>
        </p:spPr>
      </p:pic>
    </p:spTree>
    <p:extLst>
      <p:ext uri="{BB962C8B-B14F-4D97-AF65-F5344CB8AC3E}">
        <p14:creationId xmlns:p14="http://schemas.microsoft.com/office/powerpoint/2010/main" val="993605615"/>
      </p:ext>
    </p:extLst>
  </p:cSld>
  <p:clrMapOvr>
    <a:masterClrMapping/>
  </p:clrMapOvr>
  <mc:AlternateContent xmlns:mc="http://schemas.openxmlformats.org/markup-compatibility/2006" xmlns:p14="http://schemas.microsoft.com/office/powerpoint/2010/main">
    <mc:Choice Requires="p14">
      <p:transition spd="slow" p14:dur="2000" advTm="14891"/>
    </mc:Choice>
    <mc:Fallback xmlns="">
      <p:transition spd="slow" advTm="1489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1141413" y="1082673"/>
            <a:ext cx="2869416" cy="4708528"/>
          </a:xfrm>
        </p:spPr>
        <p:txBody>
          <a:bodyPr>
            <a:normAutofit/>
          </a:bodyPr>
          <a:lstStyle/>
          <a:p>
            <a:r>
              <a:rPr lang="es-ES" sz="3100" b="0" i="0" u="sng" dirty="0">
                <a:effectLst/>
                <a:latin typeface="Arial" panose="020B0604020202020204" pitchFamily="34" charset="0"/>
                <a:cs typeface="Arial" panose="020B0604020202020204" pitchFamily="34" charset="0"/>
              </a:rPr>
              <a:t>Definición del proyecto</a:t>
            </a:r>
            <a:endParaRPr lang="es-CL" sz="3100" u="sng"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096C6D7A-7F8D-5ED8-B3D0-0EE5A7B053F5}"/>
              </a:ext>
            </a:extLst>
          </p:cNvPr>
          <p:cNvSpPr>
            <a:spLocks noGrp="1"/>
          </p:cNvSpPr>
          <p:nvPr>
            <p:ph idx="1"/>
          </p:nvPr>
        </p:nvSpPr>
        <p:spPr>
          <a:xfrm>
            <a:off x="4469364" y="830746"/>
            <a:ext cx="6802016" cy="5028878"/>
          </a:xfrm>
          <a:ln>
            <a:solidFill>
              <a:srgbClr val="FF0000"/>
            </a:solidFill>
          </a:ln>
        </p:spPr>
        <p:txBody>
          <a:bodyPr anchor="ctr">
            <a:normAutofit/>
          </a:bodyPr>
          <a:lstStyle/>
          <a:p>
            <a:pPr algn="just">
              <a:lnSpc>
                <a:spcPct val="110000"/>
              </a:lnSpc>
            </a:pPr>
            <a:r>
              <a:rPr lang="es-ES" sz="1500" dirty="0">
                <a:latin typeface="Arial" panose="020B0604020202020204" pitchFamily="34" charset="0"/>
                <a:cs typeface="Arial" panose="020B0604020202020204" pitchFamily="34" charset="0"/>
              </a:rPr>
              <a:t>Durante el año 2022 se registraron 86.050 accidentes de tránsito en el cual 1.745 personas perdieron la vida en Chile, en donde las principales causas además de la conducción bajo el efecto de sustancias psicoactivas fueron la poca seguridad que existen en los automóviles. Por lo que nuestro proyecto está relacionado con equipar vehículos convencionales,  reforzándolos para brindar más seguridad y confiabilidad ocupando materiales como lo son el microlattice. Este es un material de estructura metálica ultraligero que se asemeja a una red tridimensional. El cual se puede implementar en diversas aplicaciones en el área automotriz debido a sus características únicas como lo son:</a:t>
            </a:r>
          </a:p>
          <a:p>
            <a:pPr>
              <a:lnSpc>
                <a:spcPct val="110000"/>
              </a:lnSpc>
            </a:pPr>
            <a:r>
              <a:rPr lang="es-ES" sz="1500" dirty="0">
                <a:latin typeface="Arial" panose="020B0604020202020204" pitchFamily="34" charset="0"/>
                <a:cs typeface="Arial" panose="020B0604020202020204" pitchFamily="34" charset="0"/>
              </a:rPr>
              <a:t>-Reducción de peso </a:t>
            </a:r>
          </a:p>
          <a:p>
            <a:pPr>
              <a:lnSpc>
                <a:spcPct val="110000"/>
              </a:lnSpc>
            </a:pPr>
            <a:r>
              <a:rPr lang="es-ES" sz="1500" dirty="0">
                <a:latin typeface="Arial" panose="020B0604020202020204" pitchFamily="34" charset="0"/>
                <a:cs typeface="Arial" panose="020B0604020202020204" pitchFamily="34" charset="0"/>
              </a:rPr>
              <a:t>-Refuerzo estructural</a:t>
            </a:r>
          </a:p>
          <a:p>
            <a:pPr>
              <a:lnSpc>
                <a:spcPct val="110000"/>
              </a:lnSpc>
            </a:pPr>
            <a:r>
              <a:rPr lang="es-ES" sz="1500" dirty="0">
                <a:latin typeface="Arial" panose="020B0604020202020204" pitchFamily="34" charset="0"/>
                <a:cs typeface="Arial" panose="020B0604020202020204" pitchFamily="34" charset="0"/>
              </a:rPr>
              <a:t>-Absorción de impactos</a:t>
            </a:r>
            <a:endParaRPr lang="es-CL"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344006"/>
      </p:ext>
    </p:extLst>
  </p:cSld>
  <p:clrMapOvr>
    <a:masterClrMapping/>
  </p:clrMapOvr>
  <mc:AlternateContent xmlns:mc="http://schemas.openxmlformats.org/markup-compatibility/2006" xmlns:p14="http://schemas.microsoft.com/office/powerpoint/2010/main">
    <mc:Choice Requires="p14">
      <p:transition spd="slow" p14:dur="2000" advTm="46347"/>
    </mc:Choice>
    <mc:Fallback xmlns="">
      <p:transition spd="slow" advTm="4634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5188787" y="323243"/>
            <a:ext cx="6050713" cy="1478570"/>
          </a:xfrm>
        </p:spPr>
        <p:txBody>
          <a:bodyPr>
            <a:normAutofit/>
          </a:bodyPr>
          <a:lstStyle/>
          <a:p>
            <a:pPr algn="ctr"/>
            <a:r>
              <a:rPr lang="es-ES" sz="3100" u="sng" dirty="0">
                <a:latin typeface="Calibri" panose="020F0502020204030204" pitchFamily="34" charset="0"/>
              </a:rPr>
              <a:t>Tema de investigación, nociones matemáticas y problemática a abordar</a:t>
            </a:r>
            <a:r>
              <a:rPr lang="es-ES" sz="3100" b="0" i="0" u="sng" dirty="0">
                <a:effectLst/>
                <a:latin typeface="Calibri" panose="020F0502020204030204" pitchFamily="34" charset="0"/>
              </a:rPr>
              <a:t> </a:t>
            </a:r>
            <a:endParaRPr lang="es-CL" sz="3100" u="sng" dirty="0"/>
          </a:p>
        </p:txBody>
      </p:sp>
      <p:pic>
        <p:nvPicPr>
          <p:cNvPr id="5" name="Picture 4" descr="Fórmulas matemáticas complejas en una pizarra">
            <a:extLst>
              <a:ext uri="{FF2B5EF4-FFF2-40B4-BE49-F238E27FC236}">
                <a16:creationId xmlns:a16="http://schemas.microsoft.com/office/drawing/2014/main" id="{9FC56D5B-0661-68AD-94F1-D55731095D02}"/>
              </a:ext>
            </a:extLst>
          </p:cNvPr>
          <p:cNvPicPr>
            <a:picLocks noChangeAspect="1"/>
          </p:cNvPicPr>
          <p:nvPr/>
        </p:nvPicPr>
        <p:blipFill rotWithShape="1">
          <a:blip r:embed="rId4"/>
          <a:srcRect l="32290" r="18366" b="-1"/>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CL"/>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CL"/>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CL"/>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s-CL"/>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s-CL"/>
            </a:p>
          </p:txBody>
        </p:sp>
      </p:grpSp>
      <p:sp>
        <p:nvSpPr>
          <p:cNvPr id="3" name="Marcador de contenido 2">
            <a:extLst>
              <a:ext uri="{FF2B5EF4-FFF2-40B4-BE49-F238E27FC236}">
                <a16:creationId xmlns:a16="http://schemas.microsoft.com/office/drawing/2014/main" id="{01909937-29F9-6C26-B948-FFE0743EEB4F}"/>
              </a:ext>
            </a:extLst>
          </p:cNvPr>
          <p:cNvSpPr>
            <a:spLocks noGrp="1"/>
          </p:cNvSpPr>
          <p:nvPr>
            <p:ph idx="1"/>
          </p:nvPr>
        </p:nvSpPr>
        <p:spPr>
          <a:xfrm>
            <a:off x="4934785" y="1963676"/>
            <a:ext cx="6871451" cy="4367274"/>
          </a:xfrm>
          <a:ln>
            <a:solidFill>
              <a:srgbClr val="FF0000"/>
            </a:solidFill>
          </a:ln>
        </p:spPr>
        <p:txBody>
          <a:bodyPr>
            <a:noAutofit/>
          </a:bodyPr>
          <a:lstStyle/>
          <a:p>
            <a:pPr algn="just"/>
            <a:r>
              <a:rPr lang="es-CL" sz="1500" dirty="0">
                <a:latin typeface="Arial" panose="020B0604020202020204" pitchFamily="34" charset="0"/>
                <a:cs typeface="Arial" panose="020B0604020202020204" pitchFamily="34" charset="0"/>
              </a:rPr>
              <a:t>Nuestra investigación se basa en buscar una solución a los daños que sufren los vehículos al momento de chocar o volcar, lo cuales han provocado que muchas personas pierdan su vida.</a:t>
            </a:r>
          </a:p>
          <a:p>
            <a:pPr algn="just"/>
            <a:r>
              <a:rPr lang="es-CL" sz="1500" dirty="0">
                <a:latin typeface="Arial" panose="020B0604020202020204" pitchFamily="34" charset="0"/>
                <a:cs typeface="Arial" panose="020B0604020202020204" pitchFamily="34" charset="0"/>
              </a:rPr>
              <a:t>Nuestra idea es hacer un catastro a todos los daños que sufren los vehículos y los más perjudiciales para las vidas de las personas, después de hacer esa investigación se procederá a tomar un caso en donde se puedan ver las fallas de seguridad en lo que contempla el vehículo, comúnmente se ven daños en la estructura del chasis del vehículo cuales se podrían encontrar soluciones con distintos componentes, como lo es el microlattice. Este material tiene una densidad de </a:t>
            </a:r>
            <a:r>
              <a:rPr lang="es-CL" sz="1500" b="0" i="0" dirty="0">
                <a:effectLst/>
                <a:latin typeface="Arial" panose="020B0604020202020204" pitchFamily="34" charset="0"/>
                <a:cs typeface="Arial" panose="020B0604020202020204" pitchFamily="34" charset="0"/>
              </a:rPr>
              <a:t>0,9 kg/m³ lo que hace que tenga un peso muy liviano y es igual de resistente que el metal, teniendo ese conocimiento se pueden tomar medidas de las estructuras del vehículo en donde se reforzaría con este material así provocando que el vehículo no adquiera un mayor peso y obtenga en recubrimiento para la seguridad de las personas.</a:t>
            </a:r>
            <a:endParaRPr lang="es-CL"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7147444"/>
      </p:ext>
    </p:extLst>
  </p:cSld>
  <p:clrMapOvr>
    <a:masterClrMapping/>
  </p:clrMapOvr>
  <mc:AlternateContent xmlns:mc="http://schemas.openxmlformats.org/markup-compatibility/2006" xmlns:p14="http://schemas.microsoft.com/office/powerpoint/2010/main">
    <mc:Choice Requires="p14">
      <p:transition spd="slow" p14:dur="2000" advTm="64820"/>
    </mc:Choice>
    <mc:Fallback xmlns="">
      <p:transition spd="slow" advTm="6482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4998132" y="0"/>
            <a:ext cx="6764660" cy="1005406"/>
          </a:xfrm>
        </p:spPr>
        <p:txBody>
          <a:bodyPr>
            <a:normAutofit/>
          </a:bodyPr>
          <a:lstStyle/>
          <a:p>
            <a:pPr algn="ctr"/>
            <a:r>
              <a:rPr lang="es-ES" sz="3100" b="0" i="0" u="sng" dirty="0">
                <a:effectLst/>
                <a:latin typeface="Arial" panose="020B0604020202020204" pitchFamily="34" charset="0"/>
                <a:cs typeface="Arial" panose="020B0604020202020204" pitchFamily="34" charset="0"/>
              </a:rPr>
              <a:t>Objetivos y preguntas de investigación </a:t>
            </a:r>
            <a:endParaRPr lang="es-CL" sz="3100" u="sng" dirty="0"/>
          </a:p>
        </p:txBody>
      </p:sp>
      <p:sp>
        <p:nvSpPr>
          <p:cNvPr id="3" name="CuadroTexto 2">
            <a:extLst>
              <a:ext uri="{FF2B5EF4-FFF2-40B4-BE49-F238E27FC236}">
                <a16:creationId xmlns:a16="http://schemas.microsoft.com/office/drawing/2014/main" id="{FD6C4F65-5BCB-7C9C-B93D-9FD1A66B9236}"/>
              </a:ext>
            </a:extLst>
          </p:cNvPr>
          <p:cNvSpPr txBox="1"/>
          <p:nvPr/>
        </p:nvSpPr>
        <p:spPr>
          <a:xfrm>
            <a:off x="1194317" y="709127"/>
            <a:ext cx="5284237" cy="5989216"/>
          </a:xfrm>
          <a:prstGeom prst="rect">
            <a:avLst/>
          </a:prstGeom>
          <a:noFill/>
          <a:ln>
            <a:solidFill>
              <a:srgbClr val="FF0000"/>
            </a:solidFill>
          </a:ln>
        </p:spPr>
        <p:txBody>
          <a:bodyPr wrap="square" rtlCol="0">
            <a:spAutoFit/>
          </a:bodyPr>
          <a:lstStyle/>
          <a:p>
            <a:pPr algn="just"/>
            <a:r>
              <a:rPr lang="es-CL" b="1" dirty="0">
                <a:latin typeface="Arial" panose="020B0604020202020204" pitchFamily="34" charset="0"/>
                <a:cs typeface="Arial" panose="020B0604020202020204" pitchFamily="34" charset="0"/>
              </a:rPr>
              <a:t>Objetivo General </a:t>
            </a:r>
          </a:p>
          <a:p>
            <a:pPr algn="just"/>
            <a:endParaRPr lang="es-CL" b="1" u="sng" dirty="0">
              <a:latin typeface="Arial" panose="020B0604020202020204" pitchFamily="34" charset="0"/>
              <a:cs typeface="Arial" panose="020B0604020202020204" pitchFamily="34" charset="0"/>
            </a:endParaRPr>
          </a:p>
          <a:p>
            <a:pPr algn="just"/>
            <a:r>
              <a:rPr lang="es-CL" sz="1500" dirty="0">
                <a:latin typeface="Arial" panose="020B0604020202020204" pitchFamily="34" charset="0"/>
                <a:cs typeface="Arial" panose="020B0604020202020204" pitchFamily="34" charset="0"/>
              </a:rPr>
              <a:t>El objetivo principal de nuestro proyecto es poder realizar un prototipo de seguridad en vehículos convencionales utilizando el microlattice como material en la construcción de chasís y carrocerías, que permitan disminuir los daños a los usuarios, al momento de sufrir un accidente de tránsito.</a:t>
            </a:r>
          </a:p>
          <a:p>
            <a:pPr algn="just"/>
            <a:r>
              <a:rPr lang="es-CL" sz="1500" dirty="0">
                <a:latin typeface="Arial" panose="020B0604020202020204" pitchFamily="34" charset="0"/>
                <a:cs typeface="Arial" panose="020B0604020202020204" pitchFamily="34" charset="0"/>
              </a:rPr>
              <a:t>Para lograr este objetivo, necesitamos ejecutar una serie de objetivos específicos los cuales son:</a:t>
            </a:r>
          </a:p>
          <a:p>
            <a:pPr algn="just"/>
            <a:endParaRPr lang="es-CL" sz="1500" dirty="0">
              <a:latin typeface="Arial" panose="020B0604020202020204" pitchFamily="34" charset="0"/>
              <a:cs typeface="Arial" panose="020B0604020202020204" pitchFamily="34" charset="0"/>
            </a:endParaRPr>
          </a:p>
          <a:p>
            <a:pPr marL="342900" indent="-342900" algn="just">
              <a:buAutoNum type="alphaUcParenR"/>
            </a:pPr>
            <a:r>
              <a:rPr lang="es-CL" sz="1500" dirty="0">
                <a:latin typeface="Arial" panose="020B0604020202020204" pitchFamily="34" charset="0"/>
                <a:cs typeface="Arial" panose="020B0604020202020204" pitchFamily="34" charset="0"/>
              </a:rPr>
              <a:t>Conocer la composición del microlattice y los beneficios que pueda entregar a vehículos convencionales en el ámbito de seguridad.</a:t>
            </a:r>
          </a:p>
          <a:p>
            <a:pPr marL="342900" indent="-342900" algn="just">
              <a:buAutoNum type="alphaUcParenR"/>
            </a:pPr>
            <a:r>
              <a:rPr lang="es-CL" sz="1500" dirty="0">
                <a:latin typeface="Arial" panose="020B0604020202020204" pitchFamily="34" charset="0"/>
                <a:cs typeface="Arial" panose="020B0604020202020204" pitchFamily="34" charset="0"/>
              </a:rPr>
              <a:t>Analizar los puntos más vulnerables de un vehículo al momento de sufrir un impacto, o distintos tipos de impactos, tras un accidente de tránsito.</a:t>
            </a:r>
          </a:p>
          <a:p>
            <a:pPr marL="342900" indent="-342900" algn="just">
              <a:buAutoNum type="alphaUcParenR"/>
            </a:pPr>
            <a:r>
              <a:rPr lang="es-CL" sz="1500" dirty="0">
                <a:latin typeface="Arial" panose="020B0604020202020204" pitchFamily="34" charset="0"/>
                <a:cs typeface="Arial" panose="020B0604020202020204" pitchFamily="34" charset="0"/>
              </a:rPr>
              <a:t>Identificar de qué manera, como equipo de trabajo, podríamos reforzar una carrocería prototipo con microlattice y analizar ventajas y desventajas de su uso dirigido a los pasajeros del automóvil.</a:t>
            </a:r>
          </a:p>
          <a:p>
            <a:pPr marL="342900" indent="-342900" algn="just">
              <a:buAutoNum type="alphaUcParenR"/>
            </a:pPr>
            <a:r>
              <a:rPr lang="es-CL" sz="1500" dirty="0">
                <a:latin typeface="Arial" panose="020B0604020202020204" pitchFamily="34" charset="0"/>
                <a:cs typeface="Arial" panose="020B0604020202020204" pitchFamily="34" charset="0"/>
              </a:rPr>
              <a:t>Crear una lista de materiales que usaremos para la fabricación de este prototipo.</a:t>
            </a:r>
          </a:p>
          <a:p>
            <a:pPr marL="342900" indent="-342900" algn="just">
              <a:buAutoNum type="alphaUcParenR"/>
            </a:pPr>
            <a:r>
              <a:rPr lang="es-CL" sz="1500" dirty="0">
                <a:latin typeface="Arial" panose="020B0604020202020204" pitchFamily="34" charset="0"/>
                <a:cs typeface="Arial" panose="020B0604020202020204" pitchFamily="34" charset="0"/>
              </a:rPr>
              <a:t>Realizar una carrocería a escala, simulando la ubicación del microlattice en los puntos más críticos del automóvil al sufrir un accidente vehicular.</a:t>
            </a:r>
          </a:p>
        </p:txBody>
      </p:sp>
      <p:sp>
        <p:nvSpPr>
          <p:cNvPr id="4" name="CuadroTexto 3">
            <a:extLst>
              <a:ext uri="{FF2B5EF4-FFF2-40B4-BE49-F238E27FC236}">
                <a16:creationId xmlns:a16="http://schemas.microsoft.com/office/drawing/2014/main" id="{A2ADADC6-0C02-3725-B448-9A675AB3C092}"/>
              </a:ext>
            </a:extLst>
          </p:cNvPr>
          <p:cNvSpPr txBox="1"/>
          <p:nvPr/>
        </p:nvSpPr>
        <p:spPr>
          <a:xfrm>
            <a:off x="6615404" y="1390261"/>
            <a:ext cx="4935894" cy="3416320"/>
          </a:xfrm>
          <a:prstGeom prst="rect">
            <a:avLst/>
          </a:prstGeom>
          <a:noFill/>
          <a:ln>
            <a:solidFill>
              <a:srgbClr val="FF0000"/>
            </a:solidFill>
          </a:ln>
        </p:spPr>
        <p:txBody>
          <a:bodyPr wrap="square" rtlCol="0">
            <a:spAutoFit/>
          </a:bodyPr>
          <a:lstStyle/>
          <a:p>
            <a:r>
              <a:rPr lang="es-CL" b="1" dirty="0">
                <a:latin typeface="Arial" panose="020B0604020202020204" pitchFamily="34" charset="0"/>
                <a:cs typeface="Arial" panose="020B0604020202020204" pitchFamily="34" charset="0"/>
              </a:rPr>
              <a:t>Preguntas de investigación:</a:t>
            </a:r>
          </a:p>
          <a:p>
            <a:endParaRPr lang="es-CL" b="1" dirty="0">
              <a:latin typeface="Arial" panose="020B0604020202020204" pitchFamily="34" charset="0"/>
              <a:cs typeface="Arial" panose="020B0604020202020204" pitchFamily="34" charset="0"/>
            </a:endParaRPr>
          </a:p>
          <a:p>
            <a:pPr algn="just"/>
            <a:r>
              <a:rPr lang="es-CL" sz="1500" dirty="0">
                <a:latin typeface="Arial" panose="020B0604020202020204" pitchFamily="34" charset="0"/>
                <a:cs typeface="Arial" panose="020B0604020202020204" pitchFamily="34" charset="0"/>
              </a:rPr>
              <a:t>- ¿Que es el microlattice? </a:t>
            </a:r>
          </a:p>
          <a:p>
            <a:pPr algn="just"/>
            <a:r>
              <a:rPr lang="es-CL" sz="1500" dirty="0">
                <a:latin typeface="Arial" panose="020B0604020202020204" pitchFamily="34" charset="0"/>
                <a:cs typeface="Arial" panose="020B0604020202020204" pitchFamily="34" charset="0"/>
              </a:rPr>
              <a:t>- ¿Cuál es la composición del microlattice?</a:t>
            </a:r>
          </a:p>
          <a:p>
            <a:pPr algn="just"/>
            <a:r>
              <a:rPr lang="es-CL" sz="1500" dirty="0">
                <a:latin typeface="Arial" panose="020B0604020202020204" pitchFamily="34" charset="0"/>
                <a:cs typeface="Arial" panose="020B0604020202020204" pitchFamily="34" charset="0"/>
              </a:rPr>
              <a:t>- ¿Cuáles son sus características?</a:t>
            </a:r>
          </a:p>
          <a:p>
            <a:pPr algn="just"/>
            <a:r>
              <a:rPr lang="es-CL" sz="1500" dirty="0">
                <a:latin typeface="Arial" panose="020B0604020202020204" pitchFamily="34" charset="0"/>
                <a:cs typeface="Arial" panose="020B0604020202020204" pitchFamily="34" charset="0"/>
              </a:rPr>
              <a:t>- ¿Qué zonas de un automóvil se ven más afectadas tras un accidente vehicular?</a:t>
            </a:r>
          </a:p>
          <a:p>
            <a:pPr algn="just"/>
            <a:r>
              <a:rPr lang="es-CL" sz="1500" dirty="0">
                <a:latin typeface="Arial" panose="020B0604020202020204" pitchFamily="34" charset="0"/>
                <a:cs typeface="Arial" panose="020B0604020202020204" pitchFamily="34" charset="0"/>
              </a:rPr>
              <a:t>-¿Cuáles son las áreas del cuerpo humano que más deben ser resguardadas como método de prevención de accidentes vehiculares?</a:t>
            </a:r>
          </a:p>
          <a:p>
            <a:pPr algn="just"/>
            <a:r>
              <a:rPr lang="es-CL" sz="1500" dirty="0">
                <a:latin typeface="Arial" panose="020B0604020202020204" pitchFamily="34" charset="0"/>
                <a:cs typeface="Arial" panose="020B0604020202020204" pitchFamily="34" charset="0"/>
              </a:rPr>
              <a:t>-¿Qué relación peso, potencia es la adecuada para poder beneficiar a un vehículo en ámbitos de seguridad y autonomía? ¿Qué cálculos matemáticos debemos realizar?</a:t>
            </a:r>
          </a:p>
        </p:txBody>
      </p:sp>
    </p:spTree>
    <p:extLst>
      <p:ext uri="{BB962C8B-B14F-4D97-AF65-F5344CB8AC3E}">
        <p14:creationId xmlns:p14="http://schemas.microsoft.com/office/powerpoint/2010/main" val="2365239600"/>
      </p:ext>
    </p:extLst>
  </p:cSld>
  <p:clrMapOvr>
    <a:masterClrMapping/>
  </p:clrMapOvr>
  <mc:AlternateContent xmlns:mc="http://schemas.openxmlformats.org/markup-compatibility/2006" xmlns:p14="http://schemas.microsoft.com/office/powerpoint/2010/main">
    <mc:Choice Requires="p14">
      <p:transition spd="slow" p14:dur="2000" advTm="73085"/>
    </mc:Choice>
    <mc:Fallback xmlns="">
      <p:transition spd="slow" advTm="730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Imagen que contiene interior, tabla, mostrador, plato&#10;&#10;Descripción generada automáticamente">
            <a:extLst>
              <a:ext uri="{FF2B5EF4-FFF2-40B4-BE49-F238E27FC236}">
                <a16:creationId xmlns:a16="http://schemas.microsoft.com/office/drawing/2014/main" id="{F6E03662-9D28-FB22-FDEF-C98D8FFBA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118236"/>
            <a:ext cx="3281968" cy="1843610"/>
          </a:xfrm>
          <a:prstGeom prst="rect">
            <a:avLst/>
          </a:prstGeom>
        </p:spPr>
      </p:pic>
      <p:pic>
        <p:nvPicPr>
          <p:cNvPr id="5" name="Imagen 4" descr="Coche en una calle&#10;&#10;Descripción generada automáticamente con confianza media">
            <a:extLst>
              <a:ext uri="{FF2B5EF4-FFF2-40B4-BE49-F238E27FC236}">
                <a16:creationId xmlns:a16="http://schemas.microsoft.com/office/drawing/2014/main" id="{E9709B90-2FFB-0282-776A-5437F9664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7189" y="3429000"/>
            <a:ext cx="3601754" cy="2024084"/>
          </a:xfrm>
          <a:prstGeom prst="rect">
            <a:avLst/>
          </a:prstGeom>
        </p:spPr>
      </p:pic>
      <p:pic>
        <p:nvPicPr>
          <p:cNvPr id="1026" name="Picture 2" descr="Montenbaik | Principal web del Mountain Bike en Español. Encuentra los  mejores videos y fotos de MTB, las tendencias, tecnología y test de los  productos actuales. · La nueva tecnología que se">
            <a:extLst>
              <a:ext uri="{FF2B5EF4-FFF2-40B4-BE49-F238E27FC236}">
                <a16:creationId xmlns:a16="http://schemas.microsoft.com/office/drawing/2014/main" id="{2F8E4A4B-04B1-718F-545B-8230F6DE7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2637" y="1622789"/>
            <a:ext cx="2890124" cy="192734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2377768" y="403913"/>
            <a:ext cx="7436464" cy="893041"/>
          </a:xfrm>
        </p:spPr>
        <p:txBody>
          <a:bodyPr>
            <a:normAutofit/>
          </a:bodyPr>
          <a:lstStyle/>
          <a:p>
            <a:pPr algn="ctr"/>
            <a:r>
              <a:rPr lang="es-ES" sz="3100" b="0" i="0" u="sng" dirty="0">
                <a:effectLst/>
                <a:latin typeface="Arial" panose="020B0604020202020204" pitchFamily="34" charset="0"/>
                <a:cs typeface="Arial" panose="020B0604020202020204" pitchFamily="34" charset="0"/>
              </a:rPr>
              <a:t>Temas iniciales involucrados</a:t>
            </a:r>
            <a:endParaRPr lang="es-CL" sz="3100" u="sng" dirty="0">
              <a:latin typeface="Arial" panose="020B0604020202020204" pitchFamily="34" charset="0"/>
              <a:cs typeface="Arial" panose="020B0604020202020204" pitchFamily="34" charset="0"/>
            </a:endParaRPr>
          </a:p>
        </p:txBody>
      </p:sp>
      <p:sp>
        <p:nvSpPr>
          <p:cNvPr id="3" name="CuadroTexto 2">
            <a:extLst>
              <a:ext uri="{FF2B5EF4-FFF2-40B4-BE49-F238E27FC236}">
                <a16:creationId xmlns:a16="http://schemas.microsoft.com/office/drawing/2014/main" id="{79351E19-55E3-71D6-7029-115D47381393}"/>
              </a:ext>
            </a:extLst>
          </p:cNvPr>
          <p:cNvSpPr txBox="1"/>
          <p:nvPr/>
        </p:nvSpPr>
        <p:spPr>
          <a:xfrm>
            <a:off x="1192747" y="1743923"/>
            <a:ext cx="8621485" cy="1685077"/>
          </a:xfrm>
          <a:prstGeom prst="rect">
            <a:avLst/>
          </a:prstGeom>
          <a:noFill/>
        </p:spPr>
        <p:txBody>
          <a:bodyPr wrap="square" rtlCol="0">
            <a:spAutoFit/>
          </a:bodyPr>
          <a:lstStyle/>
          <a:p>
            <a:pPr>
              <a:lnSpc>
                <a:spcPct val="150000"/>
              </a:lnSpc>
            </a:pPr>
            <a:r>
              <a:rPr lang="es-CL" sz="1500" dirty="0">
                <a:latin typeface="Arial" panose="020B0604020202020204" pitchFamily="34" charset="0"/>
                <a:cs typeface="Arial" panose="020B0604020202020204" pitchFamily="34" charset="0"/>
              </a:rPr>
              <a:t>-Características y composición del microlattice.</a:t>
            </a:r>
          </a:p>
          <a:p>
            <a:pPr>
              <a:lnSpc>
                <a:spcPct val="150000"/>
              </a:lnSpc>
            </a:pPr>
            <a:r>
              <a:rPr lang="es-CL" sz="1500" dirty="0">
                <a:latin typeface="Arial" panose="020B0604020202020204" pitchFamily="34" charset="0"/>
                <a:cs typeface="Arial" panose="020B0604020202020204" pitchFamily="34" charset="0"/>
              </a:rPr>
              <a:t>-Seguridad en infraestructura automotriz.</a:t>
            </a:r>
          </a:p>
          <a:p>
            <a:pPr>
              <a:lnSpc>
                <a:spcPct val="150000"/>
              </a:lnSpc>
            </a:pPr>
            <a:r>
              <a:rPr lang="es-CL" sz="1500" dirty="0">
                <a:latin typeface="Arial" panose="020B0604020202020204" pitchFamily="34" charset="0"/>
                <a:cs typeface="Arial" panose="020B0604020202020204" pitchFamily="34" charset="0"/>
              </a:rPr>
              <a:t>-Datos estadísticos sobre accidentes vehiculares.</a:t>
            </a:r>
          </a:p>
          <a:p>
            <a:endParaRPr lang="es-CL" dirty="0"/>
          </a:p>
          <a:p>
            <a:endParaRPr lang="es-CL" dirty="0"/>
          </a:p>
        </p:txBody>
      </p:sp>
    </p:spTree>
    <p:extLst>
      <p:ext uri="{BB962C8B-B14F-4D97-AF65-F5344CB8AC3E}">
        <p14:creationId xmlns:p14="http://schemas.microsoft.com/office/powerpoint/2010/main" val="4177208024"/>
      </p:ext>
    </p:extLst>
  </p:cSld>
  <p:clrMapOvr>
    <a:masterClrMapping/>
  </p:clrMapOvr>
  <mc:AlternateContent xmlns:mc="http://schemas.openxmlformats.org/markup-compatibility/2006" xmlns:p14="http://schemas.microsoft.com/office/powerpoint/2010/main">
    <mc:Choice Requires="p14">
      <p:transition spd="slow" p14:dur="2000" advTm="25895"/>
    </mc:Choice>
    <mc:Fallback xmlns="">
      <p:transition spd="slow" advTm="2589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141413" y="618518"/>
            <a:ext cx="9905998" cy="1478570"/>
          </a:xfrm>
        </p:spPr>
        <p:txBody>
          <a:bodyPr>
            <a:normAutofit/>
          </a:bodyPr>
          <a:lstStyle/>
          <a:p>
            <a:r>
              <a:rPr lang="es-ES" b="0" i="0">
                <a:effectLst/>
                <a:latin typeface="Calibri" panose="020F0502020204030204" pitchFamily="34" charset="0"/>
              </a:rPr>
              <a:t>Cronograma y materiales a utilizar</a:t>
            </a:r>
            <a:endParaRPr lang="es-CL"/>
          </a:p>
        </p:txBody>
      </p:sp>
      <p:graphicFrame>
        <p:nvGraphicFramePr>
          <p:cNvPr id="53" name="Marcador de contenido 2">
            <a:extLst>
              <a:ext uri="{FF2B5EF4-FFF2-40B4-BE49-F238E27FC236}">
                <a16:creationId xmlns:a16="http://schemas.microsoft.com/office/drawing/2014/main" id="{19624808-FB56-04AE-A4CD-277FADB359FC}"/>
              </a:ext>
            </a:extLst>
          </p:cNvPr>
          <p:cNvGraphicFramePr>
            <a:graphicFrameLocks noGrp="1"/>
          </p:cNvGraphicFramePr>
          <p:nvPr>
            <p:ph idx="1"/>
            <p:extLst>
              <p:ext uri="{D42A27DB-BD31-4B8C-83A1-F6EECF244321}">
                <p14:modId xmlns:p14="http://schemas.microsoft.com/office/powerpoint/2010/main" val="2729279619"/>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0024751"/>
      </p:ext>
    </p:extLst>
  </p:cSld>
  <p:clrMapOvr>
    <a:masterClrMapping/>
  </p:clrMapOvr>
  <mc:AlternateContent xmlns:mc="http://schemas.openxmlformats.org/markup-compatibility/2006" xmlns:p14="http://schemas.microsoft.com/office/powerpoint/2010/main">
    <mc:Choice Requires="p14">
      <p:transition spd="slow" p14:dur="2000" advTm="38689"/>
    </mc:Choice>
    <mc:Fallback xmlns="">
      <p:transition spd="slow" advTm="3868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C12E43-C66F-2D3F-36A8-48C5B35BEA87}"/>
              </a:ext>
            </a:extLst>
          </p:cNvPr>
          <p:cNvSpPr>
            <a:spLocks noGrp="1"/>
          </p:cNvSpPr>
          <p:nvPr>
            <p:ph type="title"/>
          </p:nvPr>
        </p:nvSpPr>
        <p:spPr/>
        <p:txBody>
          <a:bodyPr/>
          <a:lstStyle/>
          <a:p>
            <a:pPr algn="ctr"/>
            <a:r>
              <a:rPr lang="es-CL" dirty="0"/>
              <a:t>¿Qué es el microlattice?</a:t>
            </a:r>
            <a:br>
              <a:rPr lang="es-CL" dirty="0"/>
            </a:br>
            <a:endParaRPr lang="es-CL" dirty="0"/>
          </a:p>
        </p:txBody>
      </p:sp>
      <p:sp>
        <p:nvSpPr>
          <p:cNvPr id="3" name="Marcador de contenido 2">
            <a:extLst>
              <a:ext uri="{FF2B5EF4-FFF2-40B4-BE49-F238E27FC236}">
                <a16:creationId xmlns:a16="http://schemas.microsoft.com/office/drawing/2014/main" id="{6DCDAB1C-432A-9B31-4A63-852F08DC5C84}"/>
              </a:ext>
            </a:extLst>
          </p:cNvPr>
          <p:cNvSpPr>
            <a:spLocks noGrp="1"/>
          </p:cNvSpPr>
          <p:nvPr>
            <p:ph idx="1"/>
          </p:nvPr>
        </p:nvSpPr>
        <p:spPr>
          <a:xfrm>
            <a:off x="1020642" y="1658143"/>
            <a:ext cx="9905999" cy="3541714"/>
          </a:xfrm>
        </p:spPr>
        <p:txBody>
          <a:bodyPr>
            <a:normAutofit/>
          </a:bodyPr>
          <a:lstStyle/>
          <a:p>
            <a:r>
              <a:rPr lang="es-CL" sz="1600" dirty="0">
                <a:effectLst/>
                <a:latin typeface="Arial" panose="020B0604020202020204" pitchFamily="34" charset="0"/>
                <a:ea typeface="Calibri" panose="020F0502020204030204" pitchFamily="34" charset="0"/>
                <a:cs typeface="Arial" panose="020B0604020202020204" pitchFamily="34" charset="0"/>
              </a:rPr>
              <a:t>Microlattice es una estructura polimérica 3D abierta a nivel celular realizada con pequeños tubos metálicos huecos y que comparan con un hueso humano, ligero y al mismo tiempo resistente. </a:t>
            </a:r>
            <a:r>
              <a:rPr lang="es-CL" sz="1600" dirty="0" err="1">
                <a:effectLst/>
                <a:latin typeface="Arial" panose="020B0604020202020204" pitchFamily="34" charset="0"/>
                <a:ea typeface="Calibri" panose="020F0502020204030204" pitchFamily="34" charset="0"/>
                <a:cs typeface="Arial" panose="020B0604020202020204" pitchFamily="34" charset="0"/>
              </a:rPr>
              <a:t>Ranchel</a:t>
            </a:r>
            <a:r>
              <a:rPr lang="es-CL" sz="1600" dirty="0">
                <a:latin typeface="Arial" panose="020B0604020202020204" pitchFamily="34" charset="0"/>
                <a:ea typeface="Calibri" panose="020F0502020204030204" pitchFamily="34" charset="0"/>
                <a:cs typeface="Arial" panose="020B0604020202020204" pitchFamily="34" charset="0"/>
              </a:rPr>
              <a:t>, J(2015). </a:t>
            </a:r>
          </a:p>
          <a:p>
            <a:r>
              <a:rPr lang="es-CL" sz="1600" dirty="0">
                <a:effectLst/>
                <a:latin typeface="Arial" panose="020B0604020202020204" pitchFamily="34" charset="0"/>
                <a:ea typeface="Calibri" panose="020F0502020204030204" pitchFamily="34" charset="0"/>
                <a:cs typeface="Arial" panose="020B0604020202020204" pitchFamily="34" charset="0"/>
              </a:rPr>
              <a:t>El Microlattice consiste en un material superligero, este material está compuesto mayormente por un 99,99% de aire, su composición mayormente consiste en tubos de </a:t>
            </a:r>
            <a:r>
              <a:rPr lang="es-CL" sz="1600" dirty="0" err="1">
                <a:effectLst/>
                <a:latin typeface="Arial" panose="020B0604020202020204" pitchFamily="34" charset="0"/>
                <a:ea typeface="Calibri" panose="020F0502020204030204" pitchFamily="34" charset="0"/>
                <a:cs typeface="Arial" panose="020B0604020202020204" pitchFamily="34" charset="0"/>
              </a:rPr>
              <a:t>niquel</a:t>
            </a:r>
            <a:r>
              <a:rPr lang="es-CL" sz="1600" dirty="0">
                <a:latin typeface="Arial" panose="020B0604020202020204" pitchFamily="34" charset="0"/>
                <a:ea typeface="Calibri" panose="020F0502020204030204" pitchFamily="34" charset="0"/>
                <a:cs typeface="Arial" panose="020B0604020202020204" pitchFamily="34" charset="0"/>
              </a:rPr>
              <a:t>-fosforo haciendo referencia a los huesos humanos, este material consiste en tener un 7% de átomos de fósforos disueltos, y no contiene precipitados, lo que hace que tenga una densidad de 2,1mg/cm3.</a:t>
            </a:r>
          </a:p>
          <a:p>
            <a:r>
              <a:rPr lang="es-CL" sz="1600" dirty="0">
                <a:latin typeface="Arial" panose="020B0604020202020204" pitchFamily="34" charset="0"/>
                <a:ea typeface="Calibri" panose="020F0502020204030204" pitchFamily="34" charset="0"/>
                <a:cs typeface="Arial" panose="020B0604020202020204" pitchFamily="34" charset="0"/>
              </a:rPr>
              <a:t>Algunas de las características similares a este material es el elastómero que consiste en recuperar su forma después de una signicativa compresión, esto le da una ventaja significativa frente a los </a:t>
            </a:r>
            <a:r>
              <a:rPr lang="es-CL" sz="1600" dirty="0" err="1">
                <a:latin typeface="Arial" panose="020B0604020202020204" pitchFamily="34" charset="0"/>
                <a:ea typeface="Calibri" panose="020F0502020204030204" pitchFamily="34" charset="0"/>
                <a:cs typeface="Arial" panose="020B0604020202020204" pitchFamily="34" charset="0"/>
              </a:rPr>
              <a:t>aerogeles</a:t>
            </a:r>
            <a:r>
              <a:rPr lang="es-CL" sz="1600" dirty="0">
                <a:latin typeface="Arial" panose="020B0604020202020204" pitchFamily="34" charset="0"/>
                <a:ea typeface="Calibri" panose="020F0502020204030204" pitchFamily="34" charset="0"/>
                <a:cs typeface="Arial" panose="020B0604020202020204" pitchFamily="34" charset="0"/>
              </a:rPr>
              <a:t> actuales</a:t>
            </a:r>
            <a:r>
              <a:rPr lang="es-CL" sz="1800" dirty="0">
                <a:latin typeface="Calibri Light" panose="020F0302020204030204" pitchFamily="34" charset="0"/>
                <a:ea typeface="Calibri" panose="020F0502020204030204" pitchFamily="34" charset="0"/>
                <a:cs typeface="Arial" panose="020B0604020202020204" pitchFamily="34" charset="0"/>
              </a:rPr>
              <a:t>.</a:t>
            </a:r>
            <a:endParaRPr lang="es-CL" dirty="0"/>
          </a:p>
        </p:txBody>
      </p:sp>
      <p:pic>
        <p:nvPicPr>
          <p:cNvPr id="4" name="Imagen 3">
            <a:extLst>
              <a:ext uri="{FF2B5EF4-FFF2-40B4-BE49-F238E27FC236}">
                <a16:creationId xmlns:a16="http://schemas.microsoft.com/office/drawing/2014/main" id="{6D587CB8-3358-CE3F-49B7-DE6DA35CB75E}"/>
              </a:ext>
            </a:extLst>
          </p:cNvPr>
          <p:cNvPicPr>
            <a:picLocks noChangeAspect="1"/>
          </p:cNvPicPr>
          <p:nvPr/>
        </p:nvPicPr>
        <p:blipFill>
          <a:blip r:embed="rId2"/>
          <a:stretch>
            <a:fillRect/>
          </a:stretch>
        </p:blipFill>
        <p:spPr>
          <a:xfrm>
            <a:off x="2758865" y="4603444"/>
            <a:ext cx="3335547" cy="1876245"/>
          </a:xfrm>
          <a:prstGeom prst="rect">
            <a:avLst/>
          </a:prstGeom>
        </p:spPr>
      </p:pic>
      <p:pic>
        <p:nvPicPr>
          <p:cNvPr id="5" name="Imagen 4">
            <a:extLst>
              <a:ext uri="{FF2B5EF4-FFF2-40B4-BE49-F238E27FC236}">
                <a16:creationId xmlns:a16="http://schemas.microsoft.com/office/drawing/2014/main" id="{22610792-2B57-CC52-CA7A-6AEC0C89217E}"/>
              </a:ext>
            </a:extLst>
          </p:cNvPr>
          <p:cNvPicPr>
            <a:picLocks noChangeAspect="1"/>
          </p:cNvPicPr>
          <p:nvPr/>
        </p:nvPicPr>
        <p:blipFill>
          <a:blip r:embed="rId3"/>
          <a:stretch>
            <a:fillRect/>
          </a:stretch>
        </p:blipFill>
        <p:spPr>
          <a:xfrm>
            <a:off x="6891458" y="4603444"/>
            <a:ext cx="3376277" cy="1876245"/>
          </a:xfrm>
          <a:prstGeom prst="rect">
            <a:avLst/>
          </a:prstGeom>
        </p:spPr>
      </p:pic>
      <p:sp>
        <p:nvSpPr>
          <p:cNvPr id="7" name="Marcador de pie de página 6">
            <a:extLst>
              <a:ext uri="{FF2B5EF4-FFF2-40B4-BE49-F238E27FC236}">
                <a16:creationId xmlns:a16="http://schemas.microsoft.com/office/drawing/2014/main" id="{7C33C61E-954D-17F0-6D5F-860221F562D6}"/>
              </a:ext>
            </a:extLst>
          </p:cNvPr>
          <p:cNvSpPr>
            <a:spLocks noGrp="1"/>
          </p:cNvSpPr>
          <p:nvPr>
            <p:ph type="ftr" sz="quarter" idx="11"/>
          </p:nvPr>
        </p:nvSpPr>
        <p:spPr>
          <a:xfrm>
            <a:off x="1141413" y="6409487"/>
            <a:ext cx="6239309" cy="365125"/>
          </a:xfrm>
        </p:spPr>
        <p:txBody>
          <a:bodyPr/>
          <a:lstStyle/>
          <a:p>
            <a:r>
              <a:rPr lang="es-ES" dirty="0"/>
              <a:t>Muy </a:t>
            </a:r>
            <a:r>
              <a:rPr lang="es-ES" dirty="0" err="1"/>
              <a:t>Computer</a:t>
            </a:r>
            <a:r>
              <a:rPr lang="es-ES" dirty="0"/>
              <a:t>. https://www.muycomputer.com/2015/10/12/microlattice-materiales/.</a:t>
            </a:r>
            <a:endParaRPr lang="es-CL" dirty="0"/>
          </a:p>
        </p:txBody>
      </p:sp>
    </p:spTree>
    <p:extLst>
      <p:ext uri="{BB962C8B-B14F-4D97-AF65-F5344CB8AC3E}">
        <p14:creationId xmlns:p14="http://schemas.microsoft.com/office/powerpoint/2010/main" val="3270838591"/>
      </p:ext>
    </p:extLst>
  </p:cSld>
  <p:clrMapOvr>
    <a:masterClrMapping/>
  </p:clrMapOvr>
  <mc:AlternateContent xmlns:mc="http://schemas.openxmlformats.org/markup-compatibility/2006" xmlns:p14="http://schemas.microsoft.com/office/powerpoint/2010/main">
    <mc:Choice Requires="p14">
      <p:transition spd="slow" p14:dur="2000" advTm="100124"/>
    </mc:Choice>
    <mc:Fallback xmlns="">
      <p:transition spd="slow" advTm="10012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88B3A4-7A66-A5E2-0A5A-0474FDC0F480}"/>
              </a:ext>
            </a:extLst>
          </p:cNvPr>
          <p:cNvSpPr>
            <a:spLocks noGrp="1"/>
          </p:cNvSpPr>
          <p:nvPr>
            <p:ph type="title"/>
          </p:nvPr>
        </p:nvSpPr>
        <p:spPr/>
        <p:txBody>
          <a:bodyPr>
            <a:normAutofit fontScale="90000"/>
          </a:bodyPr>
          <a:lstStyle/>
          <a:p>
            <a:r>
              <a:rPr lang="es-US" dirty="0"/>
              <a:t>¿Cuáles son las áreas del cuerpo humano que más deben ser resguardadas como método de prevención de accidentes vehiculares?</a:t>
            </a:r>
          </a:p>
        </p:txBody>
      </p:sp>
      <p:sp>
        <p:nvSpPr>
          <p:cNvPr id="3" name="Marcador de contenido 2">
            <a:extLst>
              <a:ext uri="{FF2B5EF4-FFF2-40B4-BE49-F238E27FC236}">
                <a16:creationId xmlns:a16="http://schemas.microsoft.com/office/drawing/2014/main" id="{6D03EF81-D989-983B-C30C-F2E0426F2489}"/>
              </a:ext>
            </a:extLst>
          </p:cNvPr>
          <p:cNvSpPr>
            <a:spLocks noGrp="1"/>
          </p:cNvSpPr>
          <p:nvPr>
            <p:ph idx="1"/>
          </p:nvPr>
        </p:nvSpPr>
        <p:spPr>
          <a:xfrm>
            <a:off x="1141412" y="2249486"/>
            <a:ext cx="9905999" cy="4072602"/>
          </a:xfrm>
        </p:spPr>
        <p:txBody>
          <a:bodyPr>
            <a:normAutofit fontScale="77500" lnSpcReduction="20000"/>
          </a:bodyPr>
          <a:lstStyle/>
          <a:p>
            <a:r>
              <a:rPr lang="es-US" dirty="0"/>
              <a:t>En un accidente de tránsito las partes del cuerpo que se ven más dañadas tienden a ser el tórax, los pulmones y costillas, o heridas en la cabeza debido al impacto con el parabrisas, volante o las paredes del vehículo 
Al tratarse de un impacto trasero las lesiones más frecuentes se producen en el raquis cervical. Ya que el vehículo al absorber la fuerza del impacto impulsa al conductor o los tripulantes del vehículo hacia adelante además las lesiones de espalda y columna vertebral son también frecuentes en los accidentes y pueden ir de leves y temporales a permanentes y debilitantes . 
Los órganos internos más comúnmente afectados son la vejiga, los riñones y los intestinos, que están situados cerca de los vasos sanguíneos. El impacto de un accidente de coche puede romper esos vasos sanguíneos, provocando una hemorragia interna.</a:t>
            </a:r>
          </a:p>
          <a:p>
            <a:r>
              <a:rPr lang="es-US" dirty="0"/>
              <a:t>Por ende, las áreas del cuerpo humano que más deben ser resguardadas serian la cabeza, cuello, tórax y abdomen.</a:t>
            </a:r>
          </a:p>
        </p:txBody>
      </p:sp>
    </p:spTree>
    <p:extLst>
      <p:ext uri="{BB962C8B-B14F-4D97-AF65-F5344CB8AC3E}">
        <p14:creationId xmlns:p14="http://schemas.microsoft.com/office/powerpoint/2010/main" val="3581703056"/>
      </p:ext>
    </p:extLst>
  </p:cSld>
  <p:clrMapOvr>
    <a:masterClrMapping/>
  </p:clrMapOvr>
  <mc:AlternateContent xmlns:mc="http://schemas.openxmlformats.org/markup-compatibility/2006" xmlns:p14="http://schemas.microsoft.com/office/powerpoint/2010/main">
    <mc:Choice Requires="p14">
      <p:transition spd="slow" p14:dur="2000" advTm="66646"/>
    </mc:Choice>
    <mc:Fallback xmlns="">
      <p:transition spd="slow" advTm="6664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7BA98C-B0CB-3EE9-0A6E-2328DC7F6FF4}"/>
              </a:ext>
            </a:extLst>
          </p:cNvPr>
          <p:cNvSpPr>
            <a:spLocks noGrp="1"/>
          </p:cNvSpPr>
          <p:nvPr>
            <p:ph type="title"/>
          </p:nvPr>
        </p:nvSpPr>
        <p:spPr>
          <a:xfrm>
            <a:off x="1141412" y="618518"/>
            <a:ext cx="5894387" cy="1478570"/>
          </a:xfrm>
        </p:spPr>
        <p:txBody>
          <a:bodyPr anchor="b">
            <a:normAutofit/>
          </a:bodyPr>
          <a:lstStyle/>
          <a:p>
            <a:r>
              <a:rPr lang="es-ES" sz="3100"/>
              <a:t>¿ Que zonas de un automóvil se ven más afectadas tras un accidente vehicular?</a:t>
            </a:r>
            <a:endParaRPr lang="es-CL" sz="3100"/>
          </a:p>
        </p:txBody>
      </p:sp>
      <p:sp>
        <p:nvSpPr>
          <p:cNvPr id="3" name="Marcador de contenido 2">
            <a:extLst>
              <a:ext uri="{FF2B5EF4-FFF2-40B4-BE49-F238E27FC236}">
                <a16:creationId xmlns:a16="http://schemas.microsoft.com/office/drawing/2014/main" id="{F6D4C1C0-AB5E-1E63-B124-4860AFA1A884}"/>
              </a:ext>
            </a:extLst>
          </p:cNvPr>
          <p:cNvSpPr>
            <a:spLocks noGrp="1"/>
          </p:cNvSpPr>
          <p:nvPr>
            <p:ph idx="1"/>
          </p:nvPr>
        </p:nvSpPr>
        <p:spPr>
          <a:xfrm>
            <a:off x="1141412" y="2249487"/>
            <a:ext cx="5894388" cy="3541714"/>
          </a:xfrm>
        </p:spPr>
        <p:txBody>
          <a:bodyPr>
            <a:normAutofit/>
          </a:bodyPr>
          <a:lstStyle/>
          <a:p>
            <a:pPr>
              <a:lnSpc>
                <a:spcPct val="110000"/>
              </a:lnSpc>
            </a:pPr>
            <a:r>
              <a:rPr lang="es-ES" dirty="0"/>
              <a:t>Las zonas del vehículo más afectadas durante un siniestro son la zona delantera y trasera con el 42% y 31%, sumadas ambas zonas cubren el 73% de los siniestros ya que suelen ocurrir con más frecuencia los impactos en esas zonas, y el otro 27% se compone de las demás zonas del vehículo como lo son los laterales, techo, etc.</a:t>
            </a:r>
          </a:p>
          <a:p>
            <a:pPr marL="0" indent="0">
              <a:lnSpc>
                <a:spcPct val="110000"/>
              </a:lnSpc>
              <a:buNone/>
            </a:pPr>
            <a:endParaRPr lang="es-CL" dirty="0"/>
          </a:p>
        </p:txBody>
      </p:sp>
      <p:sp>
        <p:nvSpPr>
          <p:cNvPr id="10" name="Round Diagonal Corner Rectangle 8">
            <a:extLst>
              <a:ext uri="{FF2B5EF4-FFF2-40B4-BE49-F238E27FC236}">
                <a16:creationId xmlns:a16="http://schemas.microsoft.com/office/drawing/2014/main" id="{A0F3E2DF-E827-4D2A-A6D3-15B8451C87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19997" y="618518"/>
            <a:ext cx="3425200" cy="5172683"/>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Coche en una calle&#10;&#10;Descripción generada automáticamente con confianza media">
            <a:extLst>
              <a:ext uri="{FF2B5EF4-FFF2-40B4-BE49-F238E27FC236}">
                <a16:creationId xmlns:a16="http://schemas.microsoft.com/office/drawing/2014/main" id="{071277A6-B628-76BF-FB8F-53C2DB1585B7}"/>
              </a:ext>
            </a:extLst>
          </p:cNvPr>
          <p:cNvPicPr>
            <a:picLocks noChangeAspect="1"/>
          </p:cNvPicPr>
          <p:nvPr/>
        </p:nvPicPr>
        <p:blipFill rotWithShape="1">
          <a:blip r:embed="rId3"/>
          <a:srcRect l="21743" r="5972" b="-4"/>
          <a:stretch/>
        </p:blipFill>
        <p:spPr>
          <a:xfrm>
            <a:off x="7940036" y="940250"/>
            <a:ext cx="2798580" cy="2177855"/>
          </a:xfrm>
          <a:prstGeom prst="rect">
            <a:avLst/>
          </a:prstGeom>
        </p:spPr>
      </p:pic>
      <p:pic>
        <p:nvPicPr>
          <p:cNvPr id="4" name="Imagen 3" descr="Un grupo de personas alrededor de una camioneta&#10;&#10;Descripción generada automáticamente con confianza media">
            <a:extLst>
              <a:ext uri="{FF2B5EF4-FFF2-40B4-BE49-F238E27FC236}">
                <a16:creationId xmlns:a16="http://schemas.microsoft.com/office/drawing/2014/main" id="{32243392-CA9A-CA86-5B0C-C002E6B60077}"/>
              </a:ext>
            </a:extLst>
          </p:cNvPr>
          <p:cNvPicPr>
            <a:picLocks noChangeAspect="1"/>
          </p:cNvPicPr>
          <p:nvPr/>
        </p:nvPicPr>
        <p:blipFill rotWithShape="1">
          <a:blip r:embed="rId4"/>
          <a:srcRect l="6229" r="8522" b="2"/>
          <a:stretch/>
        </p:blipFill>
        <p:spPr>
          <a:xfrm>
            <a:off x="7940036" y="3278244"/>
            <a:ext cx="2798580" cy="2191225"/>
          </a:xfrm>
          <a:prstGeom prst="rect">
            <a:avLst/>
          </a:prstGeom>
        </p:spPr>
      </p:pic>
      <p:sp>
        <p:nvSpPr>
          <p:cNvPr id="6" name="Marcador de pie de página 5">
            <a:extLst>
              <a:ext uri="{FF2B5EF4-FFF2-40B4-BE49-F238E27FC236}">
                <a16:creationId xmlns:a16="http://schemas.microsoft.com/office/drawing/2014/main" id="{94944173-49CC-9941-E8EB-2E843919E090}"/>
              </a:ext>
            </a:extLst>
          </p:cNvPr>
          <p:cNvSpPr>
            <a:spLocks noGrp="1"/>
          </p:cNvSpPr>
          <p:nvPr>
            <p:ph type="ftr" sz="quarter" idx="11"/>
          </p:nvPr>
        </p:nvSpPr>
        <p:spPr/>
        <p:txBody>
          <a:bodyPr/>
          <a:lstStyle/>
          <a:p>
            <a:r>
              <a:rPr lang="fr-FR"/>
              <a:t>Carroya(2019), https://www.carroya.com/noticias/guia-para-conductores/como-identificar-los-danos-de-un-vehiculo-tras-un-accidente-3741</a:t>
            </a:r>
            <a:endParaRPr lang="es-CL"/>
          </a:p>
        </p:txBody>
      </p:sp>
    </p:spTree>
    <p:extLst>
      <p:ext uri="{BB962C8B-B14F-4D97-AF65-F5344CB8AC3E}">
        <p14:creationId xmlns:p14="http://schemas.microsoft.com/office/powerpoint/2010/main" val="2661709992"/>
      </p:ext>
    </p:extLst>
  </p:cSld>
  <p:clrMapOvr>
    <a:masterClrMapping/>
  </p:clrMapOvr>
  <mc:AlternateContent xmlns:mc="http://schemas.openxmlformats.org/markup-compatibility/2006" xmlns:p14="http://schemas.microsoft.com/office/powerpoint/2010/main">
    <mc:Choice Requires="p14">
      <p:transition spd="slow" p14:dur="2000" advTm="29320"/>
    </mc:Choice>
    <mc:Fallback xmlns="">
      <p:transition spd="slow" advTm="2932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Imagen que contiene pizarrón, texto&#10;&#10;Descripción generada automáticamente">
            <a:extLst>
              <a:ext uri="{FF2B5EF4-FFF2-40B4-BE49-F238E27FC236}">
                <a16:creationId xmlns:a16="http://schemas.microsoft.com/office/drawing/2014/main" id="{57792112-44B3-843D-2ED9-5C6DCFB01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318" y="3765040"/>
            <a:ext cx="2102148" cy="1511929"/>
          </a:xfrm>
          <a:prstGeom prst="rect">
            <a:avLst/>
          </a:prstGeom>
        </p:spPr>
      </p:pic>
      <p:sp>
        <p:nvSpPr>
          <p:cNvPr id="2" name="Título 1">
            <a:extLst>
              <a:ext uri="{FF2B5EF4-FFF2-40B4-BE49-F238E27FC236}">
                <a16:creationId xmlns:a16="http://schemas.microsoft.com/office/drawing/2014/main" id="{18EF5A1D-F612-26B0-93D8-6279E0C5006B}"/>
              </a:ext>
            </a:extLst>
          </p:cNvPr>
          <p:cNvSpPr>
            <a:spLocks noGrp="1"/>
          </p:cNvSpPr>
          <p:nvPr>
            <p:ph type="title"/>
          </p:nvPr>
        </p:nvSpPr>
        <p:spPr>
          <a:xfrm>
            <a:off x="908148" y="80451"/>
            <a:ext cx="9905998" cy="1478570"/>
          </a:xfrm>
        </p:spPr>
        <p:txBody>
          <a:bodyPr/>
          <a:lstStyle/>
          <a:p>
            <a:pPr algn="ctr"/>
            <a:r>
              <a:rPr lang="es-CL" dirty="0"/>
              <a:t>Fuentes y conceptos matemáticos</a:t>
            </a:r>
          </a:p>
        </p:txBody>
      </p:sp>
      <p:sp>
        <p:nvSpPr>
          <p:cNvPr id="3" name="Marcador de contenido 2">
            <a:extLst>
              <a:ext uri="{FF2B5EF4-FFF2-40B4-BE49-F238E27FC236}">
                <a16:creationId xmlns:a16="http://schemas.microsoft.com/office/drawing/2014/main" id="{ED64E801-FDDE-8E10-325E-90BDCA583679}"/>
              </a:ext>
            </a:extLst>
          </p:cNvPr>
          <p:cNvSpPr>
            <a:spLocks noGrp="1"/>
          </p:cNvSpPr>
          <p:nvPr>
            <p:ph idx="1"/>
          </p:nvPr>
        </p:nvSpPr>
        <p:spPr>
          <a:xfrm>
            <a:off x="799322" y="1111223"/>
            <a:ext cx="7100562" cy="3889985"/>
          </a:xfrm>
        </p:spPr>
        <p:txBody>
          <a:bodyPr>
            <a:normAutofit fontScale="85000" lnSpcReduction="10000"/>
          </a:bodyPr>
          <a:lstStyle/>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lang="es-CL" sz="2000" dirty="0"/>
              <a:t>Con el fin de conocer e indagar en la relación peso potencia de un vehículo para la integración del microlattice, tenemos como dato referencial que la relación peso potencia debería estar por debajo de los 10kg/CV (caballo de vapor). Con esa información nosotros podemos realizar una regla de 3 simples, para utilizar los valores de peso y potencia del vehículo, al momento de definir las zonas y cantidades de microlattice a utilizar. </a:t>
            </a:r>
          </a:p>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lang="es-CL" sz="2000" dirty="0"/>
              <a:t>Ejemplo: ¿ Cuanta potencia en caballos de vapor necesito, si el vehículo con integración de microlattice pesa 1500 kg? </a:t>
            </a:r>
          </a:p>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lang="es-CL" sz="2000" dirty="0"/>
          </a:p>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lang="es-CL" sz="2000" dirty="0"/>
          </a:p>
          <a:p>
            <a:pPr marL="0" indent="0" algn="just">
              <a:buNone/>
            </a:pPr>
            <a:r>
              <a:rPr lang="es-CL" sz="2000" dirty="0"/>
              <a:t>                           </a:t>
            </a:r>
          </a:p>
          <a:p>
            <a:endParaRPr lang="es-CL" dirty="0"/>
          </a:p>
        </p:txBody>
      </p:sp>
      <p:sp>
        <p:nvSpPr>
          <p:cNvPr id="4" name="CuadroTexto 3">
            <a:extLst>
              <a:ext uri="{FF2B5EF4-FFF2-40B4-BE49-F238E27FC236}">
                <a16:creationId xmlns:a16="http://schemas.microsoft.com/office/drawing/2014/main" id="{065602DD-8E01-4AB8-0031-FE1DA40673E6}"/>
              </a:ext>
            </a:extLst>
          </p:cNvPr>
          <p:cNvSpPr txBox="1"/>
          <p:nvPr/>
        </p:nvSpPr>
        <p:spPr>
          <a:xfrm>
            <a:off x="8425545" y="2179052"/>
            <a:ext cx="3564294" cy="1754326"/>
          </a:xfrm>
          <a:prstGeom prst="rect">
            <a:avLst/>
          </a:prstGeom>
          <a:noFill/>
        </p:spPr>
        <p:txBody>
          <a:bodyPr wrap="square" rtlCol="0">
            <a:spAutoFit/>
          </a:bodyPr>
          <a:lstStyle/>
          <a:p>
            <a:pPr algn="just"/>
            <a:r>
              <a:rPr lang="es-CL" dirty="0"/>
              <a:t>Para conocer los valores entregados por el fabricante respecto al peso y potencia de un vehículo,  nosotros podemos utilizar como herramienta tecnológica la plataforma de datos automotrices “auto data”.</a:t>
            </a:r>
          </a:p>
        </p:txBody>
      </p:sp>
      <p:pic>
        <p:nvPicPr>
          <p:cNvPr id="6" name="Imagen 5" descr="Interfaz de usuario gráfica, Aplicación&#10;&#10;Descripción generada automáticamente">
            <a:extLst>
              <a:ext uri="{FF2B5EF4-FFF2-40B4-BE49-F238E27FC236}">
                <a16:creationId xmlns:a16="http://schemas.microsoft.com/office/drawing/2014/main" id="{2C301829-7352-C70E-F773-A15A7FA76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7943" y="4105556"/>
            <a:ext cx="3271088" cy="1623999"/>
          </a:xfrm>
          <a:prstGeom prst="rect">
            <a:avLst/>
          </a:prstGeom>
        </p:spPr>
      </p:pic>
      <p:sp>
        <p:nvSpPr>
          <p:cNvPr id="7" name="Marcador de pie de página 6">
            <a:extLst>
              <a:ext uri="{FF2B5EF4-FFF2-40B4-BE49-F238E27FC236}">
                <a16:creationId xmlns:a16="http://schemas.microsoft.com/office/drawing/2014/main" id="{87A33BDD-9141-A339-2CB4-136827DA21B3}"/>
              </a:ext>
            </a:extLst>
          </p:cNvPr>
          <p:cNvSpPr>
            <a:spLocks noGrp="1"/>
          </p:cNvSpPr>
          <p:nvPr>
            <p:ph type="ftr" sz="quarter" idx="11"/>
          </p:nvPr>
        </p:nvSpPr>
        <p:spPr/>
        <p:txBody>
          <a:bodyPr/>
          <a:lstStyle/>
          <a:p>
            <a:r>
              <a:rPr lang="nn-NO" dirty="0"/>
              <a:t>KM77(2020) https://www.km77.com/glosario/relapesopote</a:t>
            </a:r>
            <a:endParaRPr lang="es-CL" dirty="0"/>
          </a:p>
        </p:txBody>
      </p:sp>
    </p:spTree>
    <p:extLst>
      <p:ext uri="{BB962C8B-B14F-4D97-AF65-F5344CB8AC3E}">
        <p14:creationId xmlns:p14="http://schemas.microsoft.com/office/powerpoint/2010/main" val="3162224660"/>
      </p:ext>
    </p:extLst>
  </p:cSld>
  <p:clrMapOvr>
    <a:masterClrMapping/>
  </p:clrMapOvr>
  <mc:AlternateContent xmlns:mc="http://schemas.openxmlformats.org/markup-compatibility/2006" xmlns:p14="http://schemas.microsoft.com/office/powerpoint/2010/main">
    <mc:Choice Requires="p14">
      <p:transition spd="slow" p14:dur="2000" advTm="63448"/>
    </mc:Choice>
    <mc:Fallback xmlns="">
      <p:transition spd="slow" advTm="6344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5" name="Group 14">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7"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CL"/>
              </a:p>
            </p:txBody>
          </p:sp>
          <p:sp>
            <p:nvSpPr>
              <p:cNvPr id="28"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9"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0"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1"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2"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3"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4"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5"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6"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7"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38"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CL"/>
              </a:p>
            </p:txBody>
          </p:sp>
          <p:sp>
            <p:nvSpPr>
              <p:cNvPr id="39"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0"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1"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2"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3"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CL"/>
              </a:p>
            </p:txBody>
          </p:sp>
          <p:sp>
            <p:nvSpPr>
              <p:cNvPr id="44"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5"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6"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7"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8"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49"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50"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51"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52"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53"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grpSp>
        <p:grpSp>
          <p:nvGrpSpPr>
            <p:cNvPr id="16" name="Group 15">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7"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18"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19"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0"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1"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2"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3"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4"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5"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CL"/>
              </a:p>
            </p:txBody>
          </p:sp>
          <p:sp>
            <p:nvSpPr>
              <p:cNvPr id="26"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CL"/>
              </a:p>
            </p:txBody>
          </p:sp>
        </p:grpSp>
      </p:grpSp>
      <p:pic>
        <p:nvPicPr>
          <p:cNvPr id="55"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ítulo 1">
            <a:extLst>
              <a:ext uri="{FF2B5EF4-FFF2-40B4-BE49-F238E27FC236}">
                <a16:creationId xmlns:a16="http://schemas.microsoft.com/office/drawing/2014/main" id="{18BC4C82-A478-6A01-FB6D-FEC01D1B8A62}"/>
              </a:ext>
            </a:extLst>
          </p:cNvPr>
          <p:cNvSpPr>
            <a:spLocks noGrp="1"/>
          </p:cNvSpPr>
          <p:nvPr>
            <p:ph type="title"/>
          </p:nvPr>
        </p:nvSpPr>
        <p:spPr>
          <a:xfrm>
            <a:off x="8001199" y="505992"/>
            <a:ext cx="2742211" cy="714375"/>
          </a:xfrm>
        </p:spPr>
        <p:txBody>
          <a:bodyPr anchor="b">
            <a:normAutofit/>
          </a:bodyPr>
          <a:lstStyle/>
          <a:p>
            <a:r>
              <a:rPr lang="es-CL" sz="2800" dirty="0">
                <a:solidFill>
                  <a:srgbClr val="FFFFFF"/>
                </a:solidFill>
              </a:rPr>
              <a:t>Bitácora</a:t>
            </a:r>
          </a:p>
        </p:txBody>
      </p:sp>
      <p:sp useBgFill="1">
        <p:nvSpPr>
          <p:cNvPr id="57"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Texto, Tabla&#10;&#10;Descripción generada automáticamente con confianza media">
            <a:extLst>
              <a:ext uri="{FF2B5EF4-FFF2-40B4-BE49-F238E27FC236}">
                <a16:creationId xmlns:a16="http://schemas.microsoft.com/office/drawing/2014/main" id="{E2ABF92D-F8F9-17B3-3DE9-77F54D4CE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988" y="1798848"/>
            <a:ext cx="6112382" cy="3254842"/>
          </a:xfrm>
          <a:prstGeom prst="rect">
            <a:avLst/>
          </a:prstGeom>
        </p:spPr>
      </p:pic>
    </p:spTree>
    <p:extLst>
      <p:ext uri="{BB962C8B-B14F-4D97-AF65-F5344CB8AC3E}">
        <p14:creationId xmlns:p14="http://schemas.microsoft.com/office/powerpoint/2010/main" val="38305110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644"/>
    </mc:Choice>
    <mc:Fallback xmlns="">
      <p:transition spd="slow" advTm="1164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C387A-3C52-08EB-3FE2-492F92211F69}"/>
              </a:ext>
            </a:extLst>
          </p:cNvPr>
          <p:cNvSpPr>
            <a:spLocks noGrp="1"/>
          </p:cNvSpPr>
          <p:nvPr>
            <p:ph type="title"/>
          </p:nvPr>
        </p:nvSpPr>
        <p:spPr>
          <a:xfrm>
            <a:off x="3405675" y="354221"/>
            <a:ext cx="4663734" cy="942392"/>
          </a:xfrm>
        </p:spPr>
        <p:txBody>
          <a:bodyPr>
            <a:normAutofit fontScale="90000"/>
          </a:bodyPr>
          <a:lstStyle/>
          <a:p>
            <a:r>
              <a:rPr lang="es-CL" dirty="0"/>
              <a:t>Desarrollo, revisión de ideas y producto</a:t>
            </a:r>
          </a:p>
        </p:txBody>
      </p:sp>
      <p:sp>
        <p:nvSpPr>
          <p:cNvPr id="3" name="Marcador de contenido 2">
            <a:extLst>
              <a:ext uri="{FF2B5EF4-FFF2-40B4-BE49-F238E27FC236}">
                <a16:creationId xmlns:a16="http://schemas.microsoft.com/office/drawing/2014/main" id="{4F9258CE-8259-D7F5-331C-EC4604DF2A6C}"/>
              </a:ext>
            </a:extLst>
          </p:cNvPr>
          <p:cNvSpPr>
            <a:spLocks noGrp="1"/>
          </p:cNvSpPr>
          <p:nvPr>
            <p:ph idx="1"/>
          </p:nvPr>
        </p:nvSpPr>
        <p:spPr>
          <a:xfrm>
            <a:off x="989045" y="1340157"/>
            <a:ext cx="9871754" cy="4864699"/>
          </a:xfrm>
        </p:spPr>
        <p:txBody>
          <a:bodyPr/>
          <a:lstStyle/>
          <a:p>
            <a:pPr marL="0" indent="0">
              <a:buNone/>
            </a:pPr>
            <a:r>
              <a:rPr lang="es-CL" dirty="0">
                <a:solidFill>
                  <a:schemeClr val="bg1"/>
                </a:solidFill>
              </a:rPr>
              <a:t>Auto prototipo para recepción de datos técnicos</a:t>
            </a:r>
            <a:r>
              <a:rPr lang="es-CL" b="1" dirty="0">
                <a:solidFill>
                  <a:schemeClr val="bg1"/>
                </a:solidFill>
              </a:rPr>
              <a:t>: </a:t>
            </a:r>
            <a:r>
              <a:rPr lang="es-CL" b="1" dirty="0"/>
              <a:t>Peugeot 4008 </a:t>
            </a:r>
            <a:r>
              <a:rPr lang="fr-FR" b="1" dirty="0"/>
              <a:t>2.0 150HP </a:t>
            </a:r>
            <a:r>
              <a:rPr lang="fr-FR" dirty="0"/>
              <a:t>4x4 AUT. CVT</a:t>
            </a:r>
          </a:p>
          <a:p>
            <a:pPr marL="0" indent="0">
              <a:buNone/>
            </a:pPr>
            <a:r>
              <a:rPr lang="fr-FR" dirty="0"/>
              <a:t>Peso: 1460 kg</a:t>
            </a:r>
          </a:p>
          <a:p>
            <a:pPr marL="0" indent="0">
              <a:buNone/>
            </a:pPr>
            <a:r>
              <a:rPr lang="es-ES" dirty="0"/>
              <a:t>Potencia</a:t>
            </a:r>
            <a:r>
              <a:rPr lang="fr-FR" dirty="0"/>
              <a:t>:  150 HP (152 CV)</a:t>
            </a:r>
          </a:p>
          <a:p>
            <a:pPr marL="0" indent="0">
              <a:buNone/>
            </a:pPr>
            <a:endParaRPr lang="fr-FR" dirty="0"/>
          </a:p>
          <a:p>
            <a:pPr marL="0" indent="0">
              <a:buNone/>
            </a:pPr>
            <a:r>
              <a:rPr lang="fr-FR" dirty="0"/>
              <a:t>Zonas en las que se </a:t>
            </a:r>
            <a:r>
              <a:rPr lang="es-ES" dirty="0"/>
              <a:t>reforzaría</a:t>
            </a:r>
            <a:r>
              <a:rPr lang="fr-FR" dirty="0"/>
              <a:t> con microlattice: Zona </a:t>
            </a:r>
            <a:r>
              <a:rPr lang="es-CL" dirty="0"/>
              <a:t>delantera</a:t>
            </a:r>
            <a:r>
              <a:rPr lang="fr-FR" dirty="0"/>
              <a:t> y </a:t>
            </a:r>
            <a:r>
              <a:rPr lang="fr-FR" dirty="0" err="1"/>
              <a:t>trasera</a:t>
            </a:r>
            <a:r>
              <a:rPr lang="fr-FR" dirty="0"/>
              <a:t> </a:t>
            </a:r>
          </a:p>
          <a:p>
            <a:pPr marL="0" indent="0">
              <a:buNone/>
            </a:pPr>
            <a:r>
              <a:rPr lang="fr-FR" dirty="0"/>
              <a:t>(Para </a:t>
            </a:r>
            <a:r>
              <a:rPr lang="es-ES" dirty="0"/>
              <a:t>choques</a:t>
            </a:r>
            <a:r>
              <a:rPr lang="fr-FR" dirty="0"/>
              <a:t>)</a:t>
            </a:r>
            <a:endParaRPr lang="es-CL" dirty="0"/>
          </a:p>
        </p:txBody>
      </p:sp>
      <p:sp>
        <p:nvSpPr>
          <p:cNvPr id="4" name="Marcador de pie de página 6">
            <a:extLst>
              <a:ext uri="{FF2B5EF4-FFF2-40B4-BE49-F238E27FC236}">
                <a16:creationId xmlns:a16="http://schemas.microsoft.com/office/drawing/2014/main" id="{4E5BF6BA-F915-F95C-C81F-7CB58F497D14}"/>
              </a:ext>
            </a:extLst>
          </p:cNvPr>
          <p:cNvSpPr>
            <a:spLocks noGrp="1"/>
          </p:cNvSpPr>
          <p:nvPr>
            <p:ph type="ftr" sz="quarter" idx="11"/>
          </p:nvPr>
        </p:nvSpPr>
        <p:spPr>
          <a:xfrm>
            <a:off x="1141411" y="5883275"/>
            <a:ext cx="6239309" cy="365125"/>
          </a:xfrm>
        </p:spPr>
        <p:txBody>
          <a:bodyPr/>
          <a:lstStyle/>
          <a:p>
            <a:r>
              <a:rPr lang="es-CL" dirty="0"/>
              <a:t>Peugeot(2014) http://hub.peugeot.cl/media/fichas_tecnicas/VP/4008.pdf</a:t>
            </a:r>
          </a:p>
        </p:txBody>
      </p:sp>
      <p:pic>
        <p:nvPicPr>
          <p:cNvPr id="7" name="Imagen 6" descr="Un coche en un estacionamiento&#10;&#10;Descripción generada automáticamente">
            <a:extLst>
              <a:ext uri="{FF2B5EF4-FFF2-40B4-BE49-F238E27FC236}">
                <a16:creationId xmlns:a16="http://schemas.microsoft.com/office/drawing/2014/main" id="{3B4C801E-4272-8A22-446A-BCA4991DDA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3558" y="1912776"/>
            <a:ext cx="1648261" cy="2197681"/>
          </a:xfrm>
          <a:prstGeom prst="rect">
            <a:avLst/>
          </a:prstGeom>
        </p:spPr>
      </p:pic>
      <p:pic>
        <p:nvPicPr>
          <p:cNvPr id="9" name="Imagen 8" descr="Un coche deportivo de color gris&#10;&#10;Descripción generada automáticamente">
            <a:extLst>
              <a:ext uri="{FF2B5EF4-FFF2-40B4-BE49-F238E27FC236}">
                <a16:creationId xmlns:a16="http://schemas.microsoft.com/office/drawing/2014/main" id="{5EB91A89-C21F-F557-01B4-299663350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0235" y="1912776"/>
            <a:ext cx="1574541" cy="2099388"/>
          </a:xfrm>
          <a:prstGeom prst="rect">
            <a:avLst/>
          </a:prstGeom>
        </p:spPr>
      </p:pic>
    </p:spTree>
    <p:extLst>
      <p:ext uri="{BB962C8B-B14F-4D97-AF65-F5344CB8AC3E}">
        <p14:creationId xmlns:p14="http://schemas.microsoft.com/office/powerpoint/2010/main" val="1169442767"/>
      </p:ext>
    </p:extLst>
  </p:cSld>
  <p:clrMapOvr>
    <a:masterClrMapping/>
  </p:clrMapOvr>
  <mc:AlternateContent xmlns:mc="http://schemas.openxmlformats.org/markup-compatibility/2006" xmlns:p14="http://schemas.microsoft.com/office/powerpoint/2010/main">
    <mc:Choice Requires="p14">
      <p:transition spd="slow" p14:dur="2000" advTm="63842"/>
    </mc:Choice>
    <mc:Fallback xmlns="">
      <p:transition spd="slow" advTm="6384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BC671-3F8D-9355-45FC-AE8545DDF12B}"/>
              </a:ext>
            </a:extLst>
          </p:cNvPr>
          <p:cNvSpPr>
            <a:spLocks noGrp="1"/>
          </p:cNvSpPr>
          <p:nvPr>
            <p:ph type="title"/>
          </p:nvPr>
        </p:nvSpPr>
        <p:spPr>
          <a:xfrm>
            <a:off x="2566219" y="244892"/>
            <a:ext cx="7340650" cy="905482"/>
          </a:xfrm>
        </p:spPr>
        <p:txBody>
          <a:bodyPr/>
          <a:lstStyle/>
          <a:p>
            <a:r>
              <a:rPr lang="es-CL" dirty="0"/>
              <a:t>Presentación del producto </a:t>
            </a:r>
          </a:p>
        </p:txBody>
      </p:sp>
      <p:sp>
        <p:nvSpPr>
          <p:cNvPr id="3" name="Marcador de contenido 2">
            <a:extLst>
              <a:ext uri="{FF2B5EF4-FFF2-40B4-BE49-F238E27FC236}">
                <a16:creationId xmlns:a16="http://schemas.microsoft.com/office/drawing/2014/main" id="{8D27AB86-886C-D6A6-91E6-3FA6F366ED57}"/>
              </a:ext>
            </a:extLst>
          </p:cNvPr>
          <p:cNvSpPr>
            <a:spLocks noGrp="1"/>
          </p:cNvSpPr>
          <p:nvPr>
            <p:ph idx="1"/>
          </p:nvPr>
        </p:nvSpPr>
        <p:spPr>
          <a:xfrm>
            <a:off x="942308" y="1150374"/>
            <a:ext cx="8787580" cy="3342968"/>
          </a:xfrm>
        </p:spPr>
        <p:txBody>
          <a:bodyPr>
            <a:normAutofit fontScale="85000" lnSpcReduction="10000"/>
          </a:bodyPr>
          <a:lstStyle/>
          <a:p>
            <a:r>
              <a:rPr lang="es-CL" dirty="0"/>
              <a:t>Utilizamos para reforzar, los dos parachoques del vehículo (Trasero, delantero) para mejorar las propiedades de impacto de la zona, ya que son las más afectadas al momento de un accidente de tránsito.</a:t>
            </a:r>
          </a:p>
          <a:p>
            <a:r>
              <a:rPr lang="es-CL" dirty="0"/>
              <a:t>Aproximadamente, los parachoques del Peugeot 4008 que utilizamos como prototipo, pesan 5000g o 5 kg.</a:t>
            </a:r>
          </a:p>
          <a:p>
            <a:r>
              <a:rPr lang="es-CL" dirty="0"/>
              <a:t>Se le agregan 3 kg de microlattice como refuerzo estructural en los  parachoques. </a:t>
            </a:r>
          </a:p>
          <a:p>
            <a:r>
              <a:rPr lang="es-CL" dirty="0"/>
              <a:t>El peso total del vehículo incluyendo el refuerzo de microlattice, sería de 1466 Kg.</a:t>
            </a:r>
          </a:p>
        </p:txBody>
      </p:sp>
      <p:pic>
        <p:nvPicPr>
          <p:cNvPr id="5" name="Imagen 4" descr="Imagen que contiene texto, pizarrón&#10;&#10;Descripción generada automáticamente">
            <a:extLst>
              <a:ext uri="{FF2B5EF4-FFF2-40B4-BE49-F238E27FC236}">
                <a16:creationId xmlns:a16="http://schemas.microsoft.com/office/drawing/2014/main" id="{4C8AA760-F333-B3ED-3F02-3E6663D99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2766" y="4108340"/>
            <a:ext cx="3195484" cy="2396613"/>
          </a:xfrm>
          <a:prstGeom prst="rect">
            <a:avLst/>
          </a:prstGeom>
        </p:spPr>
      </p:pic>
    </p:spTree>
    <p:extLst>
      <p:ext uri="{BB962C8B-B14F-4D97-AF65-F5344CB8AC3E}">
        <p14:creationId xmlns:p14="http://schemas.microsoft.com/office/powerpoint/2010/main" val="628564935"/>
      </p:ext>
    </p:extLst>
  </p:cSld>
  <p:clrMapOvr>
    <a:masterClrMapping/>
  </p:clrMapOvr>
  <mc:AlternateContent xmlns:mc="http://schemas.openxmlformats.org/markup-compatibility/2006" xmlns:p14="http://schemas.microsoft.com/office/powerpoint/2010/main">
    <mc:Choice Requires="p14">
      <p:transition spd="slow" p14:dur="2000" advTm="28817"/>
    </mc:Choice>
    <mc:Fallback xmlns="">
      <p:transition spd="slow" advTm="2881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Una captura de pantalla de un celular con texto e imagen&#10;&#10;Descripción generada automáticamente con confianza baja">
            <a:extLst>
              <a:ext uri="{FF2B5EF4-FFF2-40B4-BE49-F238E27FC236}">
                <a16:creationId xmlns:a16="http://schemas.microsoft.com/office/drawing/2014/main" id="{E02C57D4-7051-4BA7-2DA6-77319C92BC5E}"/>
              </a:ext>
            </a:extLst>
          </p:cNvPr>
          <p:cNvPicPr>
            <a:picLocks noChangeAspect="1"/>
          </p:cNvPicPr>
          <p:nvPr/>
        </p:nvPicPr>
        <p:blipFill rotWithShape="1">
          <a:blip r:embed="rId2">
            <a:extLst>
              <a:ext uri="{28A0092B-C50C-407E-A947-70E740481C1C}">
                <a14:useLocalDpi xmlns:a14="http://schemas.microsoft.com/office/drawing/2010/main" val="0"/>
              </a:ext>
            </a:extLst>
          </a:blip>
          <a:srcRect l="361" t="25926" b="25156"/>
          <a:stretch/>
        </p:blipFill>
        <p:spPr>
          <a:xfrm>
            <a:off x="836613" y="3483725"/>
            <a:ext cx="2207956" cy="1445342"/>
          </a:xfrm>
          <a:prstGeom prst="rect">
            <a:avLst/>
          </a:prstGeom>
        </p:spPr>
      </p:pic>
      <p:sp>
        <p:nvSpPr>
          <p:cNvPr id="2" name="Título 1">
            <a:extLst>
              <a:ext uri="{FF2B5EF4-FFF2-40B4-BE49-F238E27FC236}">
                <a16:creationId xmlns:a16="http://schemas.microsoft.com/office/drawing/2014/main" id="{7E999DB9-4832-FCC4-F595-A104252754F3}"/>
              </a:ext>
            </a:extLst>
          </p:cNvPr>
          <p:cNvSpPr>
            <a:spLocks noGrp="1"/>
          </p:cNvSpPr>
          <p:nvPr>
            <p:ph type="title"/>
          </p:nvPr>
        </p:nvSpPr>
        <p:spPr/>
        <p:txBody>
          <a:bodyPr/>
          <a:lstStyle/>
          <a:p>
            <a:pPr algn="ctr"/>
            <a:r>
              <a:rPr lang="es-CL" dirty="0"/>
              <a:t>Relación peso -  potencia</a:t>
            </a:r>
          </a:p>
        </p:txBody>
      </p:sp>
      <p:graphicFrame>
        <p:nvGraphicFramePr>
          <p:cNvPr id="7" name="Marcador de contenido 6">
            <a:extLst>
              <a:ext uri="{FF2B5EF4-FFF2-40B4-BE49-F238E27FC236}">
                <a16:creationId xmlns:a16="http://schemas.microsoft.com/office/drawing/2014/main" id="{950047BA-F98A-80D9-83BE-7D72D4DDA23D}"/>
              </a:ext>
            </a:extLst>
          </p:cNvPr>
          <p:cNvGraphicFramePr>
            <a:graphicFrameLocks noGrp="1"/>
          </p:cNvGraphicFramePr>
          <p:nvPr>
            <p:ph idx="1"/>
            <p:extLst>
              <p:ext uri="{D42A27DB-BD31-4B8C-83A1-F6EECF244321}">
                <p14:modId xmlns:p14="http://schemas.microsoft.com/office/powerpoint/2010/main" val="1134242694"/>
              </p:ext>
            </p:extLst>
          </p:nvPr>
        </p:nvGraphicFramePr>
        <p:xfrm>
          <a:off x="836613" y="1856197"/>
          <a:ext cx="9906000" cy="111252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2662843973"/>
                    </a:ext>
                  </a:extLst>
                </a:gridCol>
                <a:gridCol w="3302000">
                  <a:extLst>
                    <a:ext uri="{9D8B030D-6E8A-4147-A177-3AD203B41FA5}">
                      <a16:colId xmlns:a16="http://schemas.microsoft.com/office/drawing/2014/main" val="1339896968"/>
                    </a:ext>
                  </a:extLst>
                </a:gridCol>
                <a:gridCol w="3302000">
                  <a:extLst>
                    <a:ext uri="{9D8B030D-6E8A-4147-A177-3AD203B41FA5}">
                      <a16:colId xmlns:a16="http://schemas.microsoft.com/office/drawing/2014/main" val="2535914659"/>
                    </a:ext>
                  </a:extLst>
                </a:gridCol>
              </a:tblGrid>
              <a:tr h="370840">
                <a:tc>
                  <a:txBody>
                    <a:bodyPr/>
                    <a:lstStyle/>
                    <a:p>
                      <a:endParaRPr lang="es-CL" dirty="0"/>
                    </a:p>
                  </a:txBody>
                  <a:tcPr/>
                </a:tc>
                <a:tc>
                  <a:txBody>
                    <a:bodyPr/>
                    <a:lstStyle/>
                    <a:p>
                      <a:r>
                        <a:rPr lang="es-CL" dirty="0"/>
                        <a:t>Datos de fabrica</a:t>
                      </a:r>
                    </a:p>
                  </a:txBody>
                  <a:tcPr/>
                </a:tc>
                <a:tc>
                  <a:txBody>
                    <a:bodyPr/>
                    <a:lstStyle/>
                    <a:p>
                      <a:r>
                        <a:rPr lang="es-CL" dirty="0"/>
                        <a:t>Implementación de microlattice </a:t>
                      </a:r>
                    </a:p>
                  </a:txBody>
                  <a:tcPr/>
                </a:tc>
                <a:extLst>
                  <a:ext uri="{0D108BD9-81ED-4DB2-BD59-A6C34878D82A}">
                    <a16:rowId xmlns:a16="http://schemas.microsoft.com/office/drawing/2014/main" val="2802978010"/>
                  </a:ext>
                </a:extLst>
              </a:tr>
              <a:tr h="370840">
                <a:tc>
                  <a:txBody>
                    <a:bodyPr/>
                    <a:lstStyle/>
                    <a:p>
                      <a:r>
                        <a:rPr lang="es-CL" dirty="0"/>
                        <a:t>Peso</a:t>
                      </a:r>
                    </a:p>
                  </a:txBody>
                  <a:tcPr/>
                </a:tc>
                <a:tc>
                  <a:txBody>
                    <a:bodyPr/>
                    <a:lstStyle/>
                    <a:p>
                      <a:r>
                        <a:rPr lang="es-CL" dirty="0"/>
                        <a:t>1460</a:t>
                      </a:r>
                    </a:p>
                  </a:txBody>
                  <a:tcPr/>
                </a:tc>
                <a:tc>
                  <a:txBody>
                    <a:bodyPr/>
                    <a:lstStyle/>
                    <a:p>
                      <a:r>
                        <a:rPr lang="es-CL" dirty="0"/>
                        <a:t>1466</a:t>
                      </a:r>
                    </a:p>
                  </a:txBody>
                  <a:tcPr/>
                </a:tc>
                <a:extLst>
                  <a:ext uri="{0D108BD9-81ED-4DB2-BD59-A6C34878D82A}">
                    <a16:rowId xmlns:a16="http://schemas.microsoft.com/office/drawing/2014/main" val="2099130906"/>
                  </a:ext>
                </a:extLst>
              </a:tr>
              <a:tr h="370840">
                <a:tc>
                  <a:txBody>
                    <a:bodyPr/>
                    <a:lstStyle/>
                    <a:p>
                      <a:r>
                        <a:rPr lang="es-CL" dirty="0"/>
                        <a:t>Potencia </a:t>
                      </a:r>
                    </a:p>
                  </a:txBody>
                  <a:tcPr/>
                </a:tc>
                <a:tc>
                  <a:txBody>
                    <a:bodyPr/>
                    <a:lstStyle/>
                    <a:p>
                      <a:r>
                        <a:rPr lang="es-CL" dirty="0"/>
                        <a:t>152 CV(150 HP)</a:t>
                      </a:r>
                    </a:p>
                  </a:txBody>
                  <a:tcPr/>
                </a:tc>
                <a:tc>
                  <a:txBody>
                    <a:bodyPr/>
                    <a:lstStyle/>
                    <a:p>
                      <a:r>
                        <a:rPr lang="es-CL" dirty="0"/>
                        <a:t> 146 CV </a:t>
                      </a:r>
                    </a:p>
                  </a:txBody>
                  <a:tcPr/>
                </a:tc>
                <a:extLst>
                  <a:ext uri="{0D108BD9-81ED-4DB2-BD59-A6C34878D82A}">
                    <a16:rowId xmlns:a16="http://schemas.microsoft.com/office/drawing/2014/main" val="467336254"/>
                  </a:ext>
                </a:extLst>
              </a:tr>
            </a:tbl>
          </a:graphicData>
        </a:graphic>
      </p:graphicFrame>
      <p:sp>
        <p:nvSpPr>
          <p:cNvPr id="10" name="CuadroTexto 9">
            <a:extLst>
              <a:ext uri="{FF2B5EF4-FFF2-40B4-BE49-F238E27FC236}">
                <a16:creationId xmlns:a16="http://schemas.microsoft.com/office/drawing/2014/main" id="{B679EA99-3303-7F2F-313D-8909A9CFA272}"/>
              </a:ext>
            </a:extLst>
          </p:cNvPr>
          <p:cNvSpPr txBox="1"/>
          <p:nvPr/>
        </p:nvSpPr>
        <p:spPr>
          <a:xfrm>
            <a:off x="3952567" y="3429000"/>
            <a:ext cx="6892413" cy="1477328"/>
          </a:xfrm>
          <a:prstGeom prst="rect">
            <a:avLst/>
          </a:prstGeom>
          <a:noFill/>
          <a:ln>
            <a:solidFill>
              <a:schemeClr val="accent3"/>
            </a:solidFill>
          </a:ln>
        </p:spPr>
        <p:txBody>
          <a:bodyPr wrap="square" rtlCol="0">
            <a:spAutoFit/>
          </a:bodyPr>
          <a:lstStyle/>
          <a:p>
            <a:r>
              <a:rPr lang="es-CL" dirty="0"/>
              <a:t>Calculando la relación peso-potencia se llegó a la conclusión de que con el alza de los 6 kg agregados al vehículo por la implementación del microlattice, la relación peso potencia no se ve afectada por lo que los 152 caballos de vapor que trae de fabrica el vehículo, son suficientes para un correcto funcionamiento y autonomía.</a:t>
            </a:r>
          </a:p>
        </p:txBody>
      </p:sp>
    </p:spTree>
    <p:extLst>
      <p:ext uri="{BB962C8B-B14F-4D97-AF65-F5344CB8AC3E}">
        <p14:creationId xmlns:p14="http://schemas.microsoft.com/office/powerpoint/2010/main" val="669669139"/>
      </p:ext>
    </p:extLst>
  </p:cSld>
  <p:clrMapOvr>
    <a:masterClrMapping/>
  </p:clrMapOvr>
  <mc:AlternateContent xmlns:mc="http://schemas.openxmlformats.org/markup-compatibility/2006" xmlns:p14="http://schemas.microsoft.com/office/powerpoint/2010/main">
    <mc:Choice Requires="p14">
      <p:transition spd="slow" p14:dur="2000" advTm="36019"/>
    </mc:Choice>
    <mc:Fallback xmlns="">
      <p:transition spd="slow" advTm="3601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2F1BEA-3E98-3D97-5159-02736295AC39}"/>
              </a:ext>
            </a:extLst>
          </p:cNvPr>
          <p:cNvSpPr>
            <a:spLocks noGrp="1"/>
          </p:cNvSpPr>
          <p:nvPr>
            <p:ph type="title"/>
          </p:nvPr>
        </p:nvSpPr>
        <p:spPr>
          <a:xfrm>
            <a:off x="3789363" y="329431"/>
            <a:ext cx="9905998" cy="1478570"/>
          </a:xfrm>
        </p:spPr>
        <p:txBody>
          <a:bodyPr/>
          <a:lstStyle/>
          <a:p>
            <a:r>
              <a:rPr lang="es-CL" dirty="0"/>
              <a:t>Bibliografías</a:t>
            </a:r>
          </a:p>
        </p:txBody>
      </p:sp>
      <p:sp>
        <p:nvSpPr>
          <p:cNvPr id="4" name="Rectangle 1">
            <a:extLst>
              <a:ext uri="{FF2B5EF4-FFF2-40B4-BE49-F238E27FC236}">
                <a16:creationId xmlns:a16="http://schemas.microsoft.com/office/drawing/2014/main" id="{0AC847CA-6B0F-0003-E5A8-61DF77A1E4DB}"/>
              </a:ext>
            </a:extLst>
          </p:cNvPr>
          <p:cNvSpPr>
            <a:spLocks noGrp="1" noChangeArrowheads="1"/>
          </p:cNvSpPr>
          <p:nvPr>
            <p:ph idx="1"/>
          </p:nvPr>
        </p:nvSpPr>
        <p:spPr bwMode="auto">
          <a:xfrm>
            <a:off x="609600" y="1808001"/>
            <a:ext cx="11049000"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800" b="0" i="0" u="none" strike="noStrike" cap="none" normalizeH="0" baseline="0" dirty="0" err="1">
                <a:ln>
                  <a:noFill/>
                </a:ln>
                <a:effectLst/>
                <a:ea typeface="Calibri" panose="020F0502020204030204" pitchFamily="34" charset="0"/>
                <a:cs typeface="Arial" panose="020B0604020202020204" pitchFamily="34" charset="0"/>
              </a:rPr>
              <a:t>carroya</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 (12 de septiembre de 2019). </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https://www.carroya.com/noticias/guia-para-conductores/como-identificar-los-danos-de-un-vehiculo-tras-un-accidente-3741</a:t>
            </a:r>
            <a:endParaRPr kumimoji="0" lang="es-ES" altLang="es-CL" sz="18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1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Chile, D. U. (15 de diciembre de 2023). </a:t>
            </a:r>
            <a:r>
              <a:rPr kumimoji="0" lang="es-ES" altLang="es-CL" sz="1800" b="0" i="1" u="none" strike="noStrike" cap="none" normalizeH="0" baseline="0" dirty="0">
                <a:ln>
                  <a:noFill/>
                </a:ln>
                <a:effectLst/>
                <a:ea typeface="Calibri" panose="020F0502020204030204" pitchFamily="34" charset="0"/>
                <a:cs typeface="Arial" panose="020B0604020202020204" pitchFamily="34" charset="0"/>
              </a:rPr>
              <a:t>Diario U de Chile</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 </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https://radio.uchile.cl/2021/09/08/informe-conaset-32-338-personas-de-entre-15-y-29-anos-se-vieron-involucradas-en-siniestros-de-transito-el-ano-pasado/</a:t>
            </a:r>
            <a:endParaRPr kumimoji="0" lang="es-ES" altLang="es-CL" sz="18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1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800" b="0" i="0" u="none" strike="noStrike" cap="none" normalizeH="0" baseline="0" dirty="0" err="1">
                <a:ln>
                  <a:noFill/>
                </a:ln>
                <a:effectLst/>
                <a:ea typeface="Calibri" panose="020F0502020204030204" pitchFamily="34" charset="0"/>
                <a:cs typeface="Arial" panose="020B0604020202020204" pitchFamily="34" charset="0"/>
              </a:rPr>
              <a:t>computer</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 m. (14 de octubre de 2019). </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https://www.muycomputer.com/2015/10/12/microlattice-materiales/</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1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KM77. (25 de abril de 2020). </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https://www.km77.com/glosario/relapesopote</a:t>
            </a:r>
            <a:endParaRPr kumimoji="0" lang="es-ES" altLang="es-CL" sz="18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1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800" b="0" i="0" u="none" strike="noStrike" cap="none" normalizeH="0" baseline="0" dirty="0" err="1">
                <a:ln>
                  <a:noFill/>
                </a:ln>
                <a:effectLst/>
                <a:ea typeface="Calibri" panose="020F0502020204030204" pitchFamily="34" charset="0"/>
                <a:cs typeface="Arial" panose="020B0604020202020204" pitchFamily="34" charset="0"/>
              </a:rPr>
              <a:t>metrohealthnyc</a:t>
            </a: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 (15 de enero de 2023). ) https://www.metrohealthnyc.com/es/lesiones-ocultas-que-un-m%C3%A9dico-de-accidentes-de-coche-puede-diagnosticar/#:~:text=Los%20%C3%B3rganos%20m%C3%A1s%20com%C3%BAnmente%20afectados,sangu%C3%ADneos%2C%20provocando%20una%20hemorragia%20interna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1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800" b="0" i="0" u="none" strike="noStrike" cap="none" normalizeH="0" baseline="0" dirty="0">
                <a:ln>
                  <a:noFill/>
                </a:ln>
                <a:effectLst/>
                <a:ea typeface="Calibri" panose="020F0502020204030204" pitchFamily="34" charset="0"/>
                <a:cs typeface="Arial" panose="020B0604020202020204" pitchFamily="34" charset="0"/>
              </a:rPr>
              <a:t>Peugeot. (20 de febrero de 2014). http://hub.peugeot.cl/media/fichas_tecnicas/VP/4008.pdf</a:t>
            </a:r>
            <a:endParaRPr kumimoji="0" lang="es-CL" altLang="es-CL" sz="11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4481654"/>
      </p:ext>
    </p:extLst>
  </p:cSld>
  <p:clrMapOvr>
    <a:masterClrMapping/>
  </p:clrMapOvr>
  <mc:AlternateContent xmlns:mc="http://schemas.openxmlformats.org/markup-compatibility/2006" xmlns:p14="http://schemas.microsoft.com/office/powerpoint/2010/main">
    <mc:Choice Requires="p14">
      <p:transition spd="slow" p14:dur="2000" advTm="6725"/>
    </mc:Choice>
    <mc:Fallback xmlns="">
      <p:transition spd="slow" advTm="6725"/>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2.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0/xmlns/"/>
    <ds:schemaRef ds:uri="http://www.w3.org/2001/XMLSchema"/>
    <ds:schemaRef ds:uri="044690ba-3bcd-4bf0-9bed-6c935b699a1b"/>
    <ds:schemaRef ds:uri="e18e1d99-ad59-48f1-b4b7-e09c670c428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3AC9BC-3A48-41FB-89C8-97DFFCFF99CC}">
  <ds:schemaRefs>
    <ds:schemaRef ds:uri="http://schemas.microsoft.com/office/2006/metadata/properties"/>
    <ds:schemaRef ds:uri="http://www.w3.org/2000/xmlns/"/>
    <ds:schemaRef ds:uri="e18e1d99-ad59-48f1-b4b7-e09c670c4281"/>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438</TotalTime>
  <Words>1831</Words>
  <Application>Microsoft Macintosh PowerPoint</Application>
  <PresentationFormat>Panorámica</PresentationFormat>
  <Paragraphs>95</Paragraphs>
  <Slides>15</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Arial</vt:lpstr>
      <vt:lpstr>Calibri</vt:lpstr>
      <vt:lpstr>Calibri Light</vt:lpstr>
      <vt:lpstr>Trebuchet MS</vt:lpstr>
      <vt:lpstr>Tw Cen MT</vt:lpstr>
      <vt:lpstr>Circuito</vt:lpstr>
      <vt:lpstr>Microlattice, una nueva opción en la Seguridad Automotriz</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lpstr>¿Qué es el microlattice? </vt:lpstr>
      <vt:lpstr>¿Cuáles son las áreas del cuerpo humano que más deben ser resguardadas como método de prevención de accidentes vehiculares?</vt:lpstr>
      <vt:lpstr>¿ Que zonas de un automóvil se ven más afectadas tras un accidente vehicular?</vt:lpstr>
      <vt:lpstr>Fuentes y conceptos matemáticos</vt:lpstr>
      <vt:lpstr>Bitácora</vt:lpstr>
      <vt:lpstr>Desarrollo, revisión de ideas y producto</vt:lpstr>
      <vt:lpstr>Presentación del producto </vt:lpstr>
      <vt:lpstr>Relación peso -  potencia</vt:lpstr>
      <vt:lpstr>Bibliografías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Microsoft Office User</cp:lastModifiedBy>
  <cp:revision>17</cp:revision>
  <dcterms:created xsi:type="dcterms:W3CDTF">2023-08-31T16:26:40Z</dcterms:created>
  <dcterms:modified xsi:type="dcterms:W3CDTF">2023-12-27T14:44:02Z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