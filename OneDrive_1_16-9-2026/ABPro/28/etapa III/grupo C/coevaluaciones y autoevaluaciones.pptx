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AEB81-D79E-C1CE-8DB3-21A22DEA5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437" y="288930"/>
            <a:ext cx="9448800" cy="93979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Coevaluación 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AA9EC-50F4-2952-6F18-718D1FECB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614488"/>
            <a:ext cx="9448800" cy="4800600"/>
          </a:xfrm>
        </p:spPr>
        <p:txBody>
          <a:bodyPr/>
          <a:lstStyle/>
          <a:p>
            <a:endParaRPr lang="es-CL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FE0C73E-0D12-780F-C865-0360BDE27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08" y="1698360"/>
            <a:ext cx="6867843" cy="487071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946AA57-A033-16A8-55AE-E4393A384C81}"/>
              </a:ext>
            </a:extLst>
          </p:cNvPr>
          <p:cNvCxnSpPr/>
          <p:nvPr/>
        </p:nvCxnSpPr>
        <p:spPr>
          <a:xfrm>
            <a:off x="5257800" y="2030506"/>
            <a:ext cx="0" cy="3966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239852F-392B-A1A7-FA84-758F4CB66C7E}"/>
              </a:ext>
            </a:extLst>
          </p:cNvPr>
          <p:cNvCxnSpPr/>
          <p:nvPr/>
        </p:nvCxnSpPr>
        <p:spPr>
          <a:xfrm>
            <a:off x="7019365" y="2030506"/>
            <a:ext cx="0" cy="3966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951D504-B9B7-1D75-0547-408884D48B9F}"/>
              </a:ext>
            </a:extLst>
          </p:cNvPr>
          <p:cNvSpPr txBox="1"/>
          <p:nvPr/>
        </p:nvSpPr>
        <p:spPr>
          <a:xfrm>
            <a:off x="3496235" y="1824730"/>
            <a:ext cx="1761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Jonathan pavés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C42843-5257-6EEE-D34C-187A0E0699C2}"/>
              </a:ext>
            </a:extLst>
          </p:cNvPr>
          <p:cNvSpPr txBox="1"/>
          <p:nvPr/>
        </p:nvSpPr>
        <p:spPr>
          <a:xfrm>
            <a:off x="3967124" y="2512833"/>
            <a:ext cx="924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s-CL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3CF334D-6C1E-1BB7-1E6B-EF6CFCD6EF16}"/>
              </a:ext>
            </a:extLst>
          </p:cNvPr>
          <p:cNvSpPr txBox="1"/>
          <p:nvPr/>
        </p:nvSpPr>
        <p:spPr>
          <a:xfrm>
            <a:off x="3797234" y="4094628"/>
            <a:ext cx="632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solidFill>
                  <a:schemeClr val="bg1"/>
                </a:solidFill>
              </a:rPr>
              <a:t>7</a:t>
            </a:r>
            <a:endParaRPr lang="es-CL" dirty="0">
              <a:solidFill>
                <a:schemeClr val="bg1"/>
              </a:solidFill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919A469-B1F5-7306-6F33-6EF4DB03F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726" y="2102299"/>
            <a:ext cx="688908" cy="49991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A87530E-1828-583C-960C-537C3A9A0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902" y="4133715"/>
            <a:ext cx="688908" cy="49991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0BFFA8D-58EE-5351-DD09-66D692939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638" y="2565452"/>
            <a:ext cx="688908" cy="49991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D4C0B04-D3CD-6F9B-B5B3-3E93DAAA4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029" y="2028795"/>
            <a:ext cx="688908" cy="499915"/>
          </a:xfrm>
          <a:prstGeom prst="rect">
            <a:avLst/>
          </a:prstGeom>
        </p:spPr>
      </p:pic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2850D48-24ED-6CD0-EF5F-DCAB54952B6F}"/>
              </a:ext>
            </a:extLst>
          </p:cNvPr>
          <p:cNvCxnSpPr/>
          <p:nvPr/>
        </p:nvCxnSpPr>
        <p:spPr>
          <a:xfrm>
            <a:off x="3548464" y="2512833"/>
            <a:ext cx="53400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D593C029-12BA-EC59-31E1-D5BD90363F87}"/>
              </a:ext>
            </a:extLst>
          </p:cNvPr>
          <p:cNvCxnSpPr/>
          <p:nvPr/>
        </p:nvCxnSpPr>
        <p:spPr>
          <a:xfrm>
            <a:off x="3548464" y="4133715"/>
            <a:ext cx="51954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8BEF3AB-4E89-4A9C-1219-D50AC4723AED}"/>
              </a:ext>
            </a:extLst>
          </p:cNvPr>
          <p:cNvCxnSpPr/>
          <p:nvPr/>
        </p:nvCxnSpPr>
        <p:spPr>
          <a:xfrm>
            <a:off x="3548464" y="4881282"/>
            <a:ext cx="51954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Imagen 30">
            <a:extLst>
              <a:ext uri="{FF2B5EF4-FFF2-40B4-BE49-F238E27FC236}">
                <a16:creationId xmlns:a16="http://schemas.microsoft.com/office/drawing/2014/main" id="{5688D0B2-BBF4-CF6C-CFD4-055FEEE25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881" y="3514032"/>
            <a:ext cx="688908" cy="499915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91932E73-6D9A-1B27-147C-0F8F60859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215" y="3514032"/>
            <a:ext cx="688908" cy="499915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8C6D92EC-BD6F-A9CF-57DF-CFE4D16B5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337" y="4993554"/>
            <a:ext cx="688908" cy="49991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C7CDE7F6-E532-BBB4-1986-684D65831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750" y="4972239"/>
            <a:ext cx="688908" cy="49991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A2D68A33-FFEA-7447-BA0B-A9A072A3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841" y="2068175"/>
            <a:ext cx="688908" cy="499915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7586B0FE-DAF7-24B4-5171-82A39511B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874" y="2794350"/>
            <a:ext cx="688908" cy="49991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A0361246-DE4E-C125-2229-D866DCAFD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329" y="3614256"/>
            <a:ext cx="688908" cy="499915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5D56903D-945E-23E0-C251-5C089E630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874" y="4233939"/>
            <a:ext cx="688908" cy="49991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E649FE3B-B13A-C8B3-36F3-4F69D7C5F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841" y="4953621"/>
            <a:ext cx="688908" cy="499915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12997489-FB8B-E3D7-9FBA-2C0C5FF28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51" y="5465552"/>
            <a:ext cx="688908" cy="49991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DEEAD742-462E-E558-FED2-454E7EA73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51" y="5504639"/>
            <a:ext cx="688908" cy="499915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7B7DAEA0-72C9-0B10-44F2-3C25CA4AA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965" y="5525874"/>
            <a:ext cx="688908" cy="499915"/>
          </a:xfrm>
          <a:prstGeom prst="rect">
            <a:avLst/>
          </a:prstGeom>
        </p:spPr>
      </p:pic>
      <p:sp>
        <p:nvSpPr>
          <p:cNvPr id="43" name="CuadroTexto 42">
            <a:extLst>
              <a:ext uri="{FF2B5EF4-FFF2-40B4-BE49-F238E27FC236}">
                <a16:creationId xmlns:a16="http://schemas.microsoft.com/office/drawing/2014/main" id="{B628CF39-54FF-BD8A-7C76-2F2B43532FF7}"/>
              </a:ext>
            </a:extLst>
          </p:cNvPr>
          <p:cNvSpPr txBox="1"/>
          <p:nvPr/>
        </p:nvSpPr>
        <p:spPr>
          <a:xfrm>
            <a:off x="5497362" y="1831445"/>
            <a:ext cx="1179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escobar 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65569C36-BF0B-3C37-8F98-F089D3E7AEFA}"/>
              </a:ext>
            </a:extLst>
          </p:cNvPr>
          <p:cNvSpPr txBox="1"/>
          <p:nvPr/>
        </p:nvSpPr>
        <p:spPr>
          <a:xfrm>
            <a:off x="7143349" y="1803452"/>
            <a:ext cx="1476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Jeison Mayorga 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89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33A11-EFDE-5FFC-2270-6FAAE257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070" y="213044"/>
            <a:ext cx="8610600" cy="647568"/>
          </a:xfrm>
        </p:spPr>
        <p:txBody>
          <a:bodyPr/>
          <a:lstStyle/>
          <a:p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488F814-7C14-ACC0-E367-0C491224407E}"/>
              </a:ext>
            </a:extLst>
          </p:cNvPr>
          <p:cNvCxnSpPr/>
          <p:nvPr/>
        </p:nvCxnSpPr>
        <p:spPr>
          <a:xfrm>
            <a:off x="5849471" y="2245659"/>
            <a:ext cx="0" cy="3630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418FBD8-ED51-2E57-1473-4E372D825880}"/>
              </a:ext>
            </a:extLst>
          </p:cNvPr>
          <p:cNvCxnSpPr/>
          <p:nvPr/>
        </p:nvCxnSpPr>
        <p:spPr>
          <a:xfrm>
            <a:off x="7570694" y="2245659"/>
            <a:ext cx="0" cy="3630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7601F2DD-BABA-8E0E-13EC-BE0B2571B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7612" y="1551939"/>
            <a:ext cx="6427753" cy="4666724"/>
          </a:xfr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9BDE54D-710D-EE2E-F53F-9B991E8D58A1}"/>
              </a:ext>
            </a:extLst>
          </p:cNvPr>
          <p:cNvSpPr txBox="1"/>
          <p:nvPr/>
        </p:nvSpPr>
        <p:spPr>
          <a:xfrm>
            <a:off x="4450947" y="1726613"/>
            <a:ext cx="16405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escobar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ABE39D9-761D-2131-64B4-7F5C90C9D70B}"/>
              </a:ext>
            </a:extLst>
          </p:cNvPr>
          <p:cNvSpPr txBox="1"/>
          <p:nvPr/>
        </p:nvSpPr>
        <p:spPr>
          <a:xfrm>
            <a:off x="6192370" y="1726612"/>
            <a:ext cx="1264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Fabian Cerda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3A01290-1954-60D4-B45E-DB1756777303}"/>
              </a:ext>
            </a:extLst>
          </p:cNvPr>
          <p:cNvSpPr txBox="1"/>
          <p:nvPr/>
        </p:nvSpPr>
        <p:spPr>
          <a:xfrm>
            <a:off x="7915835" y="1726612"/>
            <a:ext cx="1389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Jonathan Pávez  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04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D7F6A-38C3-12C7-7075-3D6B9B515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699" y="145809"/>
            <a:ext cx="8610600" cy="1293028"/>
          </a:xfrm>
        </p:spPr>
        <p:txBody>
          <a:bodyPr/>
          <a:lstStyle/>
          <a:p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99004494-FC02-2969-BA90-AD3EBA2F00C3}"/>
              </a:ext>
            </a:extLst>
          </p:cNvPr>
          <p:cNvCxnSpPr/>
          <p:nvPr/>
        </p:nvCxnSpPr>
        <p:spPr>
          <a:xfrm>
            <a:off x="6095999" y="2205318"/>
            <a:ext cx="0" cy="35231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9A8A05D-4A15-2156-CBBB-C0736C9064FD}"/>
              </a:ext>
            </a:extLst>
          </p:cNvPr>
          <p:cNvCxnSpPr/>
          <p:nvPr/>
        </p:nvCxnSpPr>
        <p:spPr>
          <a:xfrm>
            <a:off x="7732059" y="2205318"/>
            <a:ext cx="0" cy="35231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EEF6083D-ADB4-7662-8B5B-8263EFCA0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340" y="1723013"/>
            <a:ext cx="6181224" cy="4487738"/>
          </a:xfr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5712A4C-F5D4-E468-5B9E-C4C72A715EEC}"/>
              </a:ext>
            </a:extLst>
          </p:cNvPr>
          <p:cNvSpPr txBox="1"/>
          <p:nvPr/>
        </p:nvSpPr>
        <p:spPr>
          <a:xfrm>
            <a:off x="4000498" y="1834190"/>
            <a:ext cx="1277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Fabian Cerda 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D63B8C9-2CC0-7512-5A19-0252F68F5C56}"/>
              </a:ext>
            </a:extLst>
          </p:cNvPr>
          <p:cNvSpPr txBox="1"/>
          <p:nvPr/>
        </p:nvSpPr>
        <p:spPr>
          <a:xfrm>
            <a:off x="5661211" y="1834190"/>
            <a:ext cx="1425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Jeison Mayorga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CB94315-6C58-77DB-9BF5-0202077C0887}"/>
              </a:ext>
            </a:extLst>
          </p:cNvPr>
          <p:cNvSpPr txBox="1"/>
          <p:nvPr/>
        </p:nvSpPr>
        <p:spPr>
          <a:xfrm>
            <a:off x="7180788" y="1887979"/>
            <a:ext cx="1317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Jonathan Pávez 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57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C1522-4D0C-88F9-7032-CABDE46F6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823" y="293726"/>
            <a:ext cx="8610600" cy="1293028"/>
          </a:xfrm>
        </p:spPr>
        <p:txBody>
          <a:bodyPr/>
          <a:lstStyle/>
          <a:p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4BFD506-3FB1-D688-573E-79D3D563CE2B}"/>
              </a:ext>
            </a:extLst>
          </p:cNvPr>
          <p:cNvCxnSpPr/>
          <p:nvPr/>
        </p:nvCxnSpPr>
        <p:spPr>
          <a:xfrm>
            <a:off x="6096000" y="2097741"/>
            <a:ext cx="0" cy="3603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324C296-1A8C-81D8-0073-7C495304D2E4}"/>
              </a:ext>
            </a:extLst>
          </p:cNvPr>
          <p:cNvCxnSpPr/>
          <p:nvPr/>
        </p:nvCxnSpPr>
        <p:spPr>
          <a:xfrm>
            <a:off x="7785847" y="2097741"/>
            <a:ext cx="0" cy="3697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0DD3CD2D-C4BB-BD90-97B3-C4A0354FF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410" y="2097741"/>
            <a:ext cx="5885389" cy="4272954"/>
          </a:xfr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FFD225F-2436-6BDB-CB35-A4EB5B18A475}"/>
              </a:ext>
            </a:extLst>
          </p:cNvPr>
          <p:cNvSpPr txBox="1"/>
          <p:nvPr/>
        </p:nvSpPr>
        <p:spPr>
          <a:xfrm>
            <a:off x="4430775" y="2218766"/>
            <a:ext cx="1313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Fabian Cerda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5FCFACC-3BDF-DE7C-45D1-0776D16DF51E}"/>
              </a:ext>
            </a:extLst>
          </p:cNvPr>
          <p:cNvSpPr txBox="1"/>
          <p:nvPr/>
        </p:nvSpPr>
        <p:spPr>
          <a:xfrm>
            <a:off x="5795680" y="2218765"/>
            <a:ext cx="1425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Escobar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67D14BC-CF1D-F6B9-9EFC-FC4F0D549CD7}"/>
              </a:ext>
            </a:extLst>
          </p:cNvPr>
          <p:cNvSpPr txBox="1"/>
          <p:nvPr/>
        </p:nvSpPr>
        <p:spPr>
          <a:xfrm>
            <a:off x="7144960" y="2218765"/>
            <a:ext cx="1277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Jeison Mayorga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58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E7F0B-9F43-1254-F627-4C669B8EC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518" y="253385"/>
            <a:ext cx="8610600" cy="129302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Autoevaluación 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F9DB175-2F6F-9603-C4D0-89FA3BEDF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7518" y="1758680"/>
            <a:ext cx="7155829" cy="4400072"/>
          </a:xfr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7AFF7A8-5882-0FA1-0EB1-4A44E97D071B}"/>
              </a:ext>
            </a:extLst>
          </p:cNvPr>
          <p:cNvCxnSpPr/>
          <p:nvPr/>
        </p:nvCxnSpPr>
        <p:spPr>
          <a:xfrm>
            <a:off x="5005432" y="2743200"/>
            <a:ext cx="3429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F5F092B-08DD-C72B-F489-9771AACE32B6}"/>
              </a:ext>
            </a:extLst>
          </p:cNvPr>
          <p:cNvCxnSpPr>
            <a:cxnSpLocks/>
          </p:cNvCxnSpPr>
          <p:nvPr/>
        </p:nvCxnSpPr>
        <p:spPr>
          <a:xfrm>
            <a:off x="5005433" y="4424082"/>
            <a:ext cx="3577914" cy="109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C068D0EB-D188-6998-09F6-371E9AE78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46" y="2243285"/>
            <a:ext cx="688908" cy="49991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BDE8EAB-8191-A3EB-95A4-F3C35FD29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46" y="2860662"/>
            <a:ext cx="688908" cy="49991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0164F28-4DB7-2A72-500D-9B1FCCC1D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46" y="3392414"/>
            <a:ext cx="688908" cy="49991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F98DDE9-DA41-46B3-6C65-D6E296B31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46" y="3935142"/>
            <a:ext cx="688908" cy="49991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898384E-A037-4446-1AA5-4E07894CD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376" y="4716852"/>
            <a:ext cx="688908" cy="49991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95C6CAF-45CF-40A2-061F-152E8BFB4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46" y="5549777"/>
            <a:ext cx="688908" cy="499915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0575534-3983-48B7-2B16-91DF6464DD2D}"/>
              </a:ext>
            </a:extLst>
          </p:cNvPr>
          <p:cNvCxnSpPr/>
          <p:nvPr/>
        </p:nvCxnSpPr>
        <p:spPr>
          <a:xfrm>
            <a:off x="5005432" y="5392271"/>
            <a:ext cx="35779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7F5564E-59A6-3365-3033-04DB9A42AFF3}"/>
              </a:ext>
            </a:extLst>
          </p:cNvPr>
          <p:cNvSpPr txBox="1"/>
          <p:nvPr/>
        </p:nvSpPr>
        <p:spPr>
          <a:xfrm>
            <a:off x="5848783" y="1816988"/>
            <a:ext cx="1183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Fabian Cerda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5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EBE48-0E7D-3A23-B0F7-1B3E7952F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518" y="266832"/>
            <a:ext cx="8610600" cy="1293028"/>
          </a:xfrm>
        </p:spPr>
        <p:txBody>
          <a:bodyPr/>
          <a:lstStyle/>
          <a:p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B333051-EEAD-A49D-D044-553BDC77B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518" y="1801907"/>
            <a:ext cx="7547621" cy="4639234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E4EB5B6-9CF4-4AB0-8AA1-C6DC182210EA}"/>
              </a:ext>
            </a:extLst>
          </p:cNvPr>
          <p:cNvSpPr txBox="1"/>
          <p:nvPr/>
        </p:nvSpPr>
        <p:spPr>
          <a:xfrm>
            <a:off x="6481482" y="1922929"/>
            <a:ext cx="1317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Jeison Mayorga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7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2860C-B4CD-FEF5-0E7A-2407B578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164" y="320620"/>
            <a:ext cx="8610600" cy="1293028"/>
          </a:xfrm>
        </p:spPr>
        <p:txBody>
          <a:bodyPr/>
          <a:lstStyle/>
          <a:p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3D14DF2-3831-D77E-429B-DA3694DA8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7078" y="1748117"/>
            <a:ext cx="7638564" cy="4695133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0428E1F-2AF3-B604-1DBA-BF4965FA4DA9}"/>
              </a:ext>
            </a:extLst>
          </p:cNvPr>
          <p:cNvSpPr txBox="1"/>
          <p:nvPr/>
        </p:nvSpPr>
        <p:spPr>
          <a:xfrm>
            <a:off x="6555441" y="1845840"/>
            <a:ext cx="1337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Escobar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258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EC2CD-7DDE-12ED-211C-A61760F7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776" y="293726"/>
            <a:ext cx="8610600" cy="1293028"/>
          </a:xfrm>
        </p:spPr>
        <p:txBody>
          <a:bodyPr/>
          <a:lstStyle/>
          <a:p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F4CF225-FF11-8743-110D-47F657F4E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5575" y="1857803"/>
            <a:ext cx="7657009" cy="4706471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C4338C0-1739-ECB2-B100-8CD8C035C718}"/>
              </a:ext>
            </a:extLst>
          </p:cNvPr>
          <p:cNvSpPr txBox="1"/>
          <p:nvPr/>
        </p:nvSpPr>
        <p:spPr>
          <a:xfrm>
            <a:off x="6252883" y="1963270"/>
            <a:ext cx="1317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Jonathan Pávez</a:t>
            </a:r>
            <a:endParaRPr lang="es-CL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252390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47</TotalTime>
  <Words>36</Words>
  <Application>Microsoft Office PowerPoint</Application>
  <PresentationFormat>Panorámica</PresentationFormat>
  <Paragraphs>20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Estela de condensación</vt:lpstr>
      <vt:lpstr>Coevaluación </vt:lpstr>
      <vt:lpstr>Presentación de PowerPoint</vt:lpstr>
      <vt:lpstr>Presentación de PowerPoint</vt:lpstr>
      <vt:lpstr>Presentación de PowerPoint</vt:lpstr>
      <vt:lpstr>Autoevaluación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Coevaluación </dc:title>
  <dc:creator>fabian cerda</dc:creator>
  <cp:lastModifiedBy>fabian cerda</cp:lastModifiedBy>
  <cp:revision>1</cp:revision>
  <dcterms:created xsi:type="dcterms:W3CDTF">2023-12-16T01:35:01Z</dcterms:created>
  <dcterms:modified xsi:type="dcterms:W3CDTF">2023-12-16T02:23:01Z</dcterms:modified>
</cp:coreProperties>
</file>