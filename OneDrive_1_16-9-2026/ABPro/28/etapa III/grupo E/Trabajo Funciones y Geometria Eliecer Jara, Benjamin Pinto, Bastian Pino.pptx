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
  </p:notesMasterIdLst>
  <p:sldIdLst>
    <p:sldId id="256" r:id="rId5"/>
    <p:sldId id="257" r:id="rId6"/>
    <p:sldId id="258" r:id="rId7"/>
    <p:sldId id="263" r:id="rId8"/>
    <p:sldId id="264" r:id="rId9"/>
    <p:sldId id="272" r:id="rId10"/>
    <p:sldId id="273" r:id="rId11"/>
    <p:sldId id="266" r:id="rId12"/>
    <p:sldId id="267" r:id="rId13"/>
    <p:sldId id="268" r:id="rId14"/>
    <p:sldId id="269" r:id="rId15"/>
    <p:sldId id="270" r:id="rId16"/>
    <p:sldId id="275" r:id="rId17"/>
    <p:sldId id="274" r:id="rId18"/>
    <p:sldId id="277" r:id="rId19"/>
    <p:sldId id="279" r:id="rId20"/>
    <p:sldId id="280" r:id="rId21"/>
    <p:sldId id="281" r:id="rId22"/>
    <p:sldId id="271" r:id="rId23"/>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10"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20ADD0-F159-4139-9754-4F789B7723FD}" v="18" dt="2023-12-06T14:15:48.44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64" autoAdjust="0"/>
    <p:restoredTop sz="95238" autoAdjust="0"/>
  </p:normalViewPr>
  <p:slideViewPr>
    <p:cSldViewPr snapToGrid="0">
      <p:cViewPr varScale="1">
        <p:scale>
          <a:sx n="23" d="100"/>
          <a:sy n="23" d="100"/>
        </p:scale>
        <p:origin x="224" y="168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stian Pino mellado" userId="3fb1adb34385b97f" providerId="LiveId" clId="{5E20ADD0-F159-4139-9754-4F789B7723FD}"/>
    <pc:docChg chg="undo custSel addSld delSld modSld">
      <pc:chgData name="Bastian Pino mellado" userId="3fb1adb34385b97f" providerId="LiveId" clId="{5E20ADD0-F159-4139-9754-4F789B7723FD}" dt="2023-12-06T14:16:58.765" v="1473" actId="27636"/>
      <pc:docMkLst>
        <pc:docMk/>
      </pc:docMkLst>
      <pc:sldChg chg="modSp mod">
        <pc:chgData name="Bastian Pino mellado" userId="3fb1adb34385b97f" providerId="LiveId" clId="{5E20ADD0-F159-4139-9754-4F789B7723FD}" dt="2023-12-06T13:29:45.317" v="633" actId="33524"/>
        <pc:sldMkLst>
          <pc:docMk/>
          <pc:sldMk cId="3527147444" sldId="258"/>
        </pc:sldMkLst>
        <pc:spChg chg="mod">
          <ac:chgData name="Bastian Pino mellado" userId="3fb1adb34385b97f" providerId="LiveId" clId="{5E20ADD0-F159-4139-9754-4F789B7723FD}" dt="2023-12-06T13:29:45.317" v="633" actId="33524"/>
          <ac:spMkLst>
            <pc:docMk/>
            <pc:sldMk cId="3527147444" sldId="258"/>
            <ac:spMk id="5" creationId="{3104C1C3-5248-DD88-464D-7CBB8BB504B3}"/>
          </ac:spMkLst>
        </pc:spChg>
      </pc:sldChg>
      <pc:sldChg chg="addSp modSp new mod setBg">
        <pc:chgData name="Bastian Pino mellado" userId="3fb1adb34385b97f" providerId="LiveId" clId="{5E20ADD0-F159-4139-9754-4F789B7723FD}" dt="2023-12-06T14:16:58.765" v="1473" actId="27636"/>
        <pc:sldMkLst>
          <pc:docMk/>
          <pc:sldMk cId="2205513374" sldId="266"/>
        </pc:sldMkLst>
        <pc:spChg chg="mod">
          <ac:chgData name="Bastian Pino mellado" userId="3fb1adb34385b97f" providerId="LiveId" clId="{5E20ADD0-F159-4139-9754-4F789B7723FD}" dt="2023-12-06T13:24:38.428" v="484" actId="26606"/>
          <ac:spMkLst>
            <pc:docMk/>
            <pc:sldMk cId="2205513374" sldId="266"/>
            <ac:spMk id="2" creationId="{E0593AE9-C5F6-78EF-33C7-AB4011B1A137}"/>
          </ac:spMkLst>
        </pc:spChg>
        <pc:spChg chg="mod">
          <ac:chgData name="Bastian Pino mellado" userId="3fb1adb34385b97f" providerId="LiveId" clId="{5E20ADD0-F159-4139-9754-4F789B7723FD}" dt="2023-12-06T14:16:58.765" v="1473" actId="27636"/>
          <ac:spMkLst>
            <pc:docMk/>
            <pc:sldMk cId="2205513374" sldId="266"/>
            <ac:spMk id="3" creationId="{E93E0A59-DCD5-F388-0A12-56311A3E83DD}"/>
          </ac:spMkLst>
        </pc:spChg>
        <pc:spChg chg="add">
          <ac:chgData name="Bastian Pino mellado" userId="3fb1adb34385b97f" providerId="LiveId" clId="{5E20ADD0-F159-4139-9754-4F789B7723FD}" dt="2023-12-06T13:24:38.428" v="484" actId="26606"/>
          <ac:spMkLst>
            <pc:docMk/>
            <pc:sldMk cId="2205513374" sldId="266"/>
            <ac:spMk id="10" creationId="{F13C74B1-5B17-4795-BED0-7140497B445A}"/>
          </ac:spMkLst>
        </pc:spChg>
        <pc:spChg chg="add">
          <ac:chgData name="Bastian Pino mellado" userId="3fb1adb34385b97f" providerId="LiveId" clId="{5E20ADD0-F159-4139-9754-4F789B7723FD}" dt="2023-12-06T13:24:38.428" v="484" actId="26606"/>
          <ac:spMkLst>
            <pc:docMk/>
            <pc:sldMk cId="2205513374" sldId="266"/>
            <ac:spMk id="12" creationId="{D4974D33-8DC5-464E-8C6D-BE58F0669C17}"/>
          </ac:spMkLst>
        </pc:spChg>
        <pc:picChg chg="add mod">
          <ac:chgData name="Bastian Pino mellado" userId="3fb1adb34385b97f" providerId="LiveId" clId="{5E20ADD0-F159-4139-9754-4F789B7723FD}" dt="2023-12-06T13:24:38.428" v="484" actId="26606"/>
          <ac:picMkLst>
            <pc:docMk/>
            <pc:sldMk cId="2205513374" sldId="266"/>
            <ac:picMk id="5" creationId="{C598EB32-84B7-4C16-0B15-F34989561834}"/>
          </ac:picMkLst>
        </pc:picChg>
      </pc:sldChg>
      <pc:sldChg chg="add del">
        <pc:chgData name="Bastian Pino mellado" userId="3fb1adb34385b97f" providerId="LiveId" clId="{5E20ADD0-F159-4139-9754-4F789B7723FD}" dt="2023-12-06T13:17:01.970" v="3" actId="2696"/>
        <pc:sldMkLst>
          <pc:docMk/>
          <pc:sldMk cId="2516396696" sldId="266"/>
        </pc:sldMkLst>
      </pc:sldChg>
      <pc:sldChg chg="delSp del mod">
        <pc:chgData name="Bastian Pino mellado" userId="3fb1adb34385b97f" providerId="LiveId" clId="{5E20ADD0-F159-4139-9754-4F789B7723FD}" dt="2023-12-06T13:16:55.570" v="1" actId="2696"/>
        <pc:sldMkLst>
          <pc:docMk/>
          <pc:sldMk cId="2579700063" sldId="266"/>
        </pc:sldMkLst>
        <pc:picChg chg="del">
          <ac:chgData name="Bastian Pino mellado" userId="3fb1adb34385b97f" providerId="LiveId" clId="{5E20ADD0-F159-4139-9754-4F789B7723FD}" dt="2023-12-06T13:16:51.979" v="0" actId="21"/>
          <ac:picMkLst>
            <pc:docMk/>
            <pc:sldMk cId="2579700063" sldId="266"/>
            <ac:picMk id="4" creationId="{8C2434E8-2FBE-9956-5352-F5DFFE6A7F10}"/>
          </ac:picMkLst>
        </pc:picChg>
      </pc:sldChg>
      <pc:sldChg chg="addSp delSp modSp new mod">
        <pc:chgData name="Bastian Pino mellado" userId="3fb1adb34385b97f" providerId="LiveId" clId="{5E20ADD0-F159-4139-9754-4F789B7723FD}" dt="2023-12-06T13:39:57.991" v="865" actId="21"/>
        <pc:sldMkLst>
          <pc:docMk/>
          <pc:sldMk cId="2411398984" sldId="267"/>
        </pc:sldMkLst>
        <pc:spChg chg="mod">
          <ac:chgData name="Bastian Pino mellado" userId="3fb1adb34385b97f" providerId="LiveId" clId="{5E20ADD0-F159-4139-9754-4F789B7723FD}" dt="2023-12-06T13:33:09.843" v="636" actId="255"/>
          <ac:spMkLst>
            <pc:docMk/>
            <pc:sldMk cId="2411398984" sldId="267"/>
            <ac:spMk id="2" creationId="{8436F041-935F-D224-E870-B67E3AF9BF3A}"/>
          </ac:spMkLst>
        </pc:spChg>
        <pc:spChg chg="mod">
          <ac:chgData name="Bastian Pino mellado" userId="3fb1adb34385b97f" providerId="LiveId" clId="{5E20ADD0-F159-4139-9754-4F789B7723FD}" dt="2023-12-06T13:38:45.156" v="856" actId="255"/>
          <ac:spMkLst>
            <pc:docMk/>
            <pc:sldMk cId="2411398984" sldId="267"/>
            <ac:spMk id="3" creationId="{5894209D-4FF8-73C1-BB34-AF13CCF0B0EF}"/>
          </ac:spMkLst>
        </pc:spChg>
        <pc:graphicFrameChg chg="add del mod modGraphic">
          <ac:chgData name="Bastian Pino mellado" userId="3fb1adb34385b97f" providerId="LiveId" clId="{5E20ADD0-F159-4139-9754-4F789B7723FD}" dt="2023-12-06T13:39:57.991" v="865" actId="21"/>
          <ac:graphicFrameMkLst>
            <pc:docMk/>
            <pc:sldMk cId="2411398984" sldId="267"/>
            <ac:graphicFrameMk id="4" creationId="{15284D4D-B281-60FE-A717-E53B3229041E}"/>
          </ac:graphicFrameMkLst>
        </pc:graphicFrameChg>
      </pc:sldChg>
      <pc:sldChg chg="modSp new mod">
        <pc:chgData name="Bastian Pino mellado" userId="3fb1adb34385b97f" providerId="LiveId" clId="{5E20ADD0-F159-4139-9754-4F789B7723FD}" dt="2023-12-06T13:56:49.805" v="879" actId="27636"/>
        <pc:sldMkLst>
          <pc:docMk/>
          <pc:sldMk cId="925346897" sldId="268"/>
        </pc:sldMkLst>
        <pc:spChg chg="mod">
          <ac:chgData name="Bastian Pino mellado" userId="3fb1adb34385b97f" providerId="LiveId" clId="{5E20ADD0-F159-4139-9754-4F789B7723FD}" dt="2023-12-06T13:47:57.354" v="871" actId="33524"/>
          <ac:spMkLst>
            <pc:docMk/>
            <pc:sldMk cId="925346897" sldId="268"/>
            <ac:spMk id="2" creationId="{C673D078-DB49-60E1-B336-8D284D8F6DDA}"/>
          </ac:spMkLst>
        </pc:spChg>
        <pc:spChg chg="mod">
          <ac:chgData name="Bastian Pino mellado" userId="3fb1adb34385b97f" providerId="LiveId" clId="{5E20ADD0-F159-4139-9754-4F789B7723FD}" dt="2023-12-06T13:56:49.805" v="879" actId="27636"/>
          <ac:spMkLst>
            <pc:docMk/>
            <pc:sldMk cId="925346897" sldId="268"/>
            <ac:spMk id="3" creationId="{7FB5D99E-D1A4-3B79-F684-CF2904BECDF5}"/>
          </ac:spMkLst>
        </pc:spChg>
      </pc:sldChg>
      <pc:sldChg chg="delSp modSp new mod">
        <pc:chgData name="Bastian Pino mellado" userId="3fb1adb34385b97f" providerId="LiveId" clId="{5E20ADD0-F159-4139-9754-4F789B7723FD}" dt="2023-12-06T14:13:42.505" v="1438" actId="21"/>
        <pc:sldMkLst>
          <pc:docMk/>
          <pc:sldMk cId="2500615065" sldId="269"/>
        </pc:sldMkLst>
        <pc:spChg chg="mod">
          <ac:chgData name="Bastian Pino mellado" userId="3fb1adb34385b97f" providerId="LiveId" clId="{5E20ADD0-F159-4139-9754-4F789B7723FD}" dt="2023-12-06T14:08:08.180" v="1437" actId="313"/>
          <ac:spMkLst>
            <pc:docMk/>
            <pc:sldMk cId="2500615065" sldId="269"/>
            <ac:spMk id="2" creationId="{272AE2C8-6EA5-B0F1-4604-BB96CE6708D7}"/>
          </ac:spMkLst>
        </pc:spChg>
        <pc:spChg chg="mod">
          <ac:chgData name="Bastian Pino mellado" userId="3fb1adb34385b97f" providerId="LiveId" clId="{5E20ADD0-F159-4139-9754-4F789B7723FD}" dt="2023-12-06T14:07:57.906" v="1436" actId="2710"/>
          <ac:spMkLst>
            <pc:docMk/>
            <pc:sldMk cId="2500615065" sldId="269"/>
            <ac:spMk id="3" creationId="{C1EA989A-B0A0-ECEF-C944-B457980F4D10}"/>
          </ac:spMkLst>
        </pc:spChg>
        <pc:picChg chg="del">
          <ac:chgData name="Bastian Pino mellado" userId="3fb1adb34385b97f" providerId="LiveId" clId="{5E20ADD0-F159-4139-9754-4F789B7723FD}" dt="2023-12-06T14:13:42.505" v="1438" actId="21"/>
          <ac:picMkLst>
            <pc:docMk/>
            <pc:sldMk cId="2500615065" sldId="269"/>
            <ac:picMk id="4" creationId="{96180CD9-EE55-17C0-74CA-7B64B06788B5}"/>
          </ac:picMkLst>
        </pc:picChg>
      </pc:sldChg>
      <pc:sldChg chg="addSp delSp modSp new mod setBg">
        <pc:chgData name="Bastian Pino mellado" userId="3fb1adb34385b97f" providerId="LiveId" clId="{5E20ADD0-F159-4139-9754-4F789B7723FD}" dt="2023-12-06T14:15:26.598" v="1467" actId="14100"/>
        <pc:sldMkLst>
          <pc:docMk/>
          <pc:sldMk cId="493036393" sldId="270"/>
        </pc:sldMkLst>
        <pc:spChg chg="add del">
          <ac:chgData name="Bastian Pino mellado" userId="3fb1adb34385b97f" providerId="LiveId" clId="{5E20ADD0-F159-4139-9754-4F789B7723FD}" dt="2023-12-06T14:15:11.065" v="1464" actId="26606"/>
          <ac:spMkLst>
            <pc:docMk/>
            <pc:sldMk cId="493036393" sldId="270"/>
            <ac:spMk id="2" creationId="{6BDFB6ED-8A44-4573-A81C-74A7D7BA96D5}"/>
          </ac:spMkLst>
        </pc:spChg>
        <pc:spChg chg="del">
          <ac:chgData name="Bastian Pino mellado" userId="3fb1adb34385b97f" providerId="LiveId" clId="{5E20ADD0-F159-4139-9754-4F789B7723FD}" dt="2023-12-06T14:13:46.547" v="1440"/>
          <ac:spMkLst>
            <pc:docMk/>
            <pc:sldMk cId="493036393" sldId="270"/>
            <ac:spMk id="3" creationId="{5800978B-A015-5605-F06A-452842C6CBC1}"/>
          </ac:spMkLst>
        </pc:spChg>
        <pc:spChg chg="add del mod">
          <ac:chgData name="Bastian Pino mellado" userId="3fb1adb34385b97f" providerId="LiveId" clId="{5E20ADD0-F159-4139-9754-4F789B7723FD}" dt="2023-12-06T14:14:21.699" v="1445" actId="22"/>
          <ac:spMkLst>
            <pc:docMk/>
            <pc:sldMk cId="493036393" sldId="270"/>
            <ac:spMk id="6" creationId="{A055A556-8B54-BF2E-998A-A494EB0C17EF}"/>
          </ac:spMkLst>
        </pc:spChg>
        <pc:spChg chg="add del">
          <ac:chgData name="Bastian Pino mellado" userId="3fb1adb34385b97f" providerId="LiveId" clId="{5E20ADD0-F159-4139-9754-4F789B7723FD}" dt="2023-12-06T14:14:55.033" v="1459" actId="26606"/>
          <ac:spMkLst>
            <pc:docMk/>
            <pc:sldMk cId="493036393" sldId="270"/>
            <ac:spMk id="12" creationId="{D807DB81-4D55-6EDE-0108-6798EECF2A97}"/>
          </ac:spMkLst>
        </pc:spChg>
        <pc:spChg chg="add del">
          <ac:chgData name="Bastian Pino mellado" userId="3fb1adb34385b97f" providerId="LiveId" clId="{5E20ADD0-F159-4139-9754-4F789B7723FD}" dt="2023-12-06T14:14:47.375" v="1455" actId="26606"/>
          <ac:spMkLst>
            <pc:docMk/>
            <pc:sldMk cId="493036393" sldId="270"/>
            <ac:spMk id="13" creationId="{F3060C83-F051-4F0E-ABAD-AA0DFC48B218}"/>
          </ac:spMkLst>
        </pc:spChg>
        <pc:spChg chg="add del">
          <ac:chgData name="Bastian Pino mellado" userId="3fb1adb34385b97f" providerId="LiveId" clId="{5E20ADD0-F159-4139-9754-4F789B7723FD}" dt="2023-12-06T14:14:47.375" v="1455" actId="26606"/>
          <ac:spMkLst>
            <pc:docMk/>
            <pc:sldMk cId="493036393" sldId="270"/>
            <ac:spMk id="15" creationId="{83C98ABE-055B-441F-B07E-44F97F083C39}"/>
          </ac:spMkLst>
        </pc:spChg>
        <pc:spChg chg="add del">
          <ac:chgData name="Bastian Pino mellado" userId="3fb1adb34385b97f" providerId="LiveId" clId="{5E20ADD0-F159-4139-9754-4F789B7723FD}" dt="2023-12-06T14:14:47.375" v="1455" actId="26606"/>
          <ac:spMkLst>
            <pc:docMk/>
            <pc:sldMk cId="493036393" sldId="270"/>
            <ac:spMk id="17" creationId="{29FDB030-9B49-4CED-8CCD-4D99382388AC}"/>
          </ac:spMkLst>
        </pc:spChg>
        <pc:spChg chg="add del">
          <ac:chgData name="Bastian Pino mellado" userId="3fb1adb34385b97f" providerId="LiveId" clId="{5E20ADD0-F159-4139-9754-4F789B7723FD}" dt="2023-12-06T14:14:47.375" v="1455" actId="26606"/>
          <ac:spMkLst>
            <pc:docMk/>
            <pc:sldMk cId="493036393" sldId="270"/>
            <ac:spMk id="19" creationId="{3783CA14-24A1-485C-8B30-D6A5D87987AD}"/>
          </ac:spMkLst>
        </pc:spChg>
        <pc:spChg chg="add del">
          <ac:chgData name="Bastian Pino mellado" userId="3fb1adb34385b97f" providerId="LiveId" clId="{5E20ADD0-F159-4139-9754-4F789B7723FD}" dt="2023-12-06T14:14:47.375" v="1455" actId="26606"/>
          <ac:spMkLst>
            <pc:docMk/>
            <pc:sldMk cId="493036393" sldId="270"/>
            <ac:spMk id="21" creationId="{9A97C86A-04D6-40F7-AE84-31AB43E6A846}"/>
          </ac:spMkLst>
        </pc:spChg>
        <pc:spChg chg="add del">
          <ac:chgData name="Bastian Pino mellado" userId="3fb1adb34385b97f" providerId="LiveId" clId="{5E20ADD0-F159-4139-9754-4F789B7723FD}" dt="2023-12-06T14:14:47.375" v="1455" actId="26606"/>
          <ac:spMkLst>
            <pc:docMk/>
            <pc:sldMk cId="493036393" sldId="270"/>
            <ac:spMk id="23" creationId="{FF9F2414-84E8-453E-B1F3-389FDE8192D9}"/>
          </ac:spMkLst>
        </pc:spChg>
        <pc:spChg chg="add del">
          <ac:chgData name="Bastian Pino mellado" userId="3fb1adb34385b97f" providerId="LiveId" clId="{5E20ADD0-F159-4139-9754-4F789B7723FD}" dt="2023-12-06T14:14:47.375" v="1455" actId="26606"/>
          <ac:spMkLst>
            <pc:docMk/>
            <pc:sldMk cId="493036393" sldId="270"/>
            <ac:spMk id="25" creationId="{3ECA69A1-7536-43AC-85EF-C7106179F5ED}"/>
          </ac:spMkLst>
        </pc:spChg>
        <pc:spChg chg="add del">
          <ac:chgData name="Bastian Pino mellado" userId="3fb1adb34385b97f" providerId="LiveId" clId="{5E20ADD0-F159-4139-9754-4F789B7723FD}" dt="2023-12-06T14:14:49.170" v="1457" actId="26606"/>
          <ac:spMkLst>
            <pc:docMk/>
            <pc:sldMk cId="493036393" sldId="270"/>
            <ac:spMk id="27" creationId="{A4AC5506-6312-4701-8D3C-40187889A947}"/>
          </ac:spMkLst>
        </pc:spChg>
        <pc:spChg chg="add del">
          <ac:chgData name="Bastian Pino mellado" userId="3fb1adb34385b97f" providerId="LiveId" clId="{5E20ADD0-F159-4139-9754-4F789B7723FD}" dt="2023-12-06T14:14:49.170" v="1457" actId="26606"/>
          <ac:spMkLst>
            <pc:docMk/>
            <pc:sldMk cId="493036393" sldId="270"/>
            <ac:spMk id="28" creationId="{6BDFB6ED-8A44-4573-A81C-74A7D7BA96D5}"/>
          </ac:spMkLst>
        </pc:spChg>
        <pc:spChg chg="add del">
          <ac:chgData name="Bastian Pino mellado" userId="3fb1adb34385b97f" providerId="LiveId" clId="{5E20ADD0-F159-4139-9754-4F789B7723FD}" dt="2023-12-06T14:14:55.033" v="1459" actId="26606"/>
          <ac:spMkLst>
            <pc:docMk/>
            <pc:sldMk cId="493036393" sldId="270"/>
            <ac:spMk id="30" creationId="{B082622D-AAF3-4897-8629-FC918530DD86}"/>
          </ac:spMkLst>
        </pc:spChg>
        <pc:spChg chg="add del">
          <ac:chgData name="Bastian Pino mellado" userId="3fb1adb34385b97f" providerId="LiveId" clId="{5E20ADD0-F159-4139-9754-4F789B7723FD}" dt="2023-12-06T14:14:55.033" v="1459" actId="26606"/>
          <ac:spMkLst>
            <pc:docMk/>
            <pc:sldMk cId="493036393" sldId="270"/>
            <ac:spMk id="31" creationId="{A7457DD9-5A45-400A-AB4B-4B4EDECA25F1}"/>
          </ac:spMkLst>
        </pc:spChg>
        <pc:spChg chg="add del">
          <ac:chgData name="Bastian Pino mellado" userId="3fb1adb34385b97f" providerId="LiveId" clId="{5E20ADD0-F159-4139-9754-4F789B7723FD}" dt="2023-12-06T14:14:55.033" v="1459" actId="26606"/>
          <ac:spMkLst>
            <pc:docMk/>
            <pc:sldMk cId="493036393" sldId="270"/>
            <ac:spMk id="32" creationId="{6BDFB6ED-8A44-4573-A81C-74A7D7BA96D5}"/>
          </ac:spMkLst>
        </pc:spChg>
        <pc:spChg chg="add del">
          <ac:chgData name="Bastian Pino mellado" userId="3fb1adb34385b97f" providerId="LiveId" clId="{5E20ADD0-F159-4139-9754-4F789B7723FD}" dt="2023-12-06T14:14:55.033" v="1459" actId="26606"/>
          <ac:spMkLst>
            <pc:docMk/>
            <pc:sldMk cId="493036393" sldId="270"/>
            <ac:spMk id="33" creationId="{441CF7D6-A660-431A-B0BB-140A0D5556B6}"/>
          </ac:spMkLst>
        </pc:spChg>
        <pc:spChg chg="add del">
          <ac:chgData name="Bastian Pino mellado" userId="3fb1adb34385b97f" providerId="LiveId" clId="{5E20ADD0-F159-4139-9754-4F789B7723FD}" dt="2023-12-06T14:14:55.033" v="1459" actId="26606"/>
          <ac:spMkLst>
            <pc:docMk/>
            <pc:sldMk cId="493036393" sldId="270"/>
            <ac:spMk id="34" creationId="{0570A85B-3810-4F95-97B0-CBF4CCDB381C}"/>
          </ac:spMkLst>
        </pc:spChg>
        <pc:spChg chg="add del">
          <ac:chgData name="Bastian Pino mellado" userId="3fb1adb34385b97f" providerId="LiveId" clId="{5E20ADD0-F159-4139-9754-4F789B7723FD}" dt="2023-12-06T14:14:57.984" v="1461" actId="26606"/>
          <ac:spMkLst>
            <pc:docMk/>
            <pc:sldMk cId="493036393" sldId="270"/>
            <ac:spMk id="36" creationId="{6EE0B6E2-7CE8-4D86-87FC-4B58A7D8E759}"/>
          </ac:spMkLst>
        </pc:spChg>
        <pc:spChg chg="add del">
          <ac:chgData name="Bastian Pino mellado" userId="3fb1adb34385b97f" providerId="LiveId" clId="{5E20ADD0-F159-4139-9754-4F789B7723FD}" dt="2023-12-06T14:15:11.053" v="1463" actId="26606"/>
          <ac:spMkLst>
            <pc:docMk/>
            <pc:sldMk cId="493036393" sldId="270"/>
            <ac:spMk id="38" creationId="{8B3A2D1A-45FC-4F95-B150-1C13EF2F6D09}"/>
          </ac:spMkLst>
        </pc:spChg>
        <pc:spChg chg="add del">
          <ac:chgData name="Bastian Pino mellado" userId="3fb1adb34385b97f" providerId="LiveId" clId="{5E20ADD0-F159-4139-9754-4F789B7723FD}" dt="2023-12-06T14:15:11.053" v="1463" actId="26606"/>
          <ac:spMkLst>
            <pc:docMk/>
            <pc:sldMk cId="493036393" sldId="270"/>
            <ac:spMk id="39" creationId="{39C3C864-C625-4883-B868-9A4C470F4DD5}"/>
          </ac:spMkLst>
        </pc:spChg>
        <pc:spChg chg="add del">
          <ac:chgData name="Bastian Pino mellado" userId="3fb1adb34385b97f" providerId="LiveId" clId="{5E20ADD0-F159-4139-9754-4F789B7723FD}" dt="2023-12-06T14:15:11.053" v="1463" actId="26606"/>
          <ac:spMkLst>
            <pc:docMk/>
            <pc:sldMk cId="493036393" sldId="270"/>
            <ac:spMk id="40" creationId="{6BDFB6ED-8A44-4573-A81C-74A7D7BA96D5}"/>
          </ac:spMkLst>
        </pc:spChg>
        <pc:spChg chg="add del">
          <ac:chgData name="Bastian Pino mellado" userId="3fb1adb34385b97f" providerId="LiveId" clId="{5E20ADD0-F159-4139-9754-4F789B7723FD}" dt="2023-12-06T14:15:11.053" v="1463" actId="26606"/>
          <ac:spMkLst>
            <pc:docMk/>
            <pc:sldMk cId="493036393" sldId="270"/>
            <ac:spMk id="41" creationId="{63E710A5-D2F9-6F4F-F617-0C2B0D62F36B}"/>
          </ac:spMkLst>
        </pc:spChg>
        <pc:spChg chg="add">
          <ac:chgData name="Bastian Pino mellado" userId="3fb1adb34385b97f" providerId="LiveId" clId="{5E20ADD0-F159-4139-9754-4F789B7723FD}" dt="2023-12-06T14:15:11.065" v="1464" actId="26606"/>
          <ac:spMkLst>
            <pc:docMk/>
            <pc:sldMk cId="493036393" sldId="270"/>
            <ac:spMk id="43" creationId="{F3060C83-F051-4F0E-ABAD-AA0DFC48B218}"/>
          </ac:spMkLst>
        </pc:spChg>
        <pc:spChg chg="add">
          <ac:chgData name="Bastian Pino mellado" userId="3fb1adb34385b97f" providerId="LiveId" clId="{5E20ADD0-F159-4139-9754-4F789B7723FD}" dt="2023-12-06T14:15:11.065" v="1464" actId="26606"/>
          <ac:spMkLst>
            <pc:docMk/>
            <pc:sldMk cId="493036393" sldId="270"/>
            <ac:spMk id="44" creationId="{83C98ABE-055B-441F-B07E-44F97F083C39}"/>
          </ac:spMkLst>
        </pc:spChg>
        <pc:spChg chg="add">
          <ac:chgData name="Bastian Pino mellado" userId="3fb1adb34385b97f" providerId="LiveId" clId="{5E20ADD0-F159-4139-9754-4F789B7723FD}" dt="2023-12-06T14:15:11.065" v="1464" actId="26606"/>
          <ac:spMkLst>
            <pc:docMk/>
            <pc:sldMk cId="493036393" sldId="270"/>
            <ac:spMk id="45" creationId="{29FDB030-9B49-4CED-8CCD-4D99382388AC}"/>
          </ac:spMkLst>
        </pc:spChg>
        <pc:spChg chg="add">
          <ac:chgData name="Bastian Pino mellado" userId="3fb1adb34385b97f" providerId="LiveId" clId="{5E20ADD0-F159-4139-9754-4F789B7723FD}" dt="2023-12-06T14:15:11.065" v="1464" actId="26606"/>
          <ac:spMkLst>
            <pc:docMk/>
            <pc:sldMk cId="493036393" sldId="270"/>
            <ac:spMk id="46" creationId="{3783CA14-24A1-485C-8B30-D6A5D87987AD}"/>
          </ac:spMkLst>
        </pc:spChg>
        <pc:spChg chg="add">
          <ac:chgData name="Bastian Pino mellado" userId="3fb1adb34385b97f" providerId="LiveId" clId="{5E20ADD0-F159-4139-9754-4F789B7723FD}" dt="2023-12-06T14:15:11.065" v="1464" actId="26606"/>
          <ac:spMkLst>
            <pc:docMk/>
            <pc:sldMk cId="493036393" sldId="270"/>
            <ac:spMk id="47" creationId="{9A97C86A-04D6-40F7-AE84-31AB43E6A846}"/>
          </ac:spMkLst>
        </pc:spChg>
        <pc:spChg chg="add">
          <ac:chgData name="Bastian Pino mellado" userId="3fb1adb34385b97f" providerId="LiveId" clId="{5E20ADD0-F159-4139-9754-4F789B7723FD}" dt="2023-12-06T14:15:11.065" v="1464" actId="26606"/>
          <ac:spMkLst>
            <pc:docMk/>
            <pc:sldMk cId="493036393" sldId="270"/>
            <ac:spMk id="48" creationId="{FF9F2414-84E8-453E-B1F3-389FDE8192D9}"/>
          </ac:spMkLst>
        </pc:spChg>
        <pc:spChg chg="add">
          <ac:chgData name="Bastian Pino mellado" userId="3fb1adb34385b97f" providerId="LiveId" clId="{5E20ADD0-F159-4139-9754-4F789B7723FD}" dt="2023-12-06T14:15:11.065" v="1464" actId="26606"/>
          <ac:spMkLst>
            <pc:docMk/>
            <pc:sldMk cId="493036393" sldId="270"/>
            <ac:spMk id="49" creationId="{3ECA69A1-7536-43AC-85EF-C7106179F5ED}"/>
          </ac:spMkLst>
        </pc:spChg>
        <pc:picChg chg="add del mod">
          <ac:chgData name="Bastian Pino mellado" userId="3fb1adb34385b97f" providerId="LiveId" clId="{5E20ADD0-F159-4139-9754-4F789B7723FD}" dt="2023-12-06T14:14:01.699" v="1444" actId="21"/>
          <ac:picMkLst>
            <pc:docMk/>
            <pc:sldMk cId="493036393" sldId="270"/>
            <ac:picMk id="4" creationId="{948F06D7-7DD6-ED05-5A05-90472FFBC68F}"/>
          </ac:picMkLst>
        </pc:picChg>
        <pc:picChg chg="add mod ord">
          <ac:chgData name="Bastian Pino mellado" userId="3fb1adb34385b97f" providerId="LiveId" clId="{5E20ADD0-F159-4139-9754-4F789B7723FD}" dt="2023-12-06T14:15:26.598" v="1467" actId="14100"/>
          <ac:picMkLst>
            <pc:docMk/>
            <pc:sldMk cId="493036393" sldId="270"/>
            <ac:picMk id="8" creationId="{A3C23B93-C1FB-57B1-DB4D-87478E4E5AF9}"/>
          </ac:picMkLst>
        </pc:picChg>
      </pc:sldChg>
      <pc:sldChg chg="addSp delSp modSp new">
        <pc:chgData name="Bastian Pino mellado" userId="3fb1adb34385b97f" providerId="LiveId" clId="{5E20ADD0-F159-4139-9754-4F789B7723FD}" dt="2023-12-06T14:15:48.448" v="1469"/>
        <pc:sldMkLst>
          <pc:docMk/>
          <pc:sldMk cId="2671484179" sldId="271"/>
        </pc:sldMkLst>
        <pc:spChg chg="del">
          <ac:chgData name="Bastian Pino mellado" userId="3fb1adb34385b97f" providerId="LiveId" clId="{5E20ADD0-F159-4139-9754-4F789B7723FD}" dt="2023-12-06T14:15:48.448" v="1469"/>
          <ac:spMkLst>
            <pc:docMk/>
            <pc:sldMk cId="2671484179" sldId="271"/>
            <ac:spMk id="3" creationId="{DBC0B7E4-9F15-9BC7-26B8-51DE3102D14A}"/>
          </ac:spMkLst>
        </pc:spChg>
        <pc:picChg chg="add mod">
          <ac:chgData name="Bastian Pino mellado" userId="3fb1adb34385b97f" providerId="LiveId" clId="{5E20ADD0-F159-4139-9754-4F789B7723FD}" dt="2023-12-06T14:15:48.448" v="1469"/>
          <ac:picMkLst>
            <pc:docMk/>
            <pc:sldMk cId="2671484179" sldId="271"/>
            <ac:picMk id="4" creationId="{9B8C8AA3-181C-BDEC-741E-CB611A28823F}"/>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3-12-27T14:54:22.798" idx="1">
    <p:pos x="6797" y="2281"/>
    <p:text>FALTA DESCRIBIR LA PROBLEMATICA INICIAL ANTES DE COMENZAR LA BUSQUEDA DE LA SOLUCION</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27T14:55:29.772" idx="2">
    <p:pos x="10" y="10"/>
    <p:text>FALTAN PREGUNTAS... LA PAUTA PIDE 4 PREG DE INVESTIGACION</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27T14:56:10.925" idx="3">
    <p:pos x="10" y="10"/>
    <p:text>ESTOS TEMAS SIRVEN DE GUIA PARA LA BUSQUEDA D ELA SOLUCION</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27T14:56:40.084" idx="4">
    <p:pos x="10" y="10"/>
    <p:text>MUY BIEN... LUEGO LAS DEBE APLICAR PARA LA BUSQUEDA DE SOLUCION</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27T14:57:09.930" idx="5">
    <p:pos x="10" y="10"/>
    <p:text>EL OBJETIVO TIENE UN FORMATO EN EL CUAL SE DEBE PRESENTAR... COMENZANDO POR UN VERBO</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27T14:57:42.309" idx="6">
    <p:pos x="10" y="10"/>
    <p:text>¿QUE REPRESENTA LA IMAGEN?.... FALTA APA EN LA IMAGEN</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27T15:00:09.226" idx="7">
    <p:pos x="10" y="10"/>
    <p:text>FALTAN REFERENCIAS QUE VERIFIQUEN SU INFORMACION</p:text>
    <p:extLst>
      <p:ext uri="{C676402C-5697-4E1C-873F-D02D1690AC5C}">
        <p15:threadingInfo xmlns:p15="http://schemas.microsoft.com/office/powerpoint/2012/main" timeZoneBias="1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3-12-27T15:00:52.127" idx="8">
    <p:pos x="10" y="10"/>
    <p:text>MUY BIEN</p:text>
    <p:extLst>
      <p:ext uri="{C676402C-5697-4E1C-873F-D02D1690AC5C}">
        <p15:threadingInfo xmlns:p15="http://schemas.microsoft.com/office/powerpoint/2012/main" timeZoneBias="18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3-12-27T15:01:49.735" idx="9">
    <p:pos x="10" y="10"/>
    <p:text>¿QUE FUERON HACER A LOS TALLERES?</p:text>
    <p:extLst>
      <p:ext uri="{C676402C-5697-4E1C-873F-D02D1690AC5C}">
        <p15:threadingInfo xmlns:p15="http://schemas.microsoft.com/office/powerpoint/2012/main" timeZoneBias="180"/>
      </p:ext>
    </p:extLst>
  </p:cm>
  <p:cm authorId="1" dt="2023-12-27T15:26:32.344" idx="10">
    <p:pos x="10" y="146"/>
    <p:text>*ME RESPONDI AL VER EL VIDEO</p:text>
    <p:extLst>
      <p:ext uri="{C676402C-5697-4E1C-873F-D02D1690AC5C}">
        <p15:threadingInfo xmlns:p15="http://schemas.microsoft.com/office/powerpoint/2012/main" timeZoneBias="180">
          <p15:parentCm authorId="1" idx="9"/>
        </p15:threadingIn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BE7497-0E51-46F8-8934-77213CBAF2E6}" type="datetimeFigureOut">
              <a:rPr lang="es-CL" smtClean="0"/>
              <a:t>27-12-23</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F47A25-EEE6-4C8C-BDEE-99A4F77036A0}" type="slidenum">
              <a:rPr lang="es-CL" smtClean="0"/>
              <a:t>‹Nº›</a:t>
            </a:fld>
            <a:endParaRPr lang="es-CL"/>
          </a:p>
        </p:txBody>
      </p:sp>
    </p:spTree>
    <p:extLst>
      <p:ext uri="{BB962C8B-B14F-4D97-AF65-F5344CB8AC3E}">
        <p14:creationId xmlns:p14="http://schemas.microsoft.com/office/powerpoint/2010/main" val="2919065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BDF47A25-EEE6-4C8C-BDEE-99A4F77036A0}" type="slidenum">
              <a:rPr lang="es-CL" smtClean="0"/>
              <a:t>1</a:t>
            </a:fld>
            <a:endParaRPr lang="es-CL"/>
          </a:p>
        </p:txBody>
      </p:sp>
    </p:spTree>
    <p:extLst>
      <p:ext uri="{BB962C8B-B14F-4D97-AF65-F5344CB8AC3E}">
        <p14:creationId xmlns:p14="http://schemas.microsoft.com/office/powerpoint/2010/main" val="415917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3F68F1-5789-0ECF-2228-762F7929BA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9F625571-00D0-6AC1-8B42-562316DFF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1C57596A-E593-E81F-7195-70DDDE8EE626}"/>
              </a:ext>
            </a:extLst>
          </p:cNvPr>
          <p:cNvSpPr>
            <a:spLocks noGrp="1"/>
          </p:cNvSpPr>
          <p:nvPr>
            <p:ph type="dt" sz="half" idx="10"/>
          </p:nvPr>
        </p:nvSpPr>
        <p:spPr/>
        <p:txBody>
          <a:bodyPr/>
          <a:lstStyle/>
          <a:p>
            <a:fld id="{3D145F0F-ABEA-49D3-ADF5-B61D2DA89C31}" type="datetimeFigureOut">
              <a:rPr lang="es-CL" smtClean="0"/>
              <a:t>27-12-23</a:t>
            </a:fld>
            <a:endParaRPr lang="es-CL" dirty="0"/>
          </a:p>
        </p:txBody>
      </p:sp>
      <p:sp>
        <p:nvSpPr>
          <p:cNvPr id="5" name="Marcador de pie de página 4">
            <a:extLst>
              <a:ext uri="{FF2B5EF4-FFF2-40B4-BE49-F238E27FC236}">
                <a16:creationId xmlns:a16="http://schemas.microsoft.com/office/drawing/2014/main" id="{C31BCEAF-C0C8-75F5-5521-CD5B08A701B3}"/>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AEE11205-EF09-9AD3-3E15-9B757A4FF21A}"/>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4092451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5E5B8F-2D58-D34C-1091-4E1CBEDAF832}"/>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66D7AA4-981F-F582-F378-D743516D781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7000C03-39D4-A2C1-BD93-3A1E279120D2}"/>
              </a:ext>
            </a:extLst>
          </p:cNvPr>
          <p:cNvSpPr>
            <a:spLocks noGrp="1"/>
          </p:cNvSpPr>
          <p:nvPr>
            <p:ph type="dt" sz="half" idx="10"/>
          </p:nvPr>
        </p:nvSpPr>
        <p:spPr/>
        <p:txBody>
          <a:bodyPr/>
          <a:lstStyle/>
          <a:p>
            <a:fld id="{3D145F0F-ABEA-49D3-ADF5-B61D2DA89C31}" type="datetimeFigureOut">
              <a:rPr lang="es-CL" smtClean="0"/>
              <a:t>27-12-23</a:t>
            </a:fld>
            <a:endParaRPr lang="es-CL" dirty="0"/>
          </a:p>
        </p:txBody>
      </p:sp>
      <p:sp>
        <p:nvSpPr>
          <p:cNvPr id="5" name="Marcador de pie de página 4">
            <a:extLst>
              <a:ext uri="{FF2B5EF4-FFF2-40B4-BE49-F238E27FC236}">
                <a16:creationId xmlns:a16="http://schemas.microsoft.com/office/drawing/2014/main" id="{964F9671-21B7-17F0-FC23-ADE509DFEEFB}"/>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61E0935F-FF89-36CD-131D-D440D6627B31}"/>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2083154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DE1DD6-BE00-7CBF-BF08-3B35D9718D7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B5AA5CA-A763-4F15-2202-869EE8AF81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522A214-9166-73BE-D0F3-12B89A590405}"/>
              </a:ext>
            </a:extLst>
          </p:cNvPr>
          <p:cNvSpPr>
            <a:spLocks noGrp="1"/>
          </p:cNvSpPr>
          <p:nvPr>
            <p:ph type="dt" sz="half" idx="10"/>
          </p:nvPr>
        </p:nvSpPr>
        <p:spPr/>
        <p:txBody>
          <a:bodyPr/>
          <a:lstStyle/>
          <a:p>
            <a:fld id="{3D145F0F-ABEA-49D3-ADF5-B61D2DA89C31}" type="datetimeFigureOut">
              <a:rPr lang="es-CL" smtClean="0"/>
              <a:t>27-12-23</a:t>
            </a:fld>
            <a:endParaRPr lang="es-CL" dirty="0"/>
          </a:p>
        </p:txBody>
      </p:sp>
      <p:sp>
        <p:nvSpPr>
          <p:cNvPr id="5" name="Marcador de pie de página 4">
            <a:extLst>
              <a:ext uri="{FF2B5EF4-FFF2-40B4-BE49-F238E27FC236}">
                <a16:creationId xmlns:a16="http://schemas.microsoft.com/office/drawing/2014/main" id="{9F03B563-AB34-43A9-6B4F-C80C1B07E373}"/>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E64DE63D-CB13-3A81-666E-506109513187}"/>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226397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552209-42A8-0B53-6776-20E94A50CC4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5C78AD3-DCAB-EB3E-F89F-57C90D8EBD2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8FC2F3B6-7EEC-1791-4E70-52ABC93311C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B2485B31-E532-A354-1481-02642F6BE3AB}"/>
              </a:ext>
            </a:extLst>
          </p:cNvPr>
          <p:cNvSpPr>
            <a:spLocks noGrp="1"/>
          </p:cNvSpPr>
          <p:nvPr>
            <p:ph type="dt" sz="half" idx="10"/>
          </p:nvPr>
        </p:nvSpPr>
        <p:spPr/>
        <p:txBody>
          <a:bodyPr/>
          <a:lstStyle/>
          <a:p>
            <a:fld id="{3D145F0F-ABEA-49D3-ADF5-B61D2DA89C31}" type="datetimeFigureOut">
              <a:rPr lang="es-CL" smtClean="0"/>
              <a:t>27-12-23</a:t>
            </a:fld>
            <a:endParaRPr lang="es-CL" dirty="0"/>
          </a:p>
        </p:txBody>
      </p:sp>
      <p:sp>
        <p:nvSpPr>
          <p:cNvPr id="6" name="Marcador de pie de página 5">
            <a:extLst>
              <a:ext uri="{FF2B5EF4-FFF2-40B4-BE49-F238E27FC236}">
                <a16:creationId xmlns:a16="http://schemas.microsoft.com/office/drawing/2014/main" id="{596FACBB-DF25-3A13-89FA-D4B28EA8910A}"/>
              </a:ext>
            </a:extLst>
          </p:cNvPr>
          <p:cNvSpPr>
            <a:spLocks noGrp="1"/>
          </p:cNvSpPr>
          <p:nvPr>
            <p:ph type="ftr" sz="quarter" idx="11"/>
          </p:nvPr>
        </p:nvSpPr>
        <p:spPr/>
        <p:txBody>
          <a:bodyPr/>
          <a:lstStyle/>
          <a:p>
            <a:endParaRPr lang="es-CL" dirty="0"/>
          </a:p>
        </p:txBody>
      </p:sp>
      <p:sp>
        <p:nvSpPr>
          <p:cNvPr id="7" name="Marcador de número de diapositiva 6">
            <a:extLst>
              <a:ext uri="{FF2B5EF4-FFF2-40B4-BE49-F238E27FC236}">
                <a16:creationId xmlns:a16="http://schemas.microsoft.com/office/drawing/2014/main" id="{4D7FE31F-4630-7E0F-F0F4-F8D62D4DB632}"/>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2831628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EE4A17-6BC9-21D5-4100-F35DA86A28A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902C5A0-B809-047E-E80C-6540A4561C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71B3F56-FA2A-3804-3945-6564EF6555D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0D7DD76B-B222-8C35-F2D3-3598BE5023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B7AC7C8-7FAB-1DF4-2BDD-DB189D5A7AC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E0B53DE-1FD9-CD30-73B4-ED733AADD4DF}"/>
              </a:ext>
            </a:extLst>
          </p:cNvPr>
          <p:cNvSpPr>
            <a:spLocks noGrp="1"/>
          </p:cNvSpPr>
          <p:nvPr>
            <p:ph type="dt" sz="half" idx="10"/>
          </p:nvPr>
        </p:nvSpPr>
        <p:spPr/>
        <p:txBody>
          <a:bodyPr/>
          <a:lstStyle/>
          <a:p>
            <a:fld id="{3D145F0F-ABEA-49D3-ADF5-B61D2DA89C31}" type="datetimeFigureOut">
              <a:rPr lang="es-CL" smtClean="0"/>
              <a:t>27-12-23</a:t>
            </a:fld>
            <a:endParaRPr lang="es-CL" dirty="0"/>
          </a:p>
        </p:txBody>
      </p:sp>
      <p:sp>
        <p:nvSpPr>
          <p:cNvPr id="8" name="Marcador de pie de página 7">
            <a:extLst>
              <a:ext uri="{FF2B5EF4-FFF2-40B4-BE49-F238E27FC236}">
                <a16:creationId xmlns:a16="http://schemas.microsoft.com/office/drawing/2014/main" id="{17628CF2-3C91-D86A-97A6-71DB9A6B7A2C}"/>
              </a:ext>
            </a:extLst>
          </p:cNvPr>
          <p:cNvSpPr>
            <a:spLocks noGrp="1"/>
          </p:cNvSpPr>
          <p:nvPr>
            <p:ph type="ftr" sz="quarter" idx="11"/>
          </p:nvPr>
        </p:nvSpPr>
        <p:spPr/>
        <p:txBody>
          <a:bodyPr/>
          <a:lstStyle/>
          <a:p>
            <a:endParaRPr lang="es-CL" dirty="0"/>
          </a:p>
        </p:txBody>
      </p:sp>
      <p:sp>
        <p:nvSpPr>
          <p:cNvPr id="9" name="Marcador de número de diapositiva 8">
            <a:extLst>
              <a:ext uri="{FF2B5EF4-FFF2-40B4-BE49-F238E27FC236}">
                <a16:creationId xmlns:a16="http://schemas.microsoft.com/office/drawing/2014/main" id="{B290BF47-41B1-3F57-5D29-7B14A2BFF2C6}"/>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1314354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0B2DFF-8AB9-3D2A-B86C-B07CE3D8C93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15DBD443-EF8B-2872-27C0-A4A53C4DA0B1}"/>
              </a:ext>
            </a:extLst>
          </p:cNvPr>
          <p:cNvSpPr>
            <a:spLocks noGrp="1"/>
          </p:cNvSpPr>
          <p:nvPr>
            <p:ph type="dt" sz="half" idx="10"/>
          </p:nvPr>
        </p:nvSpPr>
        <p:spPr/>
        <p:txBody>
          <a:bodyPr/>
          <a:lstStyle/>
          <a:p>
            <a:fld id="{3D145F0F-ABEA-49D3-ADF5-B61D2DA89C31}" type="datetimeFigureOut">
              <a:rPr lang="es-CL" smtClean="0"/>
              <a:t>27-12-23</a:t>
            </a:fld>
            <a:endParaRPr lang="es-CL" dirty="0"/>
          </a:p>
        </p:txBody>
      </p:sp>
      <p:sp>
        <p:nvSpPr>
          <p:cNvPr id="4" name="Marcador de pie de página 3">
            <a:extLst>
              <a:ext uri="{FF2B5EF4-FFF2-40B4-BE49-F238E27FC236}">
                <a16:creationId xmlns:a16="http://schemas.microsoft.com/office/drawing/2014/main" id="{822C971A-F9C3-0475-0D02-A53DB33A4676}"/>
              </a:ext>
            </a:extLst>
          </p:cNvPr>
          <p:cNvSpPr>
            <a:spLocks noGrp="1"/>
          </p:cNvSpPr>
          <p:nvPr>
            <p:ph type="ftr" sz="quarter" idx="11"/>
          </p:nvPr>
        </p:nvSpPr>
        <p:spPr/>
        <p:txBody>
          <a:bodyPr/>
          <a:lstStyle/>
          <a:p>
            <a:endParaRPr lang="es-CL" dirty="0"/>
          </a:p>
        </p:txBody>
      </p:sp>
      <p:sp>
        <p:nvSpPr>
          <p:cNvPr id="5" name="Marcador de número de diapositiva 4">
            <a:extLst>
              <a:ext uri="{FF2B5EF4-FFF2-40B4-BE49-F238E27FC236}">
                <a16:creationId xmlns:a16="http://schemas.microsoft.com/office/drawing/2014/main" id="{C0F71505-B71F-5D1C-A462-A9ED830B5F37}"/>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200874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DDECF7D-5C9A-1F87-43B6-CC8A69D44555}"/>
              </a:ext>
            </a:extLst>
          </p:cNvPr>
          <p:cNvSpPr>
            <a:spLocks noGrp="1"/>
          </p:cNvSpPr>
          <p:nvPr>
            <p:ph type="dt" sz="half" idx="10"/>
          </p:nvPr>
        </p:nvSpPr>
        <p:spPr/>
        <p:txBody>
          <a:bodyPr/>
          <a:lstStyle/>
          <a:p>
            <a:fld id="{3D145F0F-ABEA-49D3-ADF5-B61D2DA89C31}" type="datetimeFigureOut">
              <a:rPr lang="es-CL" smtClean="0"/>
              <a:t>27-12-23</a:t>
            </a:fld>
            <a:endParaRPr lang="es-CL" dirty="0"/>
          </a:p>
        </p:txBody>
      </p:sp>
      <p:sp>
        <p:nvSpPr>
          <p:cNvPr id="3" name="Marcador de pie de página 2">
            <a:extLst>
              <a:ext uri="{FF2B5EF4-FFF2-40B4-BE49-F238E27FC236}">
                <a16:creationId xmlns:a16="http://schemas.microsoft.com/office/drawing/2014/main" id="{1C02B959-2254-6745-686F-08D980EABE96}"/>
              </a:ext>
            </a:extLst>
          </p:cNvPr>
          <p:cNvSpPr>
            <a:spLocks noGrp="1"/>
          </p:cNvSpPr>
          <p:nvPr>
            <p:ph type="ftr" sz="quarter" idx="11"/>
          </p:nvPr>
        </p:nvSpPr>
        <p:spPr/>
        <p:txBody>
          <a:bodyPr/>
          <a:lstStyle/>
          <a:p>
            <a:endParaRPr lang="es-CL" dirty="0"/>
          </a:p>
        </p:txBody>
      </p:sp>
      <p:sp>
        <p:nvSpPr>
          <p:cNvPr id="4" name="Marcador de número de diapositiva 3">
            <a:extLst>
              <a:ext uri="{FF2B5EF4-FFF2-40B4-BE49-F238E27FC236}">
                <a16:creationId xmlns:a16="http://schemas.microsoft.com/office/drawing/2014/main" id="{BA438B17-E594-68E4-1FBD-C36F620AC100}"/>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2459529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A7E49D-0DBB-70A2-BE67-D9CE6C3CCE6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3A2C5A-E110-435B-1A98-20A2ED31F2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2B725694-CEEB-A23A-95D8-E19D72CBA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B7120E6-2E5E-858B-C359-158AAFFBF47A}"/>
              </a:ext>
            </a:extLst>
          </p:cNvPr>
          <p:cNvSpPr>
            <a:spLocks noGrp="1"/>
          </p:cNvSpPr>
          <p:nvPr>
            <p:ph type="dt" sz="half" idx="10"/>
          </p:nvPr>
        </p:nvSpPr>
        <p:spPr/>
        <p:txBody>
          <a:bodyPr/>
          <a:lstStyle/>
          <a:p>
            <a:fld id="{3D145F0F-ABEA-49D3-ADF5-B61D2DA89C31}" type="datetimeFigureOut">
              <a:rPr lang="es-CL" smtClean="0"/>
              <a:t>27-12-23</a:t>
            </a:fld>
            <a:endParaRPr lang="es-CL" dirty="0"/>
          </a:p>
        </p:txBody>
      </p:sp>
      <p:sp>
        <p:nvSpPr>
          <p:cNvPr id="6" name="Marcador de pie de página 5">
            <a:extLst>
              <a:ext uri="{FF2B5EF4-FFF2-40B4-BE49-F238E27FC236}">
                <a16:creationId xmlns:a16="http://schemas.microsoft.com/office/drawing/2014/main" id="{81671A01-81BF-3C26-01AB-369D4EFC44CD}"/>
              </a:ext>
            </a:extLst>
          </p:cNvPr>
          <p:cNvSpPr>
            <a:spLocks noGrp="1"/>
          </p:cNvSpPr>
          <p:nvPr>
            <p:ph type="ftr" sz="quarter" idx="11"/>
          </p:nvPr>
        </p:nvSpPr>
        <p:spPr/>
        <p:txBody>
          <a:bodyPr/>
          <a:lstStyle/>
          <a:p>
            <a:endParaRPr lang="es-CL" dirty="0"/>
          </a:p>
        </p:txBody>
      </p:sp>
      <p:sp>
        <p:nvSpPr>
          <p:cNvPr id="7" name="Marcador de número de diapositiva 6">
            <a:extLst>
              <a:ext uri="{FF2B5EF4-FFF2-40B4-BE49-F238E27FC236}">
                <a16:creationId xmlns:a16="http://schemas.microsoft.com/office/drawing/2014/main" id="{DBA82E97-1C69-51B3-879C-8B620BEE3C8D}"/>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3215932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74B903-2C78-65C7-2AE8-10C5391EC28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5BEBD0C8-5C0C-1C85-B778-F5BC3ADB20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dirty="0"/>
          </a:p>
        </p:txBody>
      </p:sp>
      <p:sp>
        <p:nvSpPr>
          <p:cNvPr id="4" name="Marcador de texto 3">
            <a:extLst>
              <a:ext uri="{FF2B5EF4-FFF2-40B4-BE49-F238E27FC236}">
                <a16:creationId xmlns:a16="http://schemas.microsoft.com/office/drawing/2014/main" id="{671D4576-194D-0BED-0EC1-31533D6EE3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CBA171F-808F-D97D-17F9-4C2F4306B575}"/>
              </a:ext>
            </a:extLst>
          </p:cNvPr>
          <p:cNvSpPr>
            <a:spLocks noGrp="1"/>
          </p:cNvSpPr>
          <p:nvPr>
            <p:ph type="dt" sz="half" idx="10"/>
          </p:nvPr>
        </p:nvSpPr>
        <p:spPr/>
        <p:txBody>
          <a:bodyPr/>
          <a:lstStyle/>
          <a:p>
            <a:fld id="{3D145F0F-ABEA-49D3-ADF5-B61D2DA89C31}" type="datetimeFigureOut">
              <a:rPr lang="es-CL" smtClean="0"/>
              <a:t>27-12-23</a:t>
            </a:fld>
            <a:endParaRPr lang="es-CL" dirty="0"/>
          </a:p>
        </p:txBody>
      </p:sp>
      <p:sp>
        <p:nvSpPr>
          <p:cNvPr id="6" name="Marcador de pie de página 5">
            <a:extLst>
              <a:ext uri="{FF2B5EF4-FFF2-40B4-BE49-F238E27FC236}">
                <a16:creationId xmlns:a16="http://schemas.microsoft.com/office/drawing/2014/main" id="{1DF2261B-D210-DBFB-1E96-6734DD91963B}"/>
              </a:ext>
            </a:extLst>
          </p:cNvPr>
          <p:cNvSpPr>
            <a:spLocks noGrp="1"/>
          </p:cNvSpPr>
          <p:nvPr>
            <p:ph type="ftr" sz="quarter" idx="11"/>
          </p:nvPr>
        </p:nvSpPr>
        <p:spPr/>
        <p:txBody>
          <a:bodyPr/>
          <a:lstStyle/>
          <a:p>
            <a:endParaRPr lang="es-CL" dirty="0"/>
          </a:p>
        </p:txBody>
      </p:sp>
      <p:sp>
        <p:nvSpPr>
          <p:cNvPr id="7" name="Marcador de número de diapositiva 6">
            <a:extLst>
              <a:ext uri="{FF2B5EF4-FFF2-40B4-BE49-F238E27FC236}">
                <a16:creationId xmlns:a16="http://schemas.microsoft.com/office/drawing/2014/main" id="{BBA1D5CC-89EE-FB70-E5E3-2AB6C7FAD9BC}"/>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2190419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1C3954-E08D-C0C4-34A4-3B9FB1C96BE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61C27CB-8597-B94D-6127-97F60CB2AEC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75BEC8A-5FFB-60D1-2431-B9EEF685C3B6}"/>
              </a:ext>
            </a:extLst>
          </p:cNvPr>
          <p:cNvSpPr>
            <a:spLocks noGrp="1"/>
          </p:cNvSpPr>
          <p:nvPr>
            <p:ph type="dt" sz="half" idx="10"/>
          </p:nvPr>
        </p:nvSpPr>
        <p:spPr/>
        <p:txBody>
          <a:bodyPr/>
          <a:lstStyle/>
          <a:p>
            <a:fld id="{3D145F0F-ABEA-49D3-ADF5-B61D2DA89C31}" type="datetimeFigureOut">
              <a:rPr lang="es-CL" smtClean="0"/>
              <a:t>27-12-23</a:t>
            </a:fld>
            <a:endParaRPr lang="es-CL" dirty="0"/>
          </a:p>
        </p:txBody>
      </p:sp>
      <p:sp>
        <p:nvSpPr>
          <p:cNvPr id="5" name="Marcador de pie de página 4">
            <a:extLst>
              <a:ext uri="{FF2B5EF4-FFF2-40B4-BE49-F238E27FC236}">
                <a16:creationId xmlns:a16="http://schemas.microsoft.com/office/drawing/2014/main" id="{6CB54D46-FFC7-5C20-9572-D1D683C28F7D}"/>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62333834-539C-DA82-D7F0-49058031E796}"/>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3812590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F80F9AD-9429-4C8A-D0A5-AC697D8BA06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16E03D4-5500-A84F-94E1-6881B6D17ED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A9E2D71-B8F9-90F9-30EB-9A37D7CAC7D8}"/>
              </a:ext>
            </a:extLst>
          </p:cNvPr>
          <p:cNvSpPr>
            <a:spLocks noGrp="1"/>
          </p:cNvSpPr>
          <p:nvPr>
            <p:ph type="dt" sz="half" idx="10"/>
          </p:nvPr>
        </p:nvSpPr>
        <p:spPr/>
        <p:txBody>
          <a:bodyPr/>
          <a:lstStyle/>
          <a:p>
            <a:fld id="{3D145F0F-ABEA-49D3-ADF5-B61D2DA89C31}" type="datetimeFigureOut">
              <a:rPr lang="es-CL" smtClean="0"/>
              <a:t>27-12-23</a:t>
            </a:fld>
            <a:endParaRPr lang="es-CL" dirty="0"/>
          </a:p>
        </p:txBody>
      </p:sp>
      <p:sp>
        <p:nvSpPr>
          <p:cNvPr id="5" name="Marcador de pie de página 4">
            <a:extLst>
              <a:ext uri="{FF2B5EF4-FFF2-40B4-BE49-F238E27FC236}">
                <a16:creationId xmlns:a16="http://schemas.microsoft.com/office/drawing/2014/main" id="{245DE177-6D04-D67C-70D7-66FF81A59775}"/>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081985F8-DDAB-EDD0-AD88-2B10286F98EB}"/>
              </a:ext>
            </a:extLst>
          </p:cNvPr>
          <p:cNvSpPr>
            <a:spLocks noGrp="1"/>
          </p:cNvSpPr>
          <p:nvPr>
            <p:ph type="sldNum" sz="quarter" idx="12"/>
          </p:nvPr>
        </p:nvSpPr>
        <p:spPr/>
        <p:txBody>
          <a:bodyPr/>
          <a:lstStyle/>
          <a:p>
            <a:fld id="{9BCB0801-C394-46F1-BA09-9052FD73111B}" type="slidenum">
              <a:rPr lang="es-CL" smtClean="0"/>
              <a:t>‹Nº›</a:t>
            </a:fld>
            <a:endParaRPr lang="es-CL" dirty="0"/>
          </a:p>
        </p:txBody>
      </p:sp>
    </p:spTree>
    <p:extLst>
      <p:ext uri="{BB962C8B-B14F-4D97-AF65-F5344CB8AC3E}">
        <p14:creationId xmlns:p14="http://schemas.microsoft.com/office/powerpoint/2010/main" val="1334307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4E38C7D-9C94-A11F-4198-9C0EFADA73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871C6842-A6F1-C6D5-A521-2F55AA14BC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CF70EAE8-94DE-9698-372C-A87C57F8E6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145F0F-ABEA-49D3-ADF5-B61D2DA89C31}" type="datetimeFigureOut">
              <a:rPr lang="es-CL" smtClean="0"/>
              <a:t>27-12-23</a:t>
            </a:fld>
            <a:endParaRPr lang="es-CL" dirty="0"/>
          </a:p>
        </p:txBody>
      </p:sp>
      <p:sp>
        <p:nvSpPr>
          <p:cNvPr id="5" name="Marcador de pie de página 4">
            <a:extLst>
              <a:ext uri="{FF2B5EF4-FFF2-40B4-BE49-F238E27FC236}">
                <a16:creationId xmlns:a16="http://schemas.microsoft.com/office/drawing/2014/main" id="{00F8A5A3-2011-9F99-5AE3-485EAEEC41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dirty="0"/>
          </a:p>
        </p:txBody>
      </p:sp>
      <p:sp>
        <p:nvSpPr>
          <p:cNvPr id="6" name="Marcador de número de diapositiva 5">
            <a:extLst>
              <a:ext uri="{FF2B5EF4-FFF2-40B4-BE49-F238E27FC236}">
                <a16:creationId xmlns:a16="http://schemas.microsoft.com/office/drawing/2014/main" id="{CBF4D51C-BFB7-3D36-8F5D-510A333BF1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CB0801-C394-46F1-BA09-9052FD73111B}" type="slidenum">
              <a:rPr lang="es-CL" smtClean="0"/>
              <a:t>‹Nº›</a:t>
            </a:fld>
            <a:endParaRPr lang="es-CL" dirty="0"/>
          </a:p>
        </p:txBody>
      </p:sp>
    </p:spTree>
    <p:extLst>
      <p:ext uri="{BB962C8B-B14F-4D97-AF65-F5344CB8AC3E}">
        <p14:creationId xmlns:p14="http://schemas.microsoft.com/office/powerpoint/2010/main" val="823636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EAD0EB-48AF-2D94-2566-EBDA8798BE5A}"/>
              </a:ext>
            </a:extLst>
          </p:cNvPr>
          <p:cNvSpPr>
            <a:spLocks noGrp="1"/>
          </p:cNvSpPr>
          <p:nvPr>
            <p:ph type="title"/>
          </p:nvPr>
        </p:nvSpPr>
        <p:spPr>
          <a:xfrm>
            <a:off x="290710" y="66124"/>
            <a:ext cx="5989320" cy="946749"/>
          </a:xfrm>
        </p:spPr>
        <p:txBody>
          <a:bodyPr>
            <a:normAutofit fontScale="90000"/>
          </a:bodyPr>
          <a:lstStyle/>
          <a:p>
            <a:pPr algn="ctr"/>
            <a:br>
              <a:rPr lang="es-ES" sz="1800" b="0" i="0" dirty="0">
                <a:solidFill>
                  <a:srgbClr val="000000"/>
                </a:solidFill>
                <a:effectLst/>
                <a:latin typeface="Calibri" panose="020F0502020204030204" pitchFamily="34" charset="0"/>
              </a:rPr>
            </a:br>
            <a:br>
              <a:rPr lang="es-ES" sz="1800" b="0" i="0" dirty="0">
                <a:solidFill>
                  <a:srgbClr val="000000"/>
                </a:solidFill>
                <a:effectLst/>
                <a:latin typeface="Calibri" panose="020F0502020204030204" pitchFamily="34" charset="0"/>
              </a:rPr>
            </a:br>
            <a:br>
              <a:rPr lang="es-ES" sz="1800" b="0" i="0" dirty="0">
                <a:solidFill>
                  <a:srgbClr val="000000"/>
                </a:solidFill>
                <a:effectLst/>
                <a:latin typeface="Calibri" panose="020F0502020204030204" pitchFamily="34" charset="0"/>
              </a:rPr>
            </a:br>
            <a:br>
              <a:rPr lang="es-ES" sz="1800" b="0" i="0" dirty="0">
                <a:solidFill>
                  <a:srgbClr val="000000"/>
                </a:solidFill>
                <a:effectLst/>
                <a:latin typeface="Calibri" panose="020F0502020204030204" pitchFamily="34" charset="0"/>
              </a:rPr>
            </a:br>
            <a:r>
              <a:rPr lang="es-ES" sz="1800" b="0" i="0" dirty="0">
                <a:solidFill>
                  <a:srgbClr val="000000"/>
                </a:solidFill>
                <a:effectLst/>
                <a:latin typeface="Calibri" panose="020F0502020204030204" pitchFamily="34" charset="0"/>
              </a:rPr>
              <a:t>                                </a:t>
            </a:r>
            <a:br>
              <a:rPr lang="es-ES" sz="1800" b="0" i="0" dirty="0">
                <a:solidFill>
                  <a:srgbClr val="000000"/>
                </a:solidFill>
                <a:effectLst/>
                <a:latin typeface="Calibri" panose="020F0502020204030204" pitchFamily="34" charset="0"/>
              </a:rPr>
            </a:br>
            <a:r>
              <a:rPr lang="es-ES" sz="2700" b="0" i="0" dirty="0">
                <a:solidFill>
                  <a:schemeClr val="tx1">
                    <a:lumMod val="95000"/>
                    <a:lumOff val="5000"/>
                  </a:schemeClr>
                </a:solidFill>
                <a:effectLst/>
                <a:latin typeface="Arial Black" panose="020B0A04020102020204" pitchFamily="34" charset="0"/>
                <a:ea typeface="Batang" panose="02030600000101010101" pitchFamily="18" charset="-127"/>
              </a:rPr>
              <a:t>LA GEOMETRIA EN LOS ANGULO DE DIRRECCION DE UN VEHICULO</a:t>
            </a:r>
            <a:endParaRPr lang="es-CL" dirty="0">
              <a:solidFill>
                <a:schemeClr val="tx1">
                  <a:lumMod val="95000"/>
                  <a:lumOff val="5000"/>
                </a:schemeClr>
              </a:solidFill>
              <a:latin typeface="Arial Black" panose="020B0A04020102020204" pitchFamily="34" charset="0"/>
              <a:ea typeface="Batang" panose="02030600000101010101" pitchFamily="18" charset="-127"/>
            </a:endParaRPr>
          </a:p>
        </p:txBody>
      </p:sp>
      <p:pic>
        <p:nvPicPr>
          <p:cNvPr id="7" name="Marcador de contenido 6">
            <a:extLst>
              <a:ext uri="{FF2B5EF4-FFF2-40B4-BE49-F238E27FC236}">
                <a16:creationId xmlns:a16="http://schemas.microsoft.com/office/drawing/2014/main" id="{A6322CA0-8ABC-256B-1F7C-FEB6B0EDB6BA}"/>
              </a:ext>
            </a:extLst>
          </p:cNvPr>
          <p:cNvPicPr>
            <a:picLocks noGrp="1" noChangeAspect="1"/>
          </p:cNvPicPr>
          <p:nvPr>
            <p:ph idx="1"/>
          </p:nvPr>
        </p:nvPicPr>
        <p:blipFill>
          <a:blip r:embed="rId3"/>
          <a:stretch>
            <a:fillRect/>
          </a:stretch>
        </p:blipFill>
        <p:spPr>
          <a:xfrm>
            <a:off x="5631122" y="1012873"/>
            <a:ext cx="5740348" cy="4661978"/>
          </a:xfrm>
          <a:prstGeom prst="rect">
            <a:avLst/>
          </a:prstGeom>
        </p:spPr>
      </p:pic>
      <p:sp>
        <p:nvSpPr>
          <p:cNvPr id="6" name="Marcador de texto 5">
            <a:extLst>
              <a:ext uri="{FF2B5EF4-FFF2-40B4-BE49-F238E27FC236}">
                <a16:creationId xmlns:a16="http://schemas.microsoft.com/office/drawing/2014/main" id="{14707DE8-A7F0-AFD1-3FDC-C1C58A0200D4}"/>
              </a:ext>
            </a:extLst>
          </p:cNvPr>
          <p:cNvSpPr>
            <a:spLocks noGrp="1"/>
          </p:cNvSpPr>
          <p:nvPr>
            <p:ph type="body" sz="half" idx="2"/>
          </p:nvPr>
        </p:nvSpPr>
        <p:spPr>
          <a:xfrm>
            <a:off x="485617" y="2434590"/>
            <a:ext cx="4491990" cy="3811588"/>
          </a:xfrm>
        </p:spPr>
        <p:txBody>
          <a:bodyPr/>
          <a:lstStyle/>
          <a:p>
            <a:r>
              <a:rPr lang="es-ES" sz="1600" b="1" dirty="0">
                <a:latin typeface="Arial" panose="020B0604020202020204" pitchFamily="34" charset="0"/>
                <a:cs typeface="Arial" panose="020B0604020202020204" pitchFamily="34" charset="0"/>
              </a:rPr>
              <a:t>Integrantes</a:t>
            </a:r>
            <a:r>
              <a:rPr lang="es-ES" sz="1600" dirty="0">
                <a:latin typeface="Arial" panose="020B0604020202020204" pitchFamily="34" charset="0"/>
                <a:cs typeface="Arial" panose="020B0604020202020204" pitchFamily="34" charset="0"/>
              </a:rPr>
              <a:t> </a:t>
            </a:r>
            <a:r>
              <a:rPr lang="es-ES" sz="1600" b="1" dirty="0">
                <a:latin typeface="Arial" panose="020B0604020202020204" pitchFamily="34" charset="0"/>
                <a:cs typeface="Arial" panose="020B0604020202020204" pitchFamily="34" charset="0"/>
              </a:rPr>
              <a:t>:</a:t>
            </a:r>
            <a:r>
              <a:rPr lang="es-ES" sz="1600" dirty="0">
                <a:latin typeface="Arial" panose="020B0604020202020204" pitchFamily="34" charset="0"/>
                <a:cs typeface="Arial" panose="020B0604020202020204" pitchFamily="34" charset="0"/>
              </a:rPr>
              <a:t> Bastián pino, Benjamín pinto, Eliecer jara </a:t>
            </a:r>
          </a:p>
          <a:p>
            <a:r>
              <a:rPr lang="es-ES" sz="1600" dirty="0">
                <a:latin typeface="Arial" panose="020B0604020202020204" pitchFamily="34" charset="0"/>
                <a:cs typeface="Arial" panose="020B0604020202020204" pitchFamily="34" charset="0"/>
              </a:rPr>
              <a:t>             </a:t>
            </a:r>
          </a:p>
          <a:p>
            <a:r>
              <a:rPr lang="es-ES" sz="1600" b="1" dirty="0">
                <a:latin typeface="Arial" panose="020B0604020202020204" pitchFamily="34" charset="0"/>
                <a:cs typeface="Arial" panose="020B0604020202020204" pitchFamily="34" charset="0"/>
              </a:rPr>
              <a:t>Profesora </a:t>
            </a:r>
            <a:r>
              <a:rPr lang="es-ES" sz="1600" dirty="0">
                <a:latin typeface="Arial" panose="020B0604020202020204" pitchFamily="34" charset="0"/>
                <a:cs typeface="Arial" panose="020B0604020202020204" pitchFamily="34" charset="0"/>
              </a:rPr>
              <a:t> </a:t>
            </a:r>
            <a:r>
              <a:rPr lang="es-ES" sz="1600" b="1" dirty="0">
                <a:latin typeface="Arial" panose="020B0604020202020204" pitchFamily="34" charset="0"/>
                <a:cs typeface="Arial" panose="020B0604020202020204" pitchFamily="34" charset="0"/>
              </a:rPr>
              <a:t> : </a:t>
            </a:r>
            <a:r>
              <a:rPr lang="es-ES" sz="1600" dirty="0">
                <a:latin typeface="Arial" panose="020B0604020202020204" pitchFamily="34" charset="0"/>
                <a:cs typeface="Arial" panose="020B0604020202020204" pitchFamily="34" charset="0"/>
              </a:rPr>
              <a:t>Lissette Salamanca</a:t>
            </a:r>
          </a:p>
          <a:p>
            <a:endParaRPr lang="es-ES" sz="1600" dirty="0">
              <a:latin typeface="Arial" panose="020B0604020202020204" pitchFamily="34" charset="0"/>
              <a:cs typeface="Arial" panose="020B0604020202020204" pitchFamily="34" charset="0"/>
            </a:endParaRPr>
          </a:p>
          <a:p>
            <a:r>
              <a:rPr lang="es-ES" sz="1600" b="1" dirty="0">
                <a:latin typeface="Arial" panose="020B0604020202020204" pitchFamily="34" charset="0"/>
                <a:cs typeface="Arial" panose="020B0604020202020204" pitchFamily="34" charset="0"/>
              </a:rPr>
              <a:t>Asignatura</a:t>
            </a:r>
            <a:r>
              <a:rPr lang="es-ES" sz="1600" dirty="0">
                <a:latin typeface="Arial" panose="020B0604020202020204" pitchFamily="34" charset="0"/>
                <a:cs typeface="Arial" panose="020B0604020202020204" pitchFamily="34" charset="0"/>
              </a:rPr>
              <a:t>  </a:t>
            </a:r>
            <a:r>
              <a:rPr lang="es-ES" sz="1600" b="1" dirty="0">
                <a:latin typeface="Arial" panose="020B0604020202020204" pitchFamily="34" charset="0"/>
                <a:cs typeface="Arial" panose="020B0604020202020204" pitchFamily="34" charset="0"/>
              </a:rPr>
              <a:t>:</a:t>
            </a:r>
            <a:r>
              <a:rPr lang="es-ES" sz="1600" dirty="0">
                <a:latin typeface="Arial" panose="020B0604020202020204" pitchFamily="34" charset="0"/>
                <a:cs typeface="Arial" panose="020B0604020202020204" pitchFamily="34" charset="0"/>
              </a:rPr>
              <a:t> Funciones y Geometría</a:t>
            </a:r>
          </a:p>
          <a:p>
            <a:endParaRPr lang="es-ES" sz="1600" dirty="0">
              <a:latin typeface="Arial" panose="020B0604020202020204" pitchFamily="34" charset="0"/>
              <a:cs typeface="Arial" panose="020B0604020202020204" pitchFamily="34" charset="0"/>
            </a:endParaRPr>
          </a:p>
          <a:p>
            <a:r>
              <a:rPr lang="es-ES" sz="1600" b="1" dirty="0">
                <a:latin typeface="Arial" panose="020B0604020202020204" pitchFamily="34" charset="0"/>
                <a:cs typeface="Arial" panose="020B0604020202020204" pitchFamily="34" charset="0"/>
              </a:rPr>
              <a:t>Carrera</a:t>
            </a:r>
            <a:r>
              <a:rPr lang="es-ES" sz="1600" dirty="0">
                <a:latin typeface="Arial" panose="020B0604020202020204" pitchFamily="34" charset="0"/>
                <a:cs typeface="Arial" panose="020B0604020202020204" pitchFamily="34" charset="0"/>
              </a:rPr>
              <a:t>      </a:t>
            </a:r>
            <a:r>
              <a:rPr lang="es-ES" sz="1600" b="1" dirty="0">
                <a:latin typeface="Arial" panose="020B0604020202020204" pitchFamily="34" charset="0"/>
                <a:cs typeface="Arial" panose="020B0604020202020204" pitchFamily="34" charset="0"/>
              </a:rPr>
              <a:t> :</a:t>
            </a:r>
            <a:r>
              <a:rPr lang="es-ES" sz="1600" dirty="0">
                <a:latin typeface="Arial" panose="020B0604020202020204" pitchFamily="34" charset="0"/>
                <a:cs typeface="Arial" panose="020B0604020202020204" pitchFamily="34" charset="0"/>
              </a:rPr>
              <a:t> Técnico mecánica  Automotriz y     Electromovilidad</a:t>
            </a:r>
          </a:p>
          <a:p>
            <a:endParaRPr lang="es-CL" dirty="0"/>
          </a:p>
        </p:txBody>
      </p:sp>
      <p:pic>
        <p:nvPicPr>
          <p:cNvPr id="3" name="Imagen 2">
            <a:extLst>
              <a:ext uri="{FF2B5EF4-FFF2-40B4-BE49-F238E27FC236}">
                <a16:creationId xmlns:a16="http://schemas.microsoft.com/office/drawing/2014/main" id="{70950348-B643-07F1-677A-B6700D4706BD}"/>
              </a:ext>
            </a:extLst>
          </p:cNvPr>
          <p:cNvPicPr>
            <a:picLocks noChangeAspect="1"/>
          </p:cNvPicPr>
          <p:nvPr/>
        </p:nvPicPr>
        <p:blipFill>
          <a:blip r:embed="rId4"/>
          <a:stretch>
            <a:fillRect/>
          </a:stretch>
        </p:blipFill>
        <p:spPr>
          <a:xfrm>
            <a:off x="9681210" y="228600"/>
            <a:ext cx="2296568" cy="621798"/>
          </a:xfrm>
          <a:prstGeom prst="rect">
            <a:avLst/>
          </a:prstGeom>
        </p:spPr>
      </p:pic>
      <p:sp>
        <p:nvSpPr>
          <p:cNvPr id="4" name="CuadroTexto 3"/>
          <p:cNvSpPr txBox="1"/>
          <p:nvPr/>
        </p:nvSpPr>
        <p:spPr>
          <a:xfrm>
            <a:off x="845363" y="1089084"/>
            <a:ext cx="4880013" cy="369332"/>
          </a:xfrm>
          <a:prstGeom prst="rect">
            <a:avLst/>
          </a:prstGeom>
          <a:noFill/>
        </p:spPr>
        <p:txBody>
          <a:bodyPr wrap="square" rtlCol="0">
            <a:spAutoFit/>
          </a:bodyPr>
          <a:lstStyle/>
          <a:p>
            <a:pPr algn="ctr"/>
            <a:r>
              <a:rPr lang="es-CL" dirty="0">
                <a:latin typeface="Agency FB" panose="020B0503020202020204" pitchFamily="34" charset="0"/>
              </a:rPr>
              <a:t>Importancia del Angulo de las ruedas</a:t>
            </a:r>
          </a:p>
        </p:txBody>
      </p:sp>
    </p:spTree>
    <p:extLst>
      <p:ext uri="{BB962C8B-B14F-4D97-AF65-F5344CB8AC3E}">
        <p14:creationId xmlns:p14="http://schemas.microsoft.com/office/powerpoint/2010/main" val="99360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19140-C4B6-4426-7B0B-A9112C97E292}"/>
              </a:ext>
            </a:extLst>
          </p:cNvPr>
          <p:cNvSpPr>
            <a:spLocks noGrp="1"/>
          </p:cNvSpPr>
          <p:nvPr>
            <p:ph type="title"/>
          </p:nvPr>
        </p:nvSpPr>
        <p:spPr/>
        <p:txBody>
          <a:bodyPr>
            <a:normAutofit/>
          </a:bodyPr>
          <a:lstStyle/>
          <a:p>
            <a:r>
              <a:rPr lang="es-ES" sz="3600" dirty="0"/>
              <a:t> </a:t>
            </a:r>
            <a:r>
              <a:rPr lang="es-ES" sz="3600" dirty="0">
                <a:latin typeface="+mn-lt"/>
              </a:rPr>
              <a:t>Definición del proyecto</a:t>
            </a:r>
            <a:endParaRPr lang="es-CL" sz="3600" dirty="0">
              <a:latin typeface="+mn-lt"/>
            </a:endParaRPr>
          </a:p>
        </p:txBody>
      </p:sp>
      <p:sp>
        <p:nvSpPr>
          <p:cNvPr id="11" name="Marcador de contenido 10">
            <a:extLst>
              <a:ext uri="{FF2B5EF4-FFF2-40B4-BE49-F238E27FC236}">
                <a16:creationId xmlns:a16="http://schemas.microsoft.com/office/drawing/2014/main" id="{1F07EF0D-AFBB-9402-7CAF-7D556DC2F24D}"/>
              </a:ext>
            </a:extLst>
          </p:cNvPr>
          <p:cNvSpPr>
            <a:spLocks noGrp="1"/>
          </p:cNvSpPr>
          <p:nvPr>
            <p:ph idx="1"/>
          </p:nvPr>
        </p:nvSpPr>
        <p:spPr/>
        <p:txBody>
          <a:bodyPr>
            <a:normAutofit/>
          </a:bodyPr>
          <a:lstStyle/>
          <a:p>
            <a:r>
              <a:rPr lang="es-ES" sz="2000" dirty="0"/>
              <a:t>La geometría de los ángulos de la dirección automotriz constituye el elemento más importante para la correcta conducción de los vehículos, esta es el conjunto de parámetros, cotas y ángulos que determinan la posición de los componentes del sistema de dirección de ambos ejes del vehículo con respecto al pavimento y a la carrocería. La dirección ha de asegurar el movimiento del automóvil en un sentido prefijado en cualesquiera condiciones de carretera, a diferentes velocidades de la marcha.</a:t>
            </a:r>
            <a:endParaRPr lang="es-CL" sz="2000" dirty="0"/>
          </a:p>
        </p:txBody>
      </p:sp>
      <p:pic>
        <p:nvPicPr>
          <p:cNvPr id="3" name="Imagen 2">
            <a:extLst>
              <a:ext uri="{FF2B5EF4-FFF2-40B4-BE49-F238E27FC236}">
                <a16:creationId xmlns:a16="http://schemas.microsoft.com/office/drawing/2014/main" id="{4BCC821F-A25B-CCF0-DC83-66D3C9087BCF}"/>
              </a:ext>
            </a:extLst>
          </p:cNvPr>
          <p:cNvPicPr>
            <a:picLocks noChangeAspect="1"/>
          </p:cNvPicPr>
          <p:nvPr/>
        </p:nvPicPr>
        <p:blipFill>
          <a:blip r:embed="rId2"/>
          <a:stretch>
            <a:fillRect/>
          </a:stretch>
        </p:blipFill>
        <p:spPr>
          <a:xfrm>
            <a:off x="9841230" y="230188"/>
            <a:ext cx="2169920" cy="587508"/>
          </a:xfrm>
          <a:prstGeom prst="rect">
            <a:avLst/>
          </a:prstGeom>
        </p:spPr>
      </p:pic>
    </p:spTree>
    <p:extLst>
      <p:ext uri="{BB962C8B-B14F-4D97-AF65-F5344CB8AC3E}">
        <p14:creationId xmlns:p14="http://schemas.microsoft.com/office/powerpoint/2010/main" val="367334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7B8513-76B1-3793-002B-328B06334A56}"/>
              </a:ext>
            </a:extLst>
          </p:cNvPr>
          <p:cNvSpPr>
            <a:spLocks noGrp="1"/>
          </p:cNvSpPr>
          <p:nvPr>
            <p:ph type="title"/>
          </p:nvPr>
        </p:nvSpPr>
        <p:spPr>
          <a:xfrm>
            <a:off x="838200" y="365125"/>
            <a:ext cx="8728710" cy="1325563"/>
          </a:xfrm>
        </p:spPr>
        <p:txBody>
          <a:bodyPr/>
          <a:lstStyle/>
          <a:p>
            <a:r>
              <a:rPr lang="es-ES" sz="3600" dirty="0">
                <a:solidFill>
                  <a:srgbClr val="000000"/>
                </a:solidFill>
                <a:latin typeface="Calibri" panose="020F0502020204030204" pitchFamily="34" charset="0"/>
              </a:rPr>
              <a:t>Tema de investigación, nociones matemáticas y problemática a abordar</a:t>
            </a:r>
            <a:r>
              <a:rPr lang="es-ES" sz="1800" b="0" i="0" dirty="0">
                <a:solidFill>
                  <a:srgbClr val="000000"/>
                </a:solidFill>
                <a:effectLst/>
                <a:latin typeface="Calibri" panose="020F0502020204030204" pitchFamily="34" charset="0"/>
              </a:rPr>
              <a:t> </a:t>
            </a:r>
            <a:endParaRPr lang="es-CL" dirty="0"/>
          </a:p>
        </p:txBody>
      </p:sp>
      <p:sp>
        <p:nvSpPr>
          <p:cNvPr id="5" name="Marcador de contenido 4">
            <a:extLst>
              <a:ext uri="{FF2B5EF4-FFF2-40B4-BE49-F238E27FC236}">
                <a16:creationId xmlns:a16="http://schemas.microsoft.com/office/drawing/2014/main" id="{3104C1C3-5248-DD88-464D-7CBB8BB504B3}"/>
              </a:ext>
            </a:extLst>
          </p:cNvPr>
          <p:cNvSpPr>
            <a:spLocks noGrp="1"/>
          </p:cNvSpPr>
          <p:nvPr>
            <p:ph idx="1"/>
          </p:nvPr>
        </p:nvSpPr>
        <p:spPr/>
        <p:txBody>
          <a:bodyPr>
            <a:normAutofit/>
          </a:bodyPr>
          <a:lstStyle/>
          <a:p>
            <a:r>
              <a:rPr lang="es-ES" sz="2000" dirty="0"/>
              <a:t>Nuestra investigación tendrá un enfoque más concreto en los ángulos de divergencia y convergencia</a:t>
            </a:r>
          </a:p>
          <a:p>
            <a:pPr marL="0" indent="0">
              <a:buNone/>
            </a:pPr>
            <a:endParaRPr lang="es-ES" sz="2000" dirty="0"/>
          </a:p>
          <a:p>
            <a:r>
              <a:rPr lang="es-ES" sz="2000" dirty="0"/>
              <a:t>Las nociones matemáticas que implantaremos en el proyecto será la geometría </a:t>
            </a:r>
          </a:p>
          <a:p>
            <a:pPr marL="0" indent="0">
              <a:buNone/>
            </a:pPr>
            <a:endParaRPr lang="es-ES" sz="2000" dirty="0"/>
          </a:p>
          <a:p>
            <a:r>
              <a:rPr lang="es-ES" sz="2000" dirty="0"/>
              <a:t> las problemáticas que abordaremos en el proyecto serán los desajustes en los ángulos de las ruedas, veremos a fondo por qué este problema es muy frecuente en los vehículos.</a:t>
            </a:r>
            <a:endParaRPr lang="es-CL" sz="2000" dirty="0"/>
          </a:p>
        </p:txBody>
      </p:sp>
      <p:pic>
        <p:nvPicPr>
          <p:cNvPr id="3" name="Imagen 2">
            <a:extLst>
              <a:ext uri="{FF2B5EF4-FFF2-40B4-BE49-F238E27FC236}">
                <a16:creationId xmlns:a16="http://schemas.microsoft.com/office/drawing/2014/main" id="{06B2974F-8E45-0C97-BE07-7E85852216C6}"/>
              </a:ext>
            </a:extLst>
          </p:cNvPr>
          <p:cNvPicPr>
            <a:picLocks noChangeAspect="1"/>
          </p:cNvPicPr>
          <p:nvPr/>
        </p:nvPicPr>
        <p:blipFill>
          <a:blip r:embed="rId2"/>
          <a:stretch>
            <a:fillRect/>
          </a:stretch>
        </p:blipFill>
        <p:spPr>
          <a:xfrm>
            <a:off x="9464040" y="230188"/>
            <a:ext cx="2465431" cy="667518"/>
          </a:xfrm>
          <a:prstGeom prst="rect">
            <a:avLst/>
          </a:prstGeom>
        </p:spPr>
      </p:pic>
    </p:spTree>
    <p:extLst>
      <p:ext uri="{BB962C8B-B14F-4D97-AF65-F5344CB8AC3E}">
        <p14:creationId xmlns:p14="http://schemas.microsoft.com/office/powerpoint/2010/main" val="352714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sz="3600" dirty="0">
                <a:latin typeface="+mn-lt"/>
              </a:rPr>
              <a:t>Objetivos  y  preguntas  de  investigación . </a:t>
            </a:r>
            <a:br>
              <a:rPr lang="es-ES" dirty="0">
                <a:latin typeface="+mn-lt"/>
              </a:rPr>
            </a:br>
            <a:endParaRPr lang="es-ES" dirty="0">
              <a:latin typeface="+mn-lt"/>
            </a:endParaRPr>
          </a:p>
        </p:txBody>
      </p:sp>
      <p:sp>
        <p:nvSpPr>
          <p:cNvPr id="3" name="2 Marcador de contenido"/>
          <p:cNvSpPr>
            <a:spLocks noGrp="1"/>
          </p:cNvSpPr>
          <p:nvPr>
            <p:ph idx="1"/>
          </p:nvPr>
        </p:nvSpPr>
        <p:spPr/>
        <p:txBody>
          <a:bodyPr>
            <a:noAutofit/>
          </a:bodyPr>
          <a:lstStyle/>
          <a:p>
            <a:pPr marL="0" indent="0">
              <a:buNone/>
            </a:pPr>
            <a:r>
              <a:rPr lang="es-ES" sz="2000" b="1" dirty="0"/>
              <a:t>Objetivos</a:t>
            </a:r>
          </a:p>
          <a:p>
            <a:r>
              <a:rPr lang="es-ES" sz="2000" dirty="0"/>
              <a:t>Identificar los valores de los  ángulos de divergencia y convergencia  de la dirección del vehículo.  </a:t>
            </a:r>
            <a:br>
              <a:rPr lang="es-ES" sz="2000" dirty="0"/>
            </a:br>
            <a:endParaRPr lang="es-ES" sz="2000" dirty="0"/>
          </a:p>
          <a:p>
            <a:r>
              <a:rPr lang="es-ES" sz="2000" dirty="0"/>
              <a:t>Aplicar la geometría para encontrar los valores de los ángulos .</a:t>
            </a:r>
          </a:p>
          <a:p>
            <a:endParaRPr lang="es-ES" sz="2000" dirty="0"/>
          </a:p>
          <a:p>
            <a:r>
              <a:rPr lang="es-ES" sz="2000" dirty="0"/>
              <a:t>Reparar los desajustes de los ángulos basándonos en el valor nominal que indica el fabricante. </a:t>
            </a:r>
          </a:p>
          <a:p>
            <a:pPr marL="0" indent="0">
              <a:buNone/>
            </a:pPr>
            <a:r>
              <a:rPr lang="es-ES" sz="2000" b="1" dirty="0"/>
              <a:t>Preguntas de Investigación</a:t>
            </a:r>
          </a:p>
          <a:p>
            <a:r>
              <a:rPr lang="es-ES" sz="2000" dirty="0"/>
              <a:t>¿Cómo la geometría es una herramienta en el sector mecánico?</a:t>
            </a:r>
          </a:p>
          <a:p>
            <a:pPr marL="0" indent="0">
              <a:buNone/>
            </a:pPr>
            <a:endParaRPr lang="es-ES" sz="2000" dirty="0"/>
          </a:p>
          <a:p>
            <a:r>
              <a:rPr lang="es-ES" sz="2000" dirty="0"/>
              <a:t>¿de qué manera la geometría soluciona el desajuste de los ángulos de divergencia y convergencia?</a:t>
            </a:r>
          </a:p>
          <a:p>
            <a:pPr marL="0" indent="0">
              <a:buNone/>
            </a:pPr>
            <a:r>
              <a:rPr lang="es-ES" sz="2000" b="1" dirty="0"/>
              <a:t> </a:t>
            </a:r>
          </a:p>
        </p:txBody>
      </p:sp>
      <p:pic>
        <p:nvPicPr>
          <p:cNvPr id="4" name="Imagen 3">
            <a:extLst>
              <a:ext uri="{FF2B5EF4-FFF2-40B4-BE49-F238E27FC236}">
                <a16:creationId xmlns:a16="http://schemas.microsoft.com/office/drawing/2014/main" id="{4F246B04-EDA8-A066-6AA5-4F77F7FE1483}"/>
              </a:ext>
            </a:extLst>
          </p:cNvPr>
          <p:cNvPicPr>
            <a:picLocks noChangeAspect="1"/>
          </p:cNvPicPr>
          <p:nvPr/>
        </p:nvPicPr>
        <p:blipFill>
          <a:blip r:embed="rId2"/>
          <a:stretch>
            <a:fillRect/>
          </a:stretch>
        </p:blipFill>
        <p:spPr>
          <a:xfrm>
            <a:off x="9281160" y="230188"/>
            <a:ext cx="2634295" cy="713238"/>
          </a:xfrm>
          <a:prstGeom prst="rect">
            <a:avLst/>
          </a:prstGeom>
        </p:spPr>
      </p:pic>
    </p:spTree>
    <p:extLst>
      <p:ext uri="{BB962C8B-B14F-4D97-AF65-F5344CB8AC3E}">
        <p14:creationId xmlns:p14="http://schemas.microsoft.com/office/powerpoint/2010/main" val="1027910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sz="3600" dirty="0">
                <a:latin typeface="+mn-lt"/>
              </a:rPr>
              <a:t>Temas  iniciales  involucrados</a:t>
            </a:r>
          </a:p>
        </p:txBody>
      </p:sp>
      <p:sp>
        <p:nvSpPr>
          <p:cNvPr id="3" name="2 Marcador de contenido"/>
          <p:cNvSpPr>
            <a:spLocks noGrp="1"/>
          </p:cNvSpPr>
          <p:nvPr>
            <p:ph idx="1"/>
          </p:nvPr>
        </p:nvSpPr>
        <p:spPr/>
        <p:txBody>
          <a:bodyPr>
            <a:normAutofit/>
          </a:bodyPr>
          <a:lstStyle/>
          <a:p>
            <a:r>
              <a:rPr lang="es-ES" sz="1800" dirty="0"/>
              <a:t>Sistema de dirección de un vehículo.</a:t>
            </a:r>
          </a:p>
          <a:p>
            <a:endParaRPr lang="es-ES" sz="1800" dirty="0"/>
          </a:p>
          <a:p>
            <a:r>
              <a:rPr lang="es-ES" sz="1800" dirty="0"/>
              <a:t>Los ángulos de divergencia y convergencia. </a:t>
            </a:r>
          </a:p>
          <a:p>
            <a:endParaRPr lang="es-ES" sz="1800" dirty="0"/>
          </a:p>
          <a:p>
            <a:r>
              <a:rPr lang="es-ES" sz="1800" dirty="0"/>
              <a:t>Geometría.</a:t>
            </a:r>
          </a:p>
          <a:p>
            <a:endParaRPr lang="es-ES" sz="1800" dirty="0"/>
          </a:p>
          <a:p>
            <a:r>
              <a:rPr lang="es-ES" sz="1800" dirty="0"/>
              <a:t>Causa de caída y desviación de las ruedas. </a:t>
            </a:r>
          </a:p>
        </p:txBody>
      </p:sp>
      <p:pic>
        <p:nvPicPr>
          <p:cNvPr id="4" name="Imagen 3">
            <a:extLst>
              <a:ext uri="{FF2B5EF4-FFF2-40B4-BE49-F238E27FC236}">
                <a16:creationId xmlns:a16="http://schemas.microsoft.com/office/drawing/2014/main" id="{0722D029-B40F-6F30-2B7F-2D093E561857}"/>
              </a:ext>
            </a:extLst>
          </p:cNvPr>
          <p:cNvPicPr>
            <a:picLocks noChangeAspect="1"/>
          </p:cNvPicPr>
          <p:nvPr/>
        </p:nvPicPr>
        <p:blipFill>
          <a:blip r:embed="rId2"/>
          <a:stretch>
            <a:fillRect/>
          </a:stretch>
        </p:blipFill>
        <p:spPr>
          <a:xfrm>
            <a:off x="9174700" y="230188"/>
            <a:ext cx="2822601" cy="764222"/>
          </a:xfrm>
          <a:prstGeom prst="rect">
            <a:avLst/>
          </a:prstGeom>
        </p:spPr>
      </p:pic>
    </p:spTree>
    <p:extLst>
      <p:ext uri="{BB962C8B-B14F-4D97-AF65-F5344CB8AC3E}">
        <p14:creationId xmlns:p14="http://schemas.microsoft.com/office/powerpoint/2010/main" val="1029985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966DE0-4CCA-4734-6CAC-D581B009E412}"/>
              </a:ext>
            </a:extLst>
          </p:cNvPr>
          <p:cNvSpPr>
            <a:spLocks noGrp="1"/>
          </p:cNvSpPr>
          <p:nvPr>
            <p:ph type="title"/>
          </p:nvPr>
        </p:nvSpPr>
        <p:spPr/>
        <p:txBody>
          <a:bodyPr/>
          <a:lstStyle/>
          <a:p>
            <a:r>
              <a:rPr lang="es-MX" dirty="0"/>
              <a:t>Nociones matemáticas del Proyecto</a:t>
            </a:r>
            <a:endParaRPr lang="es-CL" dirty="0"/>
          </a:p>
        </p:txBody>
      </p:sp>
      <p:sp>
        <p:nvSpPr>
          <p:cNvPr id="3" name="Marcador de contenido 2">
            <a:extLst>
              <a:ext uri="{FF2B5EF4-FFF2-40B4-BE49-F238E27FC236}">
                <a16:creationId xmlns:a16="http://schemas.microsoft.com/office/drawing/2014/main" id="{91F726EC-B2AF-AF93-24D3-6998E1609CB8}"/>
              </a:ext>
            </a:extLst>
          </p:cNvPr>
          <p:cNvSpPr>
            <a:spLocks noGrp="1"/>
          </p:cNvSpPr>
          <p:nvPr>
            <p:ph idx="1"/>
          </p:nvPr>
        </p:nvSpPr>
        <p:spPr/>
        <p:txBody>
          <a:bodyPr>
            <a:noAutofit/>
          </a:bodyPr>
          <a:lstStyle/>
          <a:p>
            <a:pPr algn="just">
              <a:lnSpc>
                <a:spcPct val="150000"/>
              </a:lnSpc>
            </a:pPr>
            <a:r>
              <a:rPr lang="es-MX" sz="1800" dirty="0"/>
              <a:t>En los vehículos y las ruedas, las nociones matemáticas relacionadas con los ángulos suelen referirse a la geometría y alineación en las ruedas tales como</a:t>
            </a:r>
          </a:p>
          <a:p>
            <a:pPr marL="0" indent="0" algn="just">
              <a:lnSpc>
                <a:spcPct val="150000"/>
              </a:lnSpc>
              <a:buNone/>
            </a:pPr>
            <a:r>
              <a:rPr lang="es-MX" sz="1800" dirty="0"/>
              <a:t>-Angulo de inclinación Camber)</a:t>
            </a:r>
          </a:p>
          <a:p>
            <a:pPr marL="0" indent="0" algn="just">
              <a:lnSpc>
                <a:spcPct val="150000"/>
              </a:lnSpc>
              <a:buNone/>
            </a:pPr>
            <a:r>
              <a:rPr lang="es-MX" sz="1800" dirty="0"/>
              <a:t>- Angulo de Avance(toe-in y toe-</a:t>
            </a:r>
            <a:r>
              <a:rPr lang="es-MX" sz="1800" dirty="0" err="1"/>
              <a:t>out</a:t>
            </a:r>
            <a:r>
              <a:rPr lang="es-MX" sz="1800" dirty="0"/>
              <a:t>)</a:t>
            </a:r>
          </a:p>
          <a:p>
            <a:pPr marL="0" indent="0" algn="just">
              <a:lnSpc>
                <a:spcPct val="150000"/>
              </a:lnSpc>
              <a:buNone/>
            </a:pPr>
            <a:r>
              <a:rPr lang="es-MX" sz="1800" dirty="0"/>
              <a:t>-Angulo Caster</a:t>
            </a:r>
          </a:p>
          <a:p>
            <a:pPr marL="0" indent="0" algn="just">
              <a:lnSpc>
                <a:spcPct val="150000"/>
              </a:lnSpc>
              <a:buNone/>
            </a:pPr>
            <a:r>
              <a:rPr lang="es-MX" sz="1800" dirty="0"/>
              <a:t>-Convergencia y divergencia</a:t>
            </a:r>
            <a:endParaRPr lang="es-CL" sz="1800" dirty="0"/>
          </a:p>
        </p:txBody>
      </p:sp>
    </p:spTree>
    <p:extLst>
      <p:ext uri="{BB962C8B-B14F-4D97-AF65-F5344CB8AC3E}">
        <p14:creationId xmlns:p14="http://schemas.microsoft.com/office/powerpoint/2010/main" val="3363411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229C2F-66C1-3CB8-CE78-C6C6B66EE4F0}"/>
              </a:ext>
            </a:extLst>
          </p:cNvPr>
          <p:cNvSpPr>
            <a:spLocks noGrp="1"/>
          </p:cNvSpPr>
          <p:nvPr>
            <p:ph type="title"/>
          </p:nvPr>
        </p:nvSpPr>
        <p:spPr/>
        <p:txBody>
          <a:bodyPr/>
          <a:lstStyle/>
          <a:p>
            <a:r>
              <a:rPr lang="es-MX" dirty="0"/>
              <a:t>Objetivo del Proyecto</a:t>
            </a:r>
            <a:endParaRPr lang="es-CL" dirty="0"/>
          </a:p>
        </p:txBody>
      </p:sp>
      <p:sp>
        <p:nvSpPr>
          <p:cNvPr id="3" name="Marcador de contenido 2">
            <a:extLst>
              <a:ext uri="{FF2B5EF4-FFF2-40B4-BE49-F238E27FC236}">
                <a16:creationId xmlns:a16="http://schemas.microsoft.com/office/drawing/2014/main" id="{9CFA5230-FFA9-DA63-3BA0-39F197559CF1}"/>
              </a:ext>
            </a:extLst>
          </p:cNvPr>
          <p:cNvSpPr>
            <a:spLocks noGrp="1"/>
          </p:cNvSpPr>
          <p:nvPr>
            <p:ph idx="1"/>
          </p:nvPr>
        </p:nvSpPr>
        <p:spPr/>
        <p:txBody>
          <a:bodyPr>
            <a:normAutofit/>
          </a:bodyPr>
          <a:lstStyle/>
          <a:p>
            <a:r>
              <a:rPr lang="es-MX" sz="2000" dirty="0"/>
              <a:t>El objetivo principal de ajustar los ángulos de las ruedas en un vehículo, también para optimizar el rendimiento, estabilidad y seguridad del vehículo.</a:t>
            </a:r>
          </a:p>
          <a:p>
            <a:r>
              <a:rPr lang="es-MX" sz="2000" dirty="0"/>
              <a:t>Concientizar el arreglo de su vehículo, La alineación de las ruedas es un aspecto crucial del mantenimiento del vehículo</a:t>
            </a:r>
            <a:endParaRPr lang="es-CL" sz="2000" dirty="0"/>
          </a:p>
        </p:txBody>
      </p:sp>
    </p:spTree>
    <p:extLst>
      <p:ext uri="{BB962C8B-B14F-4D97-AF65-F5344CB8AC3E}">
        <p14:creationId xmlns:p14="http://schemas.microsoft.com/office/powerpoint/2010/main" val="1422296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0593AE9-C5F6-78EF-33C7-AB4011B1A137}"/>
              </a:ext>
            </a:extLst>
          </p:cNvPr>
          <p:cNvSpPr>
            <a:spLocks noGrp="1"/>
          </p:cNvSpPr>
          <p:nvPr>
            <p:ph type="title"/>
          </p:nvPr>
        </p:nvSpPr>
        <p:spPr>
          <a:xfrm>
            <a:off x="640080" y="325369"/>
            <a:ext cx="4368602" cy="1956841"/>
          </a:xfrm>
        </p:spPr>
        <p:txBody>
          <a:bodyPr anchor="b">
            <a:normAutofit/>
          </a:bodyPr>
          <a:lstStyle/>
          <a:p>
            <a:r>
              <a:rPr lang="en-US" sz="3400"/>
              <a:t>La necesidad de incorporar herramientas tecnologicas </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93E0A59-DCD5-F388-0A12-56311A3E83DD}"/>
              </a:ext>
            </a:extLst>
          </p:cNvPr>
          <p:cNvSpPr>
            <a:spLocks noGrp="1"/>
          </p:cNvSpPr>
          <p:nvPr>
            <p:ph idx="1"/>
          </p:nvPr>
        </p:nvSpPr>
        <p:spPr>
          <a:xfrm>
            <a:off x="640080" y="2872899"/>
            <a:ext cx="4243589" cy="3320668"/>
          </a:xfrm>
        </p:spPr>
        <p:txBody>
          <a:bodyPr>
            <a:normAutofit lnSpcReduction="10000"/>
          </a:bodyPr>
          <a:lstStyle/>
          <a:p>
            <a:pPr algn="just">
              <a:lnSpc>
                <a:spcPct val="150000"/>
              </a:lnSpc>
            </a:pPr>
            <a:r>
              <a:rPr lang="es-419" sz="1600" b="0" i="0" dirty="0">
                <a:solidFill>
                  <a:srgbClr val="000000"/>
                </a:solidFill>
                <a:effectLst/>
                <a:latin typeface="Tahoma" panose="020B0604030504040204" pitchFamily="34" charset="0"/>
              </a:rPr>
              <a:t>La necesidad de tener herramientas tecnológicas, estas máquinas alineadoras y de cuadraje se encargan de hacer los cálculos y contener todas las especificaciones de cada vehículo indicado por sus fabricantes, además de herramientas básicas para poder regular las deferentes piezas del Sistema de dirección</a:t>
            </a:r>
            <a:endParaRPr lang="en-US" sz="2200" dirty="0"/>
          </a:p>
        </p:txBody>
      </p:sp>
      <p:pic>
        <p:nvPicPr>
          <p:cNvPr id="5" name="Imagen 4" descr="Texto, Pizarra&#10;&#10;Descripción generada automáticamente">
            <a:extLst>
              <a:ext uri="{FF2B5EF4-FFF2-40B4-BE49-F238E27FC236}">
                <a16:creationId xmlns:a16="http://schemas.microsoft.com/office/drawing/2014/main" id="{C598EB32-84B7-4C16-0B15-F34989561834}"/>
              </a:ext>
            </a:extLst>
          </p:cNvPr>
          <p:cNvPicPr>
            <a:picLocks noChangeAspect="1"/>
          </p:cNvPicPr>
          <p:nvPr/>
        </p:nvPicPr>
        <p:blipFill rotWithShape="1">
          <a:blip r:embed="rId2">
            <a:extLst>
              <a:ext uri="{28A0092B-C50C-407E-A947-70E740481C1C}">
                <a14:useLocalDpi xmlns:a14="http://schemas.microsoft.com/office/drawing/2010/main" val="0"/>
              </a:ext>
            </a:extLst>
          </a:blip>
          <a:srcRect t="30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205513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36F041-935F-D224-E870-B67E3AF9BF3A}"/>
              </a:ext>
            </a:extLst>
          </p:cNvPr>
          <p:cNvSpPr>
            <a:spLocks noGrp="1"/>
          </p:cNvSpPr>
          <p:nvPr>
            <p:ph type="title"/>
          </p:nvPr>
        </p:nvSpPr>
        <p:spPr/>
        <p:txBody>
          <a:bodyPr>
            <a:normAutofit fontScale="90000"/>
          </a:bodyPr>
          <a:lstStyle/>
          <a:p>
            <a:r>
              <a:rPr lang="es-ES" sz="4000" dirty="0"/>
              <a:t>¿Cómo la geometría es una herramienta en el sector mecánico?</a:t>
            </a:r>
            <a:br>
              <a:rPr lang="es-ES" sz="4400" dirty="0"/>
            </a:br>
            <a:endParaRPr lang="en-US" dirty="0"/>
          </a:p>
        </p:txBody>
      </p:sp>
      <p:sp>
        <p:nvSpPr>
          <p:cNvPr id="3" name="Marcador de contenido 2">
            <a:extLst>
              <a:ext uri="{FF2B5EF4-FFF2-40B4-BE49-F238E27FC236}">
                <a16:creationId xmlns:a16="http://schemas.microsoft.com/office/drawing/2014/main" id="{5894209D-4FF8-73C1-BB34-AF13CCF0B0EF}"/>
              </a:ext>
            </a:extLst>
          </p:cNvPr>
          <p:cNvSpPr>
            <a:spLocks noGrp="1"/>
          </p:cNvSpPr>
          <p:nvPr>
            <p:ph idx="1"/>
          </p:nvPr>
        </p:nvSpPr>
        <p:spPr>
          <a:xfrm>
            <a:off x="838200" y="1835784"/>
            <a:ext cx="10515600" cy="4910455"/>
          </a:xfrm>
        </p:spPr>
        <p:txBody>
          <a:bodyPr>
            <a:noAutofit/>
          </a:bodyPr>
          <a:lstStyle/>
          <a:p>
            <a:pPr algn="just">
              <a:lnSpc>
                <a:spcPct val="150000"/>
              </a:lnSpc>
            </a:pPr>
            <a:r>
              <a:rPr lang="es-ES" sz="1800" dirty="0"/>
              <a:t> </a:t>
            </a:r>
            <a:r>
              <a:rPr lang="es-ES" sz="2000" dirty="0"/>
              <a:t>la geometría es una herramienta esencial en el sector mecánico, ya que permite definir, analizar y optimizar las formas y dimensiones de los componentes, garantizando un rendimiento eficiente y preciso de los sistemas mecánicos tales como.</a:t>
            </a:r>
          </a:p>
          <a:p>
            <a:pPr algn="just">
              <a:lnSpc>
                <a:spcPct val="150000"/>
              </a:lnSpc>
            </a:pPr>
            <a:r>
              <a:rPr lang="en-US" sz="2000" i="0" dirty="0">
                <a:effectLst/>
              </a:rPr>
              <a:t>Diseño de </a:t>
            </a:r>
            <a:r>
              <a:rPr lang="es-CL" sz="2000" i="0" dirty="0">
                <a:effectLst/>
              </a:rPr>
              <a:t>Componentes</a:t>
            </a:r>
            <a:r>
              <a:rPr lang="en-US" sz="2000" i="0" dirty="0">
                <a:effectLst/>
              </a:rPr>
              <a:t> </a:t>
            </a:r>
            <a:r>
              <a:rPr lang="es-CL" sz="2000" i="0" dirty="0">
                <a:effectLst/>
              </a:rPr>
              <a:t>Mecánicos</a:t>
            </a:r>
            <a:r>
              <a:rPr lang="en-US" sz="2000" dirty="0"/>
              <a:t>                                - </a:t>
            </a:r>
            <a:r>
              <a:rPr lang="en-US" sz="2000" i="0" dirty="0">
                <a:effectLst/>
              </a:rPr>
              <a:t>Tolerancias Dimensionales y Ge</a:t>
            </a:r>
          </a:p>
          <a:p>
            <a:pPr algn="just">
              <a:lnSpc>
                <a:spcPct val="150000"/>
              </a:lnSpc>
            </a:pPr>
            <a:r>
              <a:rPr lang="es-ES" sz="2000" i="0" dirty="0">
                <a:effectLst/>
              </a:rPr>
              <a:t>Análisis de Esfuerzos y Deformaciones</a:t>
            </a:r>
            <a:r>
              <a:rPr lang="en-US" sz="2000" i="0" dirty="0">
                <a:effectLst/>
              </a:rPr>
              <a:t>ométrica            - Dinámica y Cinemática</a:t>
            </a:r>
            <a:endParaRPr lang="en-US" sz="2000" dirty="0"/>
          </a:p>
          <a:p>
            <a:pPr algn="just">
              <a:lnSpc>
                <a:spcPct val="150000"/>
              </a:lnSpc>
            </a:pPr>
            <a:r>
              <a:rPr lang="es-ES" sz="2000" i="0" dirty="0">
                <a:effectLst/>
              </a:rPr>
              <a:t>Diseño de Engranajes y Mecanismos</a:t>
            </a:r>
            <a:r>
              <a:rPr lang="en-US" sz="2000" dirty="0"/>
              <a:t>                               - </a:t>
            </a:r>
            <a:r>
              <a:rPr lang="en-US" sz="2000" i="0" dirty="0">
                <a:effectLst/>
              </a:rPr>
              <a:t>Modelado y Simulación</a:t>
            </a:r>
          </a:p>
          <a:p>
            <a:pPr algn="just">
              <a:lnSpc>
                <a:spcPct val="150000"/>
              </a:lnSpc>
            </a:pPr>
            <a:r>
              <a:rPr lang="es-ES" sz="2000" i="0" dirty="0">
                <a:effectLst/>
              </a:rPr>
              <a:t>Metrología y Control de Calidad                                       - </a:t>
            </a:r>
            <a:r>
              <a:rPr lang="en-US" sz="2000" i="0" dirty="0">
                <a:effectLst/>
              </a:rPr>
              <a:t>Optimización de Estructuras</a:t>
            </a:r>
            <a:endParaRPr lang="en-US" sz="2000" dirty="0"/>
          </a:p>
        </p:txBody>
      </p:sp>
    </p:spTree>
    <p:extLst>
      <p:ext uri="{BB962C8B-B14F-4D97-AF65-F5344CB8AC3E}">
        <p14:creationId xmlns:p14="http://schemas.microsoft.com/office/powerpoint/2010/main" val="2411398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73D078-DB49-60E1-B336-8D284D8F6DDA}"/>
              </a:ext>
            </a:extLst>
          </p:cNvPr>
          <p:cNvSpPr>
            <a:spLocks noGrp="1"/>
          </p:cNvSpPr>
          <p:nvPr>
            <p:ph type="title"/>
          </p:nvPr>
        </p:nvSpPr>
        <p:spPr>
          <a:xfrm>
            <a:off x="838200" y="913765"/>
            <a:ext cx="10515600" cy="1325563"/>
          </a:xfrm>
        </p:spPr>
        <p:txBody>
          <a:bodyPr>
            <a:normAutofit fontScale="90000"/>
          </a:bodyPr>
          <a:lstStyle/>
          <a:p>
            <a:r>
              <a:rPr lang="es-ES" sz="4000" dirty="0"/>
              <a:t>¿de qué manera la geometría soluciona el desajuste de los ángulos de divergencia y convergencia?</a:t>
            </a:r>
            <a:br>
              <a:rPr lang="es-ES" sz="4400" dirty="0"/>
            </a:br>
            <a:r>
              <a:rPr lang="es-ES" sz="4400" b="1" dirty="0"/>
              <a:t> </a:t>
            </a:r>
            <a:br>
              <a:rPr lang="es-ES" sz="4400" b="1" dirty="0"/>
            </a:br>
            <a:endParaRPr lang="en-US" dirty="0"/>
          </a:p>
        </p:txBody>
      </p:sp>
      <p:sp>
        <p:nvSpPr>
          <p:cNvPr id="3" name="Marcador de contenido 2">
            <a:extLst>
              <a:ext uri="{FF2B5EF4-FFF2-40B4-BE49-F238E27FC236}">
                <a16:creationId xmlns:a16="http://schemas.microsoft.com/office/drawing/2014/main" id="{7FB5D99E-D1A4-3B79-F684-CF2904BECDF5}"/>
              </a:ext>
            </a:extLst>
          </p:cNvPr>
          <p:cNvSpPr>
            <a:spLocks noGrp="1"/>
          </p:cNvSpPr>
          <p:nvPr>
            <p:ph idx="1"/>
          </p:nvPr>
        </p:nvSpPr>
        <p:spPr/>
        <p:txBody>
          <a:bodyPr>
            <a:normAutofit/>
          </a:bodyPr>
          <a:lstStyle/>
          <a:p>
            <a:pPr algn="just">
              <a:lnSpc>
                <a:spcPct val="150000"/>
              </a:lnSpc>
            </a:pPr>
            <a:r>
              <a:rPr lang="es-ES" sz="2000" dirty="0"/>
              <a:t>La geometría en sí misma no resuelve directamente desajustes de ángulos de convergencia y divergencia. Sin embargo, en el contexto de la geometría óptica, se pueden aplicar principios geométricos para entender y corregir problemas relacionados con la formación de imágenes en sistemas ópticos, como lentes y espejos. La ley de reflexión y la ley de refracción son ejemplos de principios geométricos utilizados en este ámbito. La corrección de desajustes puede requerir ajustes en la forma y posición de los elementos ópticos para abordar aberraciones ópticas. En resumen, la geometría óptica emplea principios geométricos para resolver problemas específicos asociados con la convergencia y divergencia de rayos de luz en sistemas ópticos.</a:t>
            </a:r>
            <a:endParaRPr lang="en-US" sz="2000" dirty="0"/>
          </a:p>
        </p:txBody>
      </p:sp>
    </p:spTree>
    <p:extLst>
      <p:ext uri="{BB962C8B-B14F-4D97-AF65-F5344CB8AC3E}">
        <p14:creationId xmlns:p14="http://schemas.microsoft.com/office/powerpoint/2010/main" val="925346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2AE2C8-6EA5-B0F1-4604-BB96CE6708D7}"/>
              </a:ext>
            </a:extLst>
          </p:cNvPr>
          <p:cNvSpPr>
            <a:spLocks noGrp="1"/>
          </p:cNvSpPr>
          <p:nvPr>
            <p:ph type="title"/>
          </p:nvPr>
        </p:nvSpPr>
        <p:spPr/>
        <p:txBody>
          <a:bodyPr/>
          <a:lstStyle/>
          <a:p>
            <a:r>
              <a:rPr lang="en-US" dirty="0"/>
              <a:t>¿Como se Alinea un vehiculo?</a:t>
            </a:r>
          </a:p>
        </p:txBody>
      </p:sp>
      <p:sp>
        <p:nvSpPr>
          <p:cNvPr id="3" name="Marcador de contenido 2">
            <a:extLst>
              <a:ext uri="{FF2B5EF4-FFF2-40B4-BE49-F238E27FC236}">
                <a16:creationId xmlns:a16="http://schemas.microsoft.com/office/drawing/2014/main" id="{C1EA989A-B0A0-ECEF-C944-B457980F4D10}"/>
              </a:ext>
            </a:extLst>
          </p:cNvPr>
          <p:cNvSpPr>
            <a:spLocks noGrp="1"/>
          </p:cNvSpPr>
          <p:nvPr>
            <p:ph idx="1"/>
          </p:nvPr>
        </p:nvSpPr>
        <p:spPr/>
        <p:txBody>
          <a:bodyPr>
            <a:normAutofit/>
          </a:bodyPr>
          <a:lstStyle/>
          <a:p>
            <a:pPr algn="just">
              <a:lnSpc>
                <a:spcPct val="150000"/>
              </a:lnSpc>
            </a:pPr>
            <a:r>
              <a:rPr lang="es-419" sz="2000" dirty="0"/>
              <a:t>En la mayoría de los casos los talleres más especializados tienen máquinas alineadoras y cuadraje, ya que las máquinas se encargan de dar todos los datos al mecánico para que pueda alinear y cuadrar con las especificaciones del fabricante en otros talleres utilizan un método ortodoxo que es más al ojo, donde el mecánico decide si está alineado, esto se hace con un hilo con un nudo en el medio</a:t>
            </a:r>
            <a:endParaRPr lang="en-US" sz="2000" dirty="0"/>
          </a:p>
        </p:txBody>
      </p:sp>
    </p:spTree>
    <p:extLst>
      <p:ext uri="{BB962C8B-B14F-4D97-AF65-F5344CB8AC3E}">
        <p14:creationId xmlns:p14="http://schemas.microsoft.com/office/powerpoint/2010/main" val="2500615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12">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14">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16">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18">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20">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Isosceles Triangle 22">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Isosceles Triangle 24">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a 1"/>
          <p:cNvGraphicFramePr>
            <a:graphicFrameLocks noGrp="1"/>
          </p:cNvGraphicFramePr>
          <p:nvPr>
            <p:extLst>
              <p:ext uri="{D42A27DB-BD31-4B8C-83A1-F6EECF244321}">
                <p14:modId xmlns:p14="http://schemas.microsoft.com/office/powerpoint/2010/main" val="1673252550"/>
              </p:ext>
            </p:extLst>
          </p:nvPr>
        </p:nvGraphicFramePr>
        <p:xfrm>
          <a:off x="1013794" y="1298709"/>
          <a:ext cx="9760527" cy="5405169"/>
        </p:xfrm>
        <a:graphic>
          <a:graphicData uri="http://schemas.openxmlformats.org/drawingml/2006/table">
            <a:tbl>
              <a:tblPr firstRow="1" bandRow="1">
                <a:tableStyleId>{5C22544A-7EE6-4342-B048-85BDC9FD1C3A}</a:tableStyleId>
              </a:tblPr>
              <a:tblGrid>
                <a:gridCol w="1494423">
                  <a:extLst>
                    <a:ext uri="{9D8B030D-6E8A-4147-A177-3AD203B41FA5}">
                      <a16:colId xmlns:a16="http://schemas.microsoft.com/office/drawing/2014/main" val="3517763732"/>
                    </a:ext>
                  </a:extLst>
                </a:gridCol>
                <a:gridCol w="3385840">
                  <a:extLst>
                    <a:ext uri="{9D8B030D-6E8A-4147-A177-3AD203B41FA5}">
                      <a16:colId xmlns:a16="http://schemas.microsoft.com/office/drawing/2014/main" val="1359091460"/>
                    </a:ext>
                  </a:extLst>
                </a:gridCol>
                <a:gridCol w="2440132">
                  <a:extLst>
                    <a:ext uri="{9D8B030D-6E8A-4147-A177-3AD203B41FA5}">
                      <a16:colId xmlns:a16="http://schemas.microsoft.com/office/drawing/2014/main" val="2355714268"/>
                    </a:ext>
                  </a:extLst>
                </a:gridCol>
                <a:gridCol w="2440132">
                  <a:extLst>
                    <a:ext uri="{9D8B030D-6E8A-4147-A177-3AD203B41FA5}">
                      <a16:colId xmlns:a16="http://schemas.microsoft.com/office/drawing/2014/main" val="3699282299"/>
                    </a:ext>
                  </a:extLst>
                </a:gridCol>
              </a:tblGrid>
              <a:tr h="691093">
                <a:tc>
                  <a:txBody>
                    <a:bodyPr/>
                    <a:lstStyle/>
                    <a:p>
                      <a:r>
                        <a:rPr lang="es-CL" dirty="0"/>
                        <a:t>Fecha</a:t>
                      </a:r>
                    </a:p>
                  </a:txBody>
                  <a:tcPr/>
                </a:tc>
                <a:tc>
                  <a:txBody>
                    <a:bodyPr/>
                    <a:lstStyle/>
                    <a:p>
                      <a:r>
                        <a:rPr lang="es-CL" dirty="0"/>
                        <a:t>Detalles / acción / tarea</a:t>
                      </a:r>
                    </a:p>
                  </a:txBody>
                  <a:tcPr/>
                </a:tc>
                <a:tc>
                  <a:txBody>
                    <a:bodyPr/>
                    <a:lstStyle/>
                    <a:p>
                      <a:r>
                        <a:rPr lang="es-CL" dirty="0"/>
                        <a:t>responsables</a:t>
                      </a:r>
                    </a:p>
                  </a:txBody>
                  <a:tcPr/>
                </a:tc>
                <a:tc>
                  <a:txBody>
                    <a:bodyPr/>
                    <a:lstStyle/>
                    <a:p>
                      <a:r>
                        <a:rPr lang="es-CL" dirty="0"/>
                        <a:t>Observaciones </a:t>
                      </a:r>
                    </a:p>
                  </a:txBody>
                  <a:tcPr/>
                </a:tc>
                <a:extLst>
                  <a:ext uri="{0D108BD9-81ED-4DB2-BD59-A6C34878D82A}">
                    <a16:rowId xmlns:a16="http://schemas.microsoft.com/office/drawing/2014/main" val="241521211"/>
                  </a:ext>
                </a:extLst>
              </a:tr>
              <a:tr h="652739">
                <a:tc>
                  <a:txBody>
                    <a:bodyPr/>
                    <a:lstStyle/>
                    <a:p>
                      <a:pPr algn="ctr"/>
                      <a:r>
                        <a:rPr lang="es-CL" dirty="0"/>
                        <a:t>08/11/2023</a:t>
                      </a:r>
                    </a:p>
                  </a:txBody>
                  <a:tcPr/>
                </a:tc>
                <a:tc>
                  <a:txBody>
                    <a:bodyPr/>
                    <a:lstStyle/>
                    <a:p>
                      <a:pPr algn="ctr"/>
                      <a:r>
                        <a:rPr lang="es-CL" dirty="0"/>
                        <a:t>Planificación organización de la etapa 1  </a:t>
                      </a:r>
                    </a:p>
                  </a:txBody>
                  <a:tcPr/>
                </a:tc>
                <a:tc>
                  <a:txBody>
                    <a:bodyPr/>
                    <a:lstStyle/>
                    <a:p>
                      <a:pPr algn="ctr"/>
                      <a:r>
                        <a:rPr lang="es-CL" dirty="0"/>
                        <a:t>Bastián Pino,</a:t>
                      </a:r>
                      <a:r>
                        <a:rPr lang="es-CL" baseline="0" dirty="0"/>
                        <a:t> Benjamín Pinto y Eliecer Jara </a:t>
                      </a:r>
                      <a:endParaRPr lang="es-CL" dirty="0"/>
                    </a:p>
                  </a:txBody>
                  <a:tcPr/>
                </a:tc>
                <a:tc>
                  <a:txBody>
                    <a:bodyPr/>
                    <a:lstStyle/>
                    <a:p>
                      <a:pPr algn="ctr"/>
                      <a:r>
                        <a:rPr lang="es-CL" dirty="0"/>
                        <a:t>Desarrollamos la etapa 1 en conjunto dando ideas para un buen desarrollo </a:t>
                      </a:r>
                    </a:p>
                  </a:txBody>
                  <a:tcPr/>
                </a:tc>
                <a:extLst>
                  <a:ext uri="{0D108BD9-81ED-4DB2-BD59-A6C34878D82A}">
                    <a16:rowId xmlns:a16="http://schemas.microsoft.com/office/drawing/2014/main" val="2214330546"/>
                  </a:ext>
                </a:extLst>
              </a:tr>
              <a:tr h="652739">
                <a:tc>
                  <a:txBody>
                    <a:bodyPr/>
                    <a:lstStyle/>
                    <a:p>
                      <a:pPr algn="ctr"/>
                      <a:r>
                        <a:rPr lang="es-CL" dirty="0"/>
                        <a:t>17/11/2023</a:t>
                      </a:r>
                    </a:p>
                  </a:txBody>
                  <a:tcPr/>
                </a:tc>
                <a:tc>
                  <a:txBody>
                    <a:bodyPr/>
                    <a:lstStyle/>
                    <a:p>
                      <a:pPr algn="ctr"/>
                      <a:r>
                        <a:rPr lang="es-CL" dirty="0"/>
                        <a:t>Entrega etapa</a:t>
                      </a:r>
                      <a:r>
                        <a:rPr lang="es-CL" baseline="0" dirty="0"/>
                        <a:t> 1</a:t>
                      </a:r>
                      <a:endParaRPr lang="es-CL" dirty="0"/>
                    </a:p>
                  </a:txBody>
                  <a:tcPr/>
                </a:tc>
                <a:tc>
                  <a:txBody>
                    <a:bodyPr/>
                    <a:lstStyle/>
                    <a:p>
                      <a:pPr algn="ctr"/>
                      <a:r>
                        <a:rPr lang="es-CL" dirty="0"/>
                        <a:t>Eliecer Jara </a:t>
                      </a:r>
                    </a:p>
                  </a:txBody>
                  <a:tcPr/>
                </a:tc>
                <a:tc>
                  <a:txBody>
                    <a:bodyPr/>
                    <a:lstStyle/>
                    <a:p>
                      <a:pPr algn="ctr"/>
                      <a:r>
                        <a:rPr lang="es-CL" dirty="0"/>
                        <a:t>La etapa 1</a:t>
                      </a:r>
                      <a:r>
                        <a:rPr lang="es-CL" baseline="0" dirty="0"/>
                        <a:t> fue subida a la plataforma de Inacap</a:t>
                      </a:r>
                      <a:endParaRPr lang="es-CL" dirty="0"/>
                    </a:p>
                  </a:txBody>
                  <a:tcPr/>
                </a:tc>
                <a:extLst>
                  <a:ext uri="{0D108BD9-81ED-4DB2-BD59-A6C34878D82A}">
                    <a16:rowId xmlns:a16="http://schemas.microsoft.com/office/drawing/2014/main" val="2159640964"/>
                  </a:ext>
                </a:extLst>
              </a:tr>
              <a:tr h="652739">
                <a:tc>
                  <a:txBody>
                    <a:bodyPr/>
                    <a:lstStyle/>
                    <a:p>
                      <a:pPr algn="ctr"/>
                      <a:r>
                        <a:rPr lang="es-CL" dirty="0"/>
                        <a:t>30/11/2023</a:t>
                      </a:r>
                    </a:p>
                  </a:txBody>
                  <a:tcPr/>
                </a:tc>
                <a:tc>
                  <a:txBody>
                    <a:bodyPr/>
                    <a:lstStyle/>
                    <a:p>
                      <a:pPr algn="ctr"/>
                      <a:r>
                        <a:rPr lang="es-CL" dirty="0"/>
                        <a:t>Agregamos a la etapa 1 las presentaciones 7, 8, 9 y 10 </a:t>
                      </a:r>
                    </a:p>
                  </a:txBody>
                  <a:tcPr/>
                </a:tc>
                <a:tc>
                  <a:txBody>
                    <a:bodyPr/>
                    <a:lstStyle/>
                    <a:p>
                      <a:pPr algn="ctr"/>
                      <a:r>
                        <a:rPr lang="es-CL" dirty="0"/>
                        <a:t>Bastián pino,</a:t>
                      </a:r>
                      <a:r>
                        <a:rPr lang="es-CL" baseline="0" dirty="0"/>
                        <a:t> Benjamín Pinto y Eliecer Jara </a:t>
                      </a:r>
                      <a:endParaRPr lang="es-CL" dirty="0"/>
                    </a:p>
                  </a:txBody>
                  <a:tcPr/>
                </a:tc>
                <a:tc>
                  <a:txBody>
                    <a:bodyPr/>
                    <a:lstStyle/>
                    <a:p>
                      <a:pPr algn="ctr"/>
                      <a:r>
                        <a:rPr lang="es-CL" dirty="0"/>
                        <a:t>Se mejoro la etapa 1 según lo corregido en retroalimentación</a:t>
                      </a:r>
                      <a:r>
                        <a:rPr lang="es-CL" baseline="0" dirty="0"/>
                        <a:t> </a:t>
                      </a:r>
                      <a:endParaRPr lang="es-CL" dirty="0"/>
                    </a:p>
                  </a:txBody>
                  <a:tcPr/>
                </a:tc>
                <a:extLst>
                  <a:ext uri="{0D108BD9-81ED-4DB2-BD59-A6C34878D82A}">
                    <a16:rowId xmlns:a16="http://schemas.microsoft.com/office/drawing/2014/main" val="4025548112"/>
                  </a:ext>
                </a:extLst>
              </a:tr>
              <a:tr h="652739">
                <a:tc>
                  <a:txBody>
                    <a:bodyPr/>
                    <a:lstStyle/>
                    <a:p>
                      <a:pPr algn="ctr"/>
                      <a:r>
                        <a:rPr lang="es-CL" dirty="0"/>
                        <a:t>06/12/2023</a:t>
                      </a:r>
                    </a:p>
                  </a:txBody>
                  <a:tcPr/>
                </a:tc>
                <a:tc>
                  <a:txBody>
                    <a:bodyPr/>
                    <a:lstStyle/>
                    <a:p>
                      <a:pPr algn="ctr"/>
                      <a:r>
                        <a:rPr lang="es-CL" dirty="0"/>
                        <a:t>Entrega</a:t>
                      </a:r>
                      <a:r>
                        <a:rPr lang="es-CL" baseline="0" dirty="0"/>
                        <a:t> la etapa 2</a:t>
                      </a:r>
                      <a:endParaRPr lang="es-CL" dirty="0"/>
                    </a:p>
                  </a:txBody>
                  <a:tcPr/>
                </a:tc>
                <a:tc>
                  <a:txBody>
                    <a:bodyPr/>
                    <a:lstStyle/>
                    <a:p>
                      <a:pPr algn="ctr"/>
                      <a:r>
                        <a:rPr lang="es-CL" dirty="0"/>
                        <a:t>Eliecer Jara </a:t>
                      </a:r>
                    </a:p>
                  </a:txBody>
                  <a:tcPr/>
                </a:tc>
                <a:tc>
                  <a:txBody>
                    <a:bodyPr/>
                    <a:lstStyle/>
                    <a:p>
                      <a:pPr algn="ctr"/>
                      <a:r>
                        <a:rPr lang="es-CL" dirty="0"/>
                        <a:t>La etapa</a:t>
                      </a:r>
                      <a:r>
                        <a:rPr lang="es-CL" baseline="0" dirty="0"/>
                        <a:t> 2 fue subida a plataforma de Inacap </a:t>
                      </a:r>
                      <a:endParaRPr lang="es-CL" dirty="0"/>
                    </a:p>
                  </a:txBody>
                  <a:tcPr/>
                </a:tc>
                <a:extLst>
                  <a:ext uri="{0D108BD9-81ED-4DB2-BD59-A6C34878D82A}">
                    <a16:rowId xmlns:a16="http://schemas.microsoft.com/office/drawing/2014/main" val="1521729877"/>
                  </a:ext>
                </a:extLst>
              </a:tr>
              <a:tr h="652739">
                <a:tc>
                  <a:txBody>
                    <a:bodyPr/>
                    <a:lstStyle/>
                    <a:p>
                      <a:pPr algn="ctr"/>
                      <a:r>
                        <a:rPr lang="es-CL" dirty="0"/>
                        <a:t>08/12/2023</a:t>
                      </a:r>
                    </a:p>
                  </a:txBody>
                  <a:tcPr/>
                </a:tc>
                <a:tc>
                  <a:txBody>
                    <a:bodyPr/>
                    <a:lstStyle/>
                    <a:p>
                      <a:pPr algn="ctr"/>
                      <a:r>
                        <a:rPr lang="es-CL" dirty="0"/>
                        <a:t>Construcción y finalización de la etapa 3</a:t>
                      </a:r>
                    </a:p>
                  </a:txBody>
                  <a:tcPr/>
                </a:tc>
                <a:tc>
                  <a:txBody>
                    <a:bodyPr/>
                    <a:lstStyle/>
                    <a:p>
                      <a:pPr algn="ctr"/>
                      <a:r>
                        <a:rPr lang="es-CL" dirty="0"/>
                        <a:t>Bastián Pino</a:t>
                      </a:r>
                      <a:r>
                        <a:rPr lang="es-CL" baseline="0" dirty="0"/>
                        <a:t>, Benjamín Pinto y Eliecer Jara </a:t>
                      </a:r>
                      <a:endParaRPr lang="es-CL" dirty="0"/>
                    </a:p>
                  </a:txBody>
                  <a:tcPr/>
                </a:tc>
                <a:tc>
                  <a:txBody>
                    <a:bodyPr/>
                    <a:lstStyle/>
                    <a:p>
                      <a:pPr algn="ctr"/>
                      <a:r>
                        <a:rPr lang="es-CL" dirty="0"/>
                        <a:t>Se agregaron</a:t>
                      </a:r>
                      <a:r>
                        <a:rPr lang="es-CL" baseline="0" dirty="0"/>
                        <a:t> las diapositivas (11-21)</a:t>
                      </a:r>
                      <a:endParaRPr lang="es-CL" dirty="0"/>
                    </a:p>
                  </a:txBody>
                  <a:tcPr/>
                </a:tc>
                <a:extLst>
                  <a:ext uri="{0D108BD9-81ED-4DB2-BD59-A6C34878D82A}">
                    <a16:rowId xmlns:a16="http://schemas.microsoft.com/office/drawing/2014/main" val="2499338626"/>
                  </a:ext>
                </a:extLst>
              </a:tr>
              <a:tr h="652739">
                <a:tc>
                  <a:txBody>
                    <a:bodyPr/>
                    <a:lstStyle/>
                    <a:p>
                      <a:pPr algn="ctr"/>
                      <a:r>
                        <a:rPr lang="es-CL" dirty="0"/>
                        <a:t>15/12/2023</a:t>
                      </a:r>
                    </a:p>
                  </a:txBody>
                  <a:tcPr/>
                </a:tc>
                <a:tc>
                  <a:txBody>
                    <a:bodyPr/>
                    <a:lstStyle/>
                    <a:p>
                      <a:pPr algn="ctr"/>
                      <a:r>
                        <a:rPr lang="es-CL" dirty="0"/>
                        <a:t>Entrega etapa 3 </a:t>
                      </a:r>
                    </a:p>
                  </a:txBody>
                  <a:tcPr/>
                </a:tc>
                <a:tc>
                  <a:txBody>
                    <a:bodyPr/>
                    <a:lstStyle/>
                    <a:p>
                      <a:pPr algn="ctr"/>
                      <a:r>
                        <a:rPr lang="es-CL" dirty="0"/>
                        <a:t>Eliecer</a:t>
                      </a:r>
                      <a:r>
                        <a:rPr lang="es-CL" baseline="0" dirty="0"/>
                        <a:t> Jara </a:t>
                      </a:r>
                      <a:endParaRPr lang="es-CL" dirty="0"/>
                    </a:p>
                  </a:txBody>
                  <a:tcPr/>
                </a:tc>
                <a:tc>
                  <a:txBody>
                    <a:bodyPr/>
                    <a:lstStyle/>
                    <a:p>
                      <a:pPr algn="ctr"/>
                      <a:r>
                        <a:rPr lang="es-CL" dirty="0"/>
                        <a:t>La etapa 3 fue subida a la plataforma de Inacap.</a:t>
                      </a:r>
                    </a:p>
                  </a:txBody>
                  <a:tcPr/>
                </a:tc>
                <a:extLst>
                  <a:ext uri="{0D108BD9-81ED-4DB2-BD59-A6C34878D82A}">
                    <a16:rowId xmlns:a16="http://schemas.microsoft.com/office/drawing/2014/main" val="206652061"/>
                  </a:ext>
                </a:extLst>
              </a:tr>
            </a:tbl>
          </a:graphicData>
        </a:graphic>
      </p:graphicFrame>
      <p:sp>
        <p:nvSpPr>
          <p:cNvPr id="3" name="Marcador de contenido 2"/>
          <p:cNvSpPr>
            <a:spLocks noGrp="1"/>
          </p:cNvSpPr>
          <p:nvPr>
            <p:ph idx="1"/>
          </p:nvPr>
        </p:nvSpPr>
        <p:spPr>
          <a:xfrm>
            <a:off x="1933770" y="258047"/>
            <a:ext cx="6615316" cy="782615"/>
          </a:xfrm>
        </p:spPr>
        <p:txBody>
          <a:bodyPr/>
          <a:lstStyle/>
          <a:p>
            <a:pPr marL="0" indent="0" algn="ctr">
              <a:buNone/>
            </a:pPr>
            <a:r>
              <a:rPr lang="es-CL" dirty="0"/>
              <a:t>Bitácora</a:t>
            </a:r>
          </a:p>
        </p:txBody>
      </p:sp>
    </p:spTree>
    <p:extLst>
      <p:ext uri="{BB962C8B-B14F-4D97-AF65-F5344CB8AC3E}">
        <p14:creationId xmlns:p14="http://schemas.microsoft.com/office/powerpoint/2010/main" val="493036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D61B01-5AB4-55A4-518D-4CEDFFEE7918}"/>
              </a:ext>
            </a:extLst>
          </p:cNvPr>
          <p:cNvSpPr>
            <a:spLocks noGrp="1"/>
          </p:cNvSpPr>
          <p:nvPr>
            <p:ph type="title"/>
          </p:nvPr>
        </p:nvSpPr>
        <p:spPr/>
        <p:txBody>
          <a:bodyPr/>
          <a:lstStyle/>
          <a:p>
            <a:r>
              <a:rPr lang="es-MX" dirty="0"/>
              <a:t>Construcción de conocimientos, comprensión y habilidades</a:t>
            </a:r>
            <a:endParaRPr lang="es-CL" dirty="0"/>
          </a:p>
        </p:txBody>
      </p:sp>
      <p:sp>
        <p:nvSpPr>
          <p:cNvPr id="3" name="Marcador de contenido 2">
            <a:extLst>
              <a:ext uri="{FF2B5EF4-FFF2-40B4-BE49-F238E27FC236}">
                <a16:creationId xmlns:a16="http://schemas.microsoft.com/office/drawing/2014/main" id="{31B9B336-4033-60EB-EFBD-69B0D1B1CE66}"/>
              </a:ext>
            </a:extLst>
          </p:cNvPr>
          <p:cNvSpPr>
            <a:spLocks noGrp="1"/>
          </p:cNvSpPr>
          <p:nvPr>
            <p:ph idx="1"/>
          </p:nvPr>
        </p:nvSpPr>
        <p:spPr/>
        <p:txBody>
          <a:bodyPr>
            <a:normAutofit/>
          </a:bodyPr>
          <a:lstStyle/>
          <a:p>
            <a:pPr>
              <a:lnSpc>
                <a:spcPct val="150000"/>
              </a:lnSpc>
            </a:pPr>
            <a:r>
              <a:rPr lang="es-CL" sz="2000" dirty="0"/>
              <a:t>En resumen la geometría es una herramienta esencial para la convergencia y divergencia de los ángulos de dirección del vehículo ya que nos ayuda a saber si la dirección del vehículo es divergente o convergente  para así  poder dejar la dirección en condiciones buenas y estables para su conducción. comprendiendo el funcionamiento se ira adquiriendo habilidades practicas que nos permitirán aplicar el conocimiento de forma efectiva  como se vio en los talleres visitados Utilizando las herramientas y maquinas de los  talleres.  </a:t>
            </a:r>
          </a:p>
          <a:p>
            <a:pPr marL="0" indent="0">
              <a:lnSpc>
                <a:spcPct val="150000"/>
              </a:lnSpc>
              <a:buNone/>
            </a:pPr>
            <a:r>
              <a:rPr lang="es-CL" sz="2000" dirty="0"/>
              <a:t> </a:t>
            </a:r>
          </a:p>
        </p:txBody>
      </p:sp>
    </p:spTree>
    <p:extLst>
      <p:ext uri="{BB962C8B-B14F-4D97-AF65-F5344CB8AC3E}">
        <p14:creationId xmlns:p14="http://schemas.microsoft.com/office/powerpoint/2010/main" val="3753389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5FD729-F907-1605-CE62-5A767A07EC76}"/>
              </a:ext>
            </a:extLst>
          </p:cNvPr>
          <p:cNvSpPr>
            <a:spLocks noGrp="1"/>
          </p:cNvSpPr>
          <p:nvPr>
            <p:ph type="title"/>
          </p:nvPr>
        </p:nvSpPr>
        <p:spPr/>
        <p:txBody>
          <a:bodyPr/>
          <a:lstStyle/>
          <a:p>
            <a:r>
              <a:rPr lang="es-MX" dirty="0"/>
              <a:t>Construcción de conocimientos, comprensión y habilidades</a:t>
            </a:r>
            <a:endParaRPr lang="es-CL" dirty="0"/>
          </a:p>
        </p:txBody>
      </p:sp>
      <p:sp>
        <p:nvSpPr>
          <p:cNvPr id="3" name="Marcador de contenido 2">
            <a:extLst>
              <a:ext uri="{FF2B5EF4-FFF2-40B4-BE49-F238E27FC236}">
                <a16:creationId xmlns:a16="http://schemas.microsoft.com/office/drawing/2014/main" id="{32326E1B-93BD-9193-5C1A-6790A0643304}"/>
              </a:ext>
            </a:extLst>
          </p:cNvPr>
          <p:cNvSpPr>
            <a:spLocks noGrp="1"/>
          </p:cNvSpPr>
          <p:nvPr>
            <p:ph idx="1"/>
          </p:nvPr>
        </p:nvSpPr>
        <p:spPr/>
        <p:txBody>
          <a:bodyPr>
            <a:normAutofit/>
          </a:bodyPr>
          <a:lstStyle/>
          <a:p>
            <a:pPr marL="0" indent="0">
              <a:buNone/>
            </a:pPr>
            <a:r>
              <a:rPr lang="es-CL" sz="2000" dirty="0"/>
              <a:t>Como fuentes de información fuimos a los siguientes talleres :</a:t>
            </a:r>
          </a:p>
          <a:p>
            <a:r>
              <a:rPr lang="es-CL" sz="2000" dirty="0"/>
              <a:t>CRUZ , empresa </a:t>
            </a:r>
          </a:p>
          <a:p>
            <a:r>
              <a:rPr lang="es-CL" sz="2000" dirty="0"/>
              <a:t>Neumaplus, empresa</a:t>
            </a:r>
          </a:p>
          <a:p>
            <a:r>
              <a:rPr lang="es-CL" sz="2000" dirty="0"/>
              <a:t>M&amp;M automotriz, empresa</a:t>
            </a:r>
          </a:p>
          <a:p>
            <a:r>
              <a:rPr lang="es-CL" sz="2000" dirty="0"/>
              <a:t>Falcón service, empresa</a:t>
            </a:r>
          </a:p>
        </p:txBody>
      </p:sp>
    </p:spTree>
    <p:extLst>
      <p:ext uri="{BB962C8B-B14F-4D97-AF65-F5344CB8AC3E}">
        <p14:creationId xmlns:p14="http://schemas.microsoft.com/office/powerpoint/2010/main" val="304934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49B350-E5A4-BFC1-6704-D92819E3E238}"/>
              </a:ext>
            </a:extLst>
          </p:cNvPr>
          <p:cNvSpPr>
            <a:spLocks noGrp="1"/>
          </p:cNvSpPr>
          <p:nvPr>
            <p:ph type="title"/>
          </p:nvPr>
        </p:nvSpPr>
        <p:spPr/>
        <p:txBody>
          <a:bodyPr/>
          <a:lstStyle/>
          <a:p>
            <a:r>
              <a:rPr lang="es-CL" dirty="0"/>
              <a:t>Ideas e información</a:t>
            </a:r>
          </a:p>
        </p:txBody>
      </p:sp>
      <p:sp>
        <p:nvSpPr>
          <p:cNvPr id="3" name="Marcador de contenido 2">
            <a:extLst>
              <a:ext uri="{FF2B5EF4-FFF2-40B4-BE49-F238E27FC236}">
                <a16:creationId xmlns:a16="http://schemas.microsoft.com/office/drawing/2014/main" id="{EFBA9BD3-988F-C94C-107D-54C7D972B02A}"/>
              </a:ext>
            </a:extLst>
          </p:cNvPr>
          <p:cNvSpPr>
            <a:spLocks noGrp="1"/>
          </p:cNvSpPr>
          <p:nvPr>
            <p:ph idx="1"/>
          </p:nvPr>
        </p:nvSpPr>
        <p:spPr/>
        <p:txBody>
          <a:bodyPr>
            <a:normAutofit/>
          </a:bodyPr>
          <a:lstStyle/>
          <a:p>
            <a:pPr algn="just">
              <a:lnSpc>
                <a:spcPct val="150000"/>
              </a:lnSpc>
            </a:pPr>
            <a:r>
              <a:rPr lang="es-MX" sz="1800" dirty="0"/>
              <a:t>Como idea para inspirar la investigación sobre esto serian</a:t>
            </a:r>
          </a:p>
          <a:p>
            <a:pPr marL="0" indent="0" algn="just">
              <a:lnSpc>
                <a:spcPct val="150000"/>
              </a:lnSpc>
              <a:buNone/>
            </a:pPr>
            <a:endParaRPr lang="es-MX" sz="1800" dirty="0"/>
          </a:p>
          <a:p>
            <a:pPr marL="0" indent="0" algn="just">
              <a:lnSpc>
                <a:spcPct val="150000"/>
              </a:lnSpc>
              <a:buNone/>
            </a:pPr>
            <a:r>
              <a:rPr lang="es-MX" sz="1800" dirty="0"/>
              <a:t>- Impacto de la Alineación en el Desgaste de los Neumáticos</a:t>
            </a:r>
          </a:p>
          <a:p>
            <a:pPr marL="0" indent="0" algn="just">
              <a:lnSpc>
                <a:spcPct val="150000"/>
              </a:lnSpc>
              <a:buNone/>
            </a:pPr>
            <a:r>
              <a:rPr lang="es-MX" sz="1800" dirty="0"/>
              <a:t>- Innovaciones en la Tecnología de Alineación</a:t>
            </a:r>
          </a:p>
          <a:p>
            <a:pPr marL="0" indent="0" algn="just">
              <a:lnSpc>
                <a:spcPct val="150000"/>
              </a:lnSpc>
              <a:buNone/>
            </a:pPr>
            <a:r>
              <a:rPr lang="es-MX" sz="1800" dirty="0"/>
              <a:t>- Alineación y Seguridad Vehicular</a:t>
            </a:r>
          </a:p>
          <a:p>
            <a:pPr marL="0" indent="0" algn="just">
              <a:lnSpc>
                <a:spcPct val="150000"/>
              </a:lnSpc>
              <a:buNone/>
            </a:pPr>
            <a:r>
              <a:rPr lang="es-MX" sz="1800" dirty="0"/>
              <a:t>- Tendencias en la Alineación de Ruedas</a:t>
            </a:r>
          </a:p>
          <a:p>
            <a:pPr marL="0" indent="0" algn="just">
              <a:lnSpc>
                <a:spcPct val="150000"/>
              </a:lnSpc>
              <a:buNone/>
            </a:pPr>
            <a:r>
              <a:rPr lang="es-MX" sz="1800" dirty="0"/>
              <a:t>- Alineación y Vehículos Eléctricos</a:t>
            </a:r>
            <a:endParaRPr lang="es-CL" sz="1800" dirty="0"/>
          </a:p>
        </p:txBody>
      </p:sp>
    </p:spTree>
    <p:extLst>
      <p:ext uri="{BB962C8B-B14F-4D97-AF65-F5344CB8AC3E}">
        <p14:creationId xmlns:p14="http://schemas.microsoft.com/office/powerpoint/2010/main" val="3792278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495FCE-9E00-F246-A0E4-72B5392C6E5D}"/>
              </a:ext>
            </a:extLst>
          </p:cNvPr>
          <p:cNvSpPr>
            <a:spLocks noGrp="1"/>
          </p:cNvSpPr>
          <p:nvPr>
            <p:ph type="title"/>
          </p:nvPr>
        </p:nvSpPr>
        <p:spPr/>
        <p:txBody>
          <a:bodyPr/>
          <a:lstStyle/>
          <a:p>
            <a:r>
              <a:rPr lang="es-CL" dirty="0"/>
              <a:t>Conclusiones y reflexiones</a:t>
            </a:r>
          </a:p>
        </p:txBody>
      </p:sp>
      <p:sp>
        <p:nvSpPr>
          <p:cNvPr id="3" name="Marcador de contenido 2">
            <a:extLst>
              <a:ext uri="{FF2B5EF4-FFF2-40B4-BE49-F238E27FC236}">
                <a16:creationId xmlns:a16="http://schemas.microsoft.com/office/drawing/2014/main" id="{A545D2F2-615C-E3C3-F29B-C13724B195ED}"/>
              </a:ext>
            </a:extLst>
          </p:cNvPr>
          <p:cNvSpPr>
            <a:spLocks noGrp="1"/>
          </p:cNvSpPr>
          <p:nvPr>
            <p:ph idx="1"/>
          </p:nvPr>
        </p:nvSpPr>
        <p:spPr/>
        <p:txBody>
          <a:bodyPr>
            <a:normAutofit/>
          </a:bodyPr>
          <a:lstStyle/>
          <a:p>
            <a:pPr algn="just">
              <a:lnSpc>
                <a:spcPct val="150000"/>
              </a:lnSpc>
            </a:pPr>
            <a:r>
              <a:rPr lang="es-MX" sz="1800" dirty="0"/>
              <a:t>Como conclusión el Angulo de las ruedas no es simplemente una especificación técnica; Es un aspecto intrincado de la geometría del vehículo que requiere atención precisa. La alineación adecuada no solo previene el desgaste irregular de los neumáticos, sino que también contribuye a la estabilidad direccional y al rendimiento óptimo del vehículo en diversas condiciones de manejo.</a:t>
            </a:r>
          </a:p>
          <a:p>
            <a:pPr algn="just">
              <a:lnSpc>
                <a:spcPct val="150000"/>
              </a:lnSpc>
            </a:pPr>
            <a:r>
              <a:rPr lang="es-MX" sz="1800" dirty="0"/>
              <a:t>La reflexión sobre la geometría de los ángulos en las ruedas destaca la importancia de la precisión en el mantenimiento automotriz. Cada ángulo tiene un papel específico en la dinámica del vehículo, y ajustarlos correctamente es crucial para optimizar la seguridad y el rendimiento</a:t>
            </a:r>
          </a:p>
          <a:p>
            <a:pPr algn="just">
              <a:lnSpc>
                <a:spcPct val="150000"/>
              </a:lnSpc>
            </a:pPr>
            <a:r>
              <a:rPr lang="es-MX" sz="1800" dirty="0"/>
              <a:t>Este proceso de reflexión también invita a considerar la interconexión entre la geometría de las ruedas y otros sistemas del vehículo.</a:t>
            </a:r>
            <a:endParaRPr lang="es-CL" sz="1800" dirty="0"/>
          </a:p>
        </p:txBody>
      </p:sp>
    </p:spTree>
    <p:extLst>
      <p:ext uri="{BB962C8B-B14F-4D97-AF65-F5344CB8AC3E}">
        <p14:creationId xmlns:p14="http://schemas.microsoft.com/office/powerpoint/2010/main" val="4150094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60008C-D061-0841-D7F5-AD2B5128B099}"/>
              </a:ext>
            </a:extLst>
          </p:cNvPr>
          <p:cNvSpPr>
            <a:spLocks noGrp="1"/>
          </p:cNvSpPr>
          <p:nvPr>
            <p:ph type="title"/>
          </p:nvPr>
        </p:nvSpPr>
        <p:spPr/>
        <p:txBody>
          <a:bodyPr/>
          <a:lstStyle/>
          <a:p>
            <a:r>
              <a:rPr lang="es-CL" dirty="0"/>
              <a:t>Ortografía, redacción y referencias</a:t>
            </a:r>
          </a:p>
        </p:txBody>
      </p:sp>
      <p:sp>
        <p:nvSpPr>
          <p:cNvPr id="3" name="Marcador de contenido 2">
            <a:extLst>
              <a:ext uri="{FF2B5EF4-FFF2-40B4-BE49-F238E27FC236}">
                <a16:creationId xmlns:a16="http://schemas.microsoft.com/office/drawing/2014/main" id="{3DFD45B5-9212-D479-969E-F5AA912FDB06}"/>
              </a:ext>
            </a:extLst>
          </p:cNvPr>
          <p:cNvSpPr>
            <a:spLocks noGrp="1"/>
          </p:cNvSpPr>
          <p:nvPr>
            <p:ph idx="1"/>
          </p:nvPr>
        </p:nvSpPr>
        <p:spPr/>
        <p:txBody>
          <a:bodyPr>
            <a:normAutofit/>
          </a:bodyPr>
          <a:lstStyle/>
          <a:p>
            <a:r>
              <a:rPr lang="es-CL" sz="2000" dirty="0"/>
              <a:t>Convergencia: unión de dos o más cosas que fluyen en un mismo punto.</a:t>
            </a:r>
          </a:p>
          <a:p>
            <a:r>
              <a:rPr lang="es-CL" sz="2000" dirty="0"/>
              <a:t>Divergencia: Es el término opuesto a la convergencia. Se le puede denominar también convergencia negativa y ocurre cuando las ruedas delanteras se orientan hacia el exterior de vehículo. </a:t>
            </a:r>
          </a:p>
          <a:p>
            <a:r>
              <a:rPr lang="es-CL" sz="2000" dirty="0"/>
              <a:t>Alineadora:</a:t>
            </a:r>
            <a:r>
              <a:rPr lang="es-CL" sz="1800" dirty="0"/>
              <a:t> chequean que el posicionamiento individual de cada una de las ruedas, en relación con las especificaciones técnicas de fábrica del automóvil.</a:t>
            </a:r>
          </a:p>
          <a:p>
            <a:endParaRPr lang="es-CL" sz="1800" dirty="0"/>
          </a:p>
        </p:txBody>
      </p:sp>
    </p:spTree>
    <p:extLst>
      <p:ext uri="{BB962C8B-B14F-4D97-AF65-F5344CB8AC3E}">
        <p14:creationId xmlns:p14="http://schemas.microsoft.com/office/powerpoint/2010/main" val="1669948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AA6900-72F0-CC19-6699-80288142C19C}"/>
              </a:ext>
            </a:extLst>
          </p:cNvPr>
          <p:cNvSpPr>
            <a:spLocks noGrp="1"/>
          </p:cNvSpPr>
          <p:nvPr>
            <p:ph type="title"/>
          </p:nvPr>
        </p:nvSpPr>
        <p:spPr/>
        <p:txBody>
          <a:bodyPr/>
          <a:lstStyle/>
          <a:p>
            <a:r>
              <a:rPr lang="es-MX" dirty="0"/>
              <a:t>Presentación del producto resultado de la investigación de su proyecto</a:t>
            </a:r>
            <a:endParaRPr lang="es-CL" dirty="0"/>
          </a:p>
        </p:txBody>
      </p:sp>
      <p:sp>
        <p:nvSpPr>
          <p:cNvPr id="3" name="Marcador de contenido 2">
            <a:extLst>
              <a:ext uri="{FF2B5EF4-FFF2-40B4-BE49-F238E27FC236}">
                <a16:creationId xmlns:a16="http://schemas.microsoft.com/office/drawing/2014/main" id="{3108DA8A-40D8-AD69-AE36-AB19BFEE8450}"/>
              </a:ext>
            </a:extLst>
          </p:cNvPr>
          <p:cNvSpPr>
            <a:spLocks noGrp="1"/>
          </p:cNvSpPr>
          <p:nvPr>
            <p:ph idx="1"/>
          </p:nvPr>
        </p:nvSpPr>
        <p:spPr/>
        <p:txBody>
          <a:bodyPr/>
          <a:lstStyle/>
          <a:p>
            <a:r>
              <a:rPr lang="es-CL" dirty="0"/>
              <a:t>https://inacapmailcl-my.sharepoint.com/:v:/g/personal/bastian_pino14_inacapmail_cl/EezH0D41D_VCi1rooYi4pyUBPXKcMZawLLaBnZ-RfyYFug?nav=eyJyZWZlcnJhbEluZm8iOnsicmVmZXJyYWxBcHAiOiJPbmVEcml2ZUZvckJ1c2luZXNzIiwicmVmZXJyYWxBcHBQbGF0Zm9ybSI6IldlYiIsInJlZmVycmFsTW9kZSI6InZpZXciLCJyZWZlcnJhbFZpZXciOiJNeUZpbGVzTGlua0NvcHkifX0&amp;e=EI2qdC</a:t>
            </a:r>
          </a:p>
        </p:txBody>
      </p:sp>
    </p:spTree>
    <p:extLst>
      <p:ext uri="{BB962C8B-B14F-4D97-AF65-F5344CB8AC3E}">
        <p14:creationId xmlns:p14="http://schemas.microsoft.com/office/powerpoint/2010/main" val="4058407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82FFB6-AEB9-25BF-42AE-8E2D0E68108C}"/>
              </a:ext>
            </a:extLst>
          </p:cNvPr>
          <p:cNvSpPr>
            <a:spLocks noGrp="1"/>
          </p:cNvSpPr>
          <p:nvPr>
            <p:ph type="title"/>
          </p:nvPr>
        </p:nvSpPr>
        <p:spPr/>
        <p:txBody>
          <a:bodyPr/>
          <a:lstStyle/>
          <a:p>
            <a:endParaRPr lang="es-419"/>
          </a:p>
        </p:txBody>
      </p:sp>
      <p:pic>
        <p:nvPicPr>
          <p:cNvPr id="4" name="Marcador de contenido 3">
            <a:extLst>
              <a:ext uri="{FF2B5EF4-FFF2-40B4-BE49-F238E27FC236}">
                <a16:creationId xmlns:a16="http://schemas.microsoft.com/office/drawing/2014/main" id="{9B8C8AA3-181C-BDEC-741E-CB611A28823F}"/>
              </a:ext>
            </a:extLst>
          </p:cNvPr>
          <p:cNvPicPr>
            <a:picLocks noGrp="1" noChangeAspect="1"/>
          </p:cNvPicPr>
          <p:nvPr>
            <p:ph idx="1"/>
          </p:nvPr>
        </p:nvPicPr>
        <p:blipFill>
          <a:blip r:embed="rId2"/>
          <a:stretch>
            <a:fillRect/>
          </a:stretch>
        </p:blipFill>
        <p:spPr>
          <a:xfrm>
            <a:off x="1761368" y="2827712"/>
            <a:ext cx="8669263" cy="2347163"/>
          </a:xfrm>
          <a:prstGeom prst="rect">
            <a:avLst/>
          </a:prstGeom>
        </p:spPr>
      </p:pic>
    </p:spTree>
    <p:extLst>
      <p:ext uri="{BB962C8B-B14F-4D97-AF65-F5344CB8AC3E}">
        <p14:creationId xmlns:p14="http://schemas.microsoft.com/office/powerpoint/2010/main" val="267148417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3AC9BC-3A48-41FB-89C8-97DFFCFF99CC}">
  <ds:schemaRefs>
    <ds:schemaRef ds:uri="http://purl.org/dc/terms/"/>
    <ds:schemaRef ds:uri="http://purl.org/dc/dcmitype/"/>
    <ds:schemaRef ds:uri="http://schemas.microsoft.com/office/infopath/2007/PartnerControls"/>
    <ds:schemaRef ds:uri="e18e1d99-ad59-48f1-b4b7-e09c670c4281"/>
    <ds:schemaRef ds:uri="http://schemas.microsoft.com/office/2006/documentManagement/types"/>
    <ds:schemaRef ds:uri="http://www.w3.org/XML/1998/namespace"/>
    <ds:schemaRef ds:uri="http://purl.org/dc/elements/1.1/"/>
    <ds:schemaRef ds:uri="http://schemas.openxmlformats.org/package/2006/metadata/core-properties"/>
    <ds:schemaRef ds:uri="044690ba-3bcd-4bf0-9bed-6c935b699a1b"/>
    <ds:schemaRef ds:uri="http://schemas.microsoft.com/office/2006/metadata/properties"/>
  </ds:schemaRefs>
</ds:datastoreItem>
</file>

<file path=customXml/itemProps2.xml><?xml version="1.0" encoding="utf-8"?>
<ds:datastoreItem xmlns:ds="http://schemas.openxmlformats.org/officeDocument/2006/customXml" ds:itemID="{6CD2E0C6-02D9-4725-AA2D-08585DAEFECD}">
  <ds:schemaRefs>
    <ds:schemaRef ds:uri="http://schemas.microsoft.com/sharepoint/v3/contenttype/forms"/>
  </ds:schemaRefs>
</ds:datastoreItem>
</file>

<file path=customXml/itemProps3.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4690ba-3bcd-4bf0-9bed-6c935b699a1b"/>
    <ds:schemaRef ds:uri="e18e1d99-ad59-48f1-b4b7-e09c670c42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1317</TotalTime>
  <Words>1345</Words>
  <Application>Microsoft Macintosh PowerPoint</Application>
  <PresentationFormat>Panorámica</PresentationFormat>
  <Paragraphs>114</Paragraphs>
  <Slides>19</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19</vt:i4>
      </vt:variant>
    </vt:vector>
  </HeadingPairs>
  <TitlesOfParts>
    <vt:vector size="27" baseType="lpstr">
      <vt:lpstr>Batang</vt:lpstr>
      <vt:lpstr>Agency FB</vt:lpstr>
      <vt:lpstr>Arial</vt:lpstr>
      <vt:lpstr>Arial Black</vt:lpstr>
      <vt:lpstr>Calibri</vt:lpstr>
      <vt:lpstr>Calibri Light</vt:lpstr>
      <vt:lpstr>Tahoma</vt:lpstr>
      <vt:lpstr>Tema de Office</vt:lpstr>
      <vt:lpstr>                                     LA GEOMETRIA EN LOS ANGULO DE DIRRECCION DE UN VEHICULO</vt:lpstr>
      <vt:lpstr> Definición del proyecto</vt:lpstr>
      <vt:lpstr>Tema de investigación, nociones matemáticas y problemática a abordar </vt:lpstr>
      <vt:lpstr>Objetivos  y  preguntas  de  investigación .  </vt:lpstr>
      <vt:lpstr>Temas  iniciales  involucrados</vt:lpstr>
      <vt:lpstr>Nociones matemáticas del Proyecto</vt:lpstr>
      <vt:lpstr>Objetivo del Proyecto</vt:lpstr>
      <vt:lpstr>La necesidad de incorporar herramientas tecnologicas </vt:lpstr>
      <vt:lpstr>¿Cómo la geometría es una herramienta en el sector mecánico? </vt:lpstr>
      <vt:lpstr>¿de qué manera la geometría soluciona el desajuste de los ángulos de divergencia y convergencia?   </vt:lpstr>
      <vt:lpstr>¿Como se Alinea un vehiculo?</vt:lpstr>
      <vt:lpstr>Presentación de PowerPoint</vt:lpstr>
      <vt:lpstr>Construcción de conocimientos, comprensión y habilidades</vt:lpstr>
      <vt:lpstr>Construcción de conocimientos, comprensión y habilidades</vt:lpstr>
      <vt:lpstr>Ideas e información</vt:lpstr>
      <vt:lpstr>Conclusiones y reflexiones</vt:lpstr>
      <vt:lpstr>Ortografía, redacción y referencias</vt:lpstr>
      <vt:lpstr>Presentación del producto resultado de la investigación de su proyecto</vt:lpstr>
      <vt:lpstr>Presentación de PowerPoint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GISELLE ANGELICA MORA OCARES</dc:creator>
  <cp:lastModifiedBy>Microsoft Office User</cp:lastModifiedBy>
  <cp:revision>47</cp:revision>
  <dcterms:created xsi:type="dcterms:W3CDTF">2023-08-31T16:26:40Z</dcterms:created>
  <dcterms:modified xsi:type="dcterms:W3CDTF">2023-12-27T18:26:34Z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