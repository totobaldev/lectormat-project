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4.xml" ContentType="application/vnd.openxmlformats-officedocument.presentationml.comments+xml"/>
  <Override PartName="/ppt/notesSlides/notesSlide7.xml" ContentType="application/vnd.openxmlformats-officedocument.presentationml.notesSlide+xml"/>
  <Override PartName="/ppt/comments/comment5.xml" ContentType="application/vnd.openxmlformats-officedocument.presentationml.comments+xml"/>
  <Override PartName="/ppt/notesSlides/notesSlide8.xml" ContentType="application/vnd.openxmlformats-officedocument.presentationml.notesSlide+xml"/>
  <Override PartName="/ppt/comments/comment6.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comment7.xml" ContentType="application/vnd.openxmlformats-officedocument.presentationml.comments+xml"/>
  <Override PartName="/ppt/notesSlides/notesSlide11.xml" ContentType="application/vnd.openxmlformats-officedocument.presentationml.notesSlide+xml"/>
  <Override PartName="/ppt/comments/comment8.xml" ContentType="application/vnd.openxmlformats-officedocument.presentationml.comments+xml"/>
  <Override PartName="/ppt/notesSlides/notesSlide12.xml" ContentType="application/vnd.openxmlformats-officedocument.presentationml.notesSlide+xml"/>
  <Override PartName="/ppt/comments/comment9.xml" ContentType="application/vnd.openxmlformats-officedocument.presentationml.comments+xml"/>
  <Override PartName="/ppt/notesSlides/notesSlide13.xml" ContentType="application/vnd.openxmlformats-officedocument.presentationml.notesSlide+xml"/>
  <Override PartName="/ppt/comments/comment10.xml" ContentType="application/vnd.openxmlformats-officedocument.presentationml.comment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Bookman Old Style" panose="02050604050505020204" pitchFamily="18" charset="0"/>
      <p:regular r:id="rId17"/>
      <p:bold r:id="rId18"/>
      <p:italic r:id="rId19"/>
      <p:boldItalic r:id="rId20"/>
    </p:embeddedFont>
    <p:embeddedFont>
      <p:font typeface="Calibri" panose="020F0502020204030204" pitchFamily="34" charset="0"/>
      <p:regular r:id="rId21"/>
      <p:bold r:id="rId22"/>
      <p:italic r:id="rId23"/>
      <p:boldItalic r:id="rId24"/>
    </p:embeddedFont>
    <p:embeddedFont>
      <p:font typeface="Open Sans" panose="020B0606030504020204" pitchFamily="34" charset="0"/>
      <p:regular r:id="rId25"/>
      <p:bold r:id="rId26"/>
      <p:italic r:id="rId27"/>
      <p:boldItalic r:id="rId28"/>
    </p:embeddedFont>
    <p:embeddedFont>
      <p:font typeface="Open Sans Light" panose="020B0306030504020204" pitchFamily="34" charset="0"/>
      <p:regular r:id="rId29"/>
      <p:bold r:id="rId30"/>
      <p:italic r:id="rId31"/>
      <p:boldItalic r:id="rId32"/>
    </p:embeddedFont>
    <p:embeddedFont>
      <p:font typeface="Rockwell" panose="02060603020205020403" pitchFamily="18" charset="77"/>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ju59Hj/HYn5p/51hKBUe07GTpV8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SSETTE ANDREA SALAMANCA MELLA" initials="" lastIdx="7" clrIdx="0"/>
  <p:cmAuthor id="1" name="Microsoft Office User" initials="MOU" lastIdx="10" clrIdx="1">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56472D-B0F9-439E-BE14-CBF54296501C}">
  <a:tblStyle styleId="{0756472D-B0F9-439E-BE14-CBF54296501C}" styleName="Table_0">
    <a:wholeTbl>
      <a:tcTxStyle b="off" i="off">
        <a:font>
          <a:latin typeface="Rockwell"/>
          <a:ea typeface="Rockwell"/>
          <a:cs typeface="Rockwel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E6E6E6"/>
          </a:solidFill>
        </a:fill>
      </a:tcStyle>
    </a:band1H>
    <a:band2H>
      <a:tcTxStyle b="off" i="off"/>
      <a:tcStyle>
        <a:tcBdr/>
      </a:tcStyle>
    </a:band2H>
    <a:band1V>
      <a:tcTxStyle b="off" i="off"/>
      <a:tcStyle>
        <a:tcBdr/>
        <a:fill>
          <a:solidFill>
            <a:srgbClr val="E6E6E6"/>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6"/>
          </a:solidFill>
        </a:fill>
      </a:tcStyle>
    </a:lastCol>
    <a:firstCol>
      <a:tcTxStyle b="on" i="off">
        <a:font>
          <a:latin typeface="Rockwell"/>
          <a:ea typeface="Rockwell"/>
          <a:cs typeface="Rockwell"/>
        </a:font>
        <a:schemeClr val="lt1"/>
      </a:tcTxStyle>
      <a:tcStyle>
        <a:tcBdr/>
        <a:fill>
          <a:solidFill>
            <a:schemeClr val="accent6"/>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Rockwell"/>
          <a:ea typeface="Rockwell"/>
          <a:cs typeface="Rockwell"/>
        </a:font>
        <a:schemeClr val="dk1"/>
      </a:tcTxStyle>
      <a:tcStyle>
        <a:tcBdr/>
      </a:tcStyle>
    </a:seCell>
    <a:swCell>
      <a:tcTxStyle b="on" i="off">
        <a:font>
          <a:latin typeface="Rockwell"/>
          <a:ea typeface="Rockwell"/>
          <a:cs typeface="Rockwell"/>
        </a:font>
        <a:schemeClr val="dk1"/>
      </a:tcTxStyle>
      <a:tcStyle>
        <a:tcBdr/>
      </a:tcStyle>
    </a:swCell>
    <a:firstRow>
      <a:tcTxStyle b="on" i="off">
        <a:font>
          <a:latin typeface="Rockwell"/>
          <a:ea typeface="Rockwell"/>
          <a:cs typeface="Rockwell"/>
        </a:font>
        <a:schemeClr val="lt1"/>
      </a:tcTxStyle>
      <a:tcStyle>
        <a:tcBdr>
          <a:bottom>
            <a:ln w="25400" cap="flat" cmpd="sng">
              <a:solidFill>
                <a:schemeClr val="dk1"/>
              </a:solidFill>
              <a:prstDash val="solid"/>
              <a:round/>
              <a:headEnd type="none" w="sm" len="sm"/>
              <a:tailEnd type="none" w="sm" len="sm"/>
            </a:ln>
          </a:bottom>
        </a:tcBdr>
        <a:fill>
          <a:solidFill>
            <a:schemeClr val="accent6"/>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72"/>
    <p:restoredTop sz="94671"/>
  </p:normalViewPr>
  <p:slideViewPr>
    <p:cSldViewPr snapToGrid="0">
      <p:cViewPr varScale="1">
        <p:scale>
          <a:sx n="104" d="100"/>
          <a:sy n="104" d="100"/>
        </p:scale>
        <p:origin x="528"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presProps" Target="presProps.xml"/><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customschemas.google.com/relationships/presentationmetadata" Target="meta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11-23T17:51:45.085" idx="1">
    <p:pos x="10" y="10"/>
    <p:text>SI BIEN PRESENTA LA DESCRIPCIÓN DEL PROBLEMA DEBE MEJORAR LA REDACCIÓN... SE SUGIERE INCORPORAR MAS DETALLE DEL VEHICULO (RELACIONADOS CON LO QUE DESEAN MEJORAR)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nlLkZw"/>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3-11-23T17:53:13.988" idx="3">
    <p:pos x="10" y="10"/>
    <p:text>LOS TEMAS DEBEN SER PRESENTADOS DE FORMA GENERAL (NO CONTENIDO)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nlLkZ4"/>
      </p:ext>
    </p:extLst>
  </p:cm>
  <p:cm authorId="0" dt="2023-11-23T17:53:48.587" idx="2">
    <p:pos x="146" y="146"/>
    <p:text>RECUERDE ES UN PRESENTACIÓN; DEBE SER CONCRETA Y ATRACTIVA...</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nlLkaE"/>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3-11-23T17:55:22.267" idx="5">
    <p:pos x="10" y="10"/>
    <p:text>LOS OBJETIVOS SON CONCRETOS (BUENOS)... AUNQUE ALGUNOS DE ELLOS SE PUEDEN UNIR O COMPLEMENTAR....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nlLkaI"/>
      </p:ext>
    </p:extLst>
  </p:cm>
  <p:cm authorId="0" dt="2023-11-23T17:56:09.970" idx="6">
    <p:pos x="3740" y="2107"/>
    <p:text>CONSIDERAR QUE LAS PREGUNTAS DEBEN SER "RESPONDIDAS" CON LAS ACCIONES QUE VAN DESARROLLANDO DURANTE EL PROCESO... (DEBE QUEDAR EVIDENCIA)</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nlLkZ0"/>
      </p:ext>
    </p:extLst>
  </p:cm>
  <p:cm authorId="0" dt="2023-11-23T17:56:56.154" idx="4">
    <p:pos x="3697" y="2683"/>
    <p:text>ME QUEDA LA DUDA DE QUÉ ES LO QUE REALMENTE VAN A DESARROLLAR</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nlLkaA"/>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3-11-23T17:57:49.429" idx="7">
    <p:pos x="10" y="10"/>
    <p:text>SI BIEN PRESENTAN PLAZOS A TEMAS GENERALES; DEBE AGREGAR MAYOR DETALLE Y PLAZOS REALES (PLAZO QUE TIENEN ENTRE UNA Y OTRA ETAPA DE ENTREGA)</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AnlLkZ8"/>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7T15:42:19.251" idx="1">
    <p:pos x="10" y="10"/>
    <p:text>PARA QUE SE UTILIZARON EN LA BUSQUEDA DE SOLUCION?</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27T15:42:45.542" idx="2">
    <p:pos x="10" y="10"/>
    <p:text>MUESTRE CON LOS DATOS OBTENIDOS EN SU SIMULACION (BUSQUEDA DE SOLUCION) NO BASTA CON EXPLICAR PARA QUE SIRVEN LAS APLICACIONES </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27T15:44:01.098" idx="3">
    <p:pos x="794" y="3775"/>
    <p:text>REFERENCIAS UTILIZADAS DEBEN SER CONFIABLES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27T15:46:20.296" idx="4">
    <p:pos x="4974" y="3012"/>
    <p:text>PAG CONFIABLES?</p:text>
    <p:extLst>
      <p:ext uri="{C676402C-5697-4E1C-873F-D02D1690AC5C}">
        <p15:threadingInfo xmlns:p15="http://schemas.microsoft.com/office/powerpoint/2012/main" timeZoneBias="180"/>
      </p:ext>
    </p:extLst>
  </p:cm>
  <p:cm authorId="1" dt="2023-12-27T15:46:53.942" idx="5">
    <p:pos x="10" y="10"/>
    <p:text>REGULAR USO DE IA</p:text>
    <p:extLst>
      <p:ext uri="{C676402C-5697-4E1C-873F-D02D1690AC5C}">
        <p15:threadingInfo xmlns:p15="http://schemas.microsoft.com/office/powerpoint/2012/main" timeZoneBias="18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3-12-27T15:48:06.349" idx="6">
    <p:pos x="2351" y="1744"/>
    <p:text>CUANDO (DURANTE EL PROCESO) NOMBRARON VEHICULOS RALLY?</p:text>
    <p:extLst>
      <p:ext uri="{C676402C-5697-4E1C-873F-D02D1690AC5C}">
        <p15:threadingInfo xmlns:p15="http://schemas.microsoft.com/office/powerpoint/2012/main" timeZoneBias="180"/>
      </p:ext>
    </p:extLst>
  </p:cm>
  <p:cm authorId="1" dt="2023-12-27T15:48:43.685" idx="7">
    <p:pos x="2802" y="1860"/>
    <p:text>¿CUAL SERÍA ESTA?</p:text>
    <p:extLst>
      <p:ext uri="{C676402C-5697-4E1C-873F-D02D1690AC5C}">
        <p15:threadingInfo xmlns:p15="http://schemas.microsoft.com/office/powerpoint/2012/main" timeZoneBias="180"/>
      </p:ext>
    </p:extLst>
  </p:cm>
  <p:cm authorId="1" dt="2023-12-27T15:51:30.370" idx="8">
    <p:pos x="5285" y="1339"/>
    <p:text>LAS CARACTERISTICAS QUE NOMBRAN SOLO SON GENERALES; NADA EN ESPECIFICO, NI CON REFERENCIAS NI CLACULOS QUE LO RESPALDEN</p:text>
    <p:extLst>
      <p:ext uri="{C676402C-5697-4E1C-873F-D02D1690AC5C}">
        <p15:threadingInfo xmlns:p15="http://schemas.microsoft.com/office/powerpoint/2012/main" timeZoneBias="18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3-12-27T15:52:21.832" idx="9">
    <p:pos x="1308" y="1876"/>
    <p:text>¿CUALES?</p:text>
    <p:extLst>
      <p:ext uri="{C676402C-5697-4E1C-873F-D02D1690AC5C}">
        <p15:threadingInfo xmlns:p15="http://schemas.microsoft.com/office/powerpoint/2012/main" timeZoneBias="180"/>
      </p:ext>
    </p:extLst>
  </p:cm>
  <p:cm authorId="1" dt="2023-12-27T15:52:49.167" idx="10">
    <p:pos x="1712" y="1993"/>
    <p:text>¿COMO CUALES?</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L"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347" y="1122363"/>
            <a:ext cx="7773308"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800"/>
              <a:buFont typeface="Bookman Old Style"/>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685347" y="3602038"/>
            <a:ext cx="7773308" cy="1655762"/>
          </a:xfrm>
          <a:prstGeom prst="rect">
            <a:avLst/>
          </a:prstGeom>
          <a:noFill/>
          <a:ln>
            <a:noFill/>
          </a:ln>
        </p:spPr>
        <p:txBody>
          <a:bodyPr spcFirstLastPara="1" wrap="square" lIns="91425" tIns="45700" rIns="91425" bIns="45700" anchor="t" anchorCtr="0">
            <a:normAutofit/>
          </a:bodyPr>
          <a:lstStyle>
            <a:lvl1pPr lvl="0" algn="ctr">
              <a:lnSpc>
                <a:spcPct val="120000"/>
              </a:lnSpc>
              <a:spcBef>
                <a:spcPts val="1000"/>
              </a:spcBef>
              <a:spcAft>
                <a:spcPts val="0"/>
              </a:spcAft>
              <a:buClr>
                <a:schemeClr val="lt1"/>
              </a:buClr>
              <a:buSzPts val="2400"/>
              <a:buNone/>
              <a:defRPr sz="2400"/>
            </a:lvl1pPr>
            <a:lvl2pPr lvl="1" algn="ctr">
              <a:lnSpc>
                <a:spcPct val="120000"/>
              </a:lnSpc>
              <a:spcBef>
                <a:spcPts val="500"/>
              </a:spcBef>
              <a:spcAft>
                <a:spcPts val="0"/>
              </a:spcAft>
              <a:buClr>
                <a:schemeClr val="lt1"/>
              </a:buClr>
              <a:buSzPts val="2000"/>
              <a:buNone/>
              <a:defRPr sz="2000"/>
            </a:lvl2pPr>
            <a:lvl3pPr lvl="2" algn="ctr">
              <a:lnSpc>
                <a:spcPct val="120000"/>
              </a:lnSpc>
              <a:spcBef>
                <a:spcPts val="500"/>
              </a:spcBef>
              <a:spcAft>
                <a:spcPts val="0"/>
              </a:spcAft>
              <a:buClr>
                <a:schemeClr val="lt1"/>
              </a:buClr>
              <a:buSzPts val="1800"/>
              <a:buNone/>
              <a:defRPr sz="1800"/>
            </a:lvl3pPr>
            <a:lvl4pPr lvl="3" algn="ctr">
              <a:lnSpc>
                <a:spcPct val="120000"/>
              </a:lnSpc>
              <a:spcBef>
                <a:spcPts val="500"/>
              </a:spcBef>
              <a:spcAft>
                <a:spcPts val="0"/>
              </a:spcAft>
              <a:buClr>
                <a:schemeClr val="lt1"/>
              </a:buClr>
              <a:buSzPts val="1600"/>
              <a:buNone/>
              <a:defRPr sz="1600"/>
            </a:lvl4pPr>
            <a:lvl5pPr lvl="4" algn="ctr">
              <a:lnSpc>
                <a:spcPct val="120000"/>
              </a:lnSpc>
              <a:spcBef>
                <a:spcPts val="500"/>
              </a:spcBef>
              <a:spcAft>
                <a:spcPts val="0"/>
              </a:spcAft>
              <a:buClr>
                <a:schemeClr val="lt1"/>
              </a:buClr>
              <a:buSzPts val="1600"/>
              <a:buNone/>
              <a:defRPr sz="1600"/>
            </a:lvl5pPr>
            <a:lvl6pPr lvl="5" algn="ctr">
              <a:lnSpc>
                <a:spcPct val="120000"/>
              </a:lnSpc>
              <a:spcBef>
                <a:spcPts val="500"/>
              </a:spcBef>
              <a:spcAft>
                <a:spcPts val="0"/>
              </a:spcAft>
              <a:buClr>
                <a:schemeClr val="lt1"/>
              </a:buClr>
              <a:buSzPts val="1600"/>
              <a:buNone/>
              <a:defRPr sz="1600"/>
            </a:lvl6pPr>
            <a:lvl7pPr lvl="6" algn="ctr">
              <a:lnSpc>
                <a:spcPct val="120000"/>
              </a:lnSpc>
              <a:spcBef>
                <a:spcPts val="500"/>
              </a:spcBef>
              <a:spcAft>
                <a:spcPts val="0"/>
              </a:spcAft>
              <a:buClr>
                <a:schemeClr val="lt1"/>
              </a:buClr>
              <a:buSzPts val="1600"/>
              <a:buNone/>
              <a:defRPr sz="1600"/>
            </a:lvl7pPr>
            <a:lvl8pPr lvl="7" algn="ctr">
              <a:lnSpc>
                <a:spcPct val="120000"/>
              </a:lnSpc>
              <a:spcBef>
                <a:spcPts val="500"/>
              </a:spcBef>
              <a:spcAft>
                <a:spcPts val="0"/>
              </a:spcAft>
              <a:buClr>
                <a:schemeClr val="lt1"/>
              </a:buClr>
              <a:buSzPts val="1600"/>
              <a:buNone/>
              <a:defRPr sz="1600"/>
            </a:lvl8pPr>
            <a:lvl9pPr lvl="8" algn="ctr">
              <a:lnSpc>
                <a:spcPct val="120000"/>
              </a:lnSpc>
              <a:spcBef>
                <a:spcPts val="500"/>
              </a:spcBef>
              <a:spcAft>
                <a:spcPts val="0"/>
              </a:spcAft>
              <a:buClr>
                <a:schemeClr val="lt1"/>
              </a:buClr>
              <a:buSzPts val="1600"/>
              <a:buNone/>
              <a:defRPr sz="1600"/>
            </a:lvl9pPr>
          </a:lstStyle>
          <a:p>
            <a:endParaRPr/>
          </a:p>
        </p:txBody>
      </p:sp>
      <p:sp>
        <p:nvSpPr>
          <p:cNvPr id="18" name="Google Shape;18;p12"/>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685346" y="2088320"/>
            <a:ext cx="3829503" cy="370288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24" name="Google Shape;24;p13"/>
          <p:cNvSpPr txBox="1">
            <a:spLocks noGrp="1"/>
          </p:cNvSpPr>
          <p:nvPr>
            <p:ph type="body" idx="2"/>
          </p:nvPr>
        </p:nvSpPr>
        <p:spPr>
          <a:xfrm>
            <a:off x="4630052" y="2088320"/>
            <a:ext cx="3820616" cy="370288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25" name="Google Shape;25;p13"/>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3"/>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8"/>
        <p:cNvGrpSpPr/>
        <p:nvPr/>
      </p:nvGrpSpPr>
      <p:grpSpPr>
        <a:xfrm>
          <a:off x="0" y="0"/>
          <a:ext cx="0" cy="0"/>
          <a:chOff x="0" y="0"/>
          <a:chExt cx="0" cy="0"/>
        </a:xfrm>
      </p:grpSpPr>
      <p:sp>
        <p:nvSpPr>
          <p:cNvPr id="29" name="Google Shape;29;p14"/>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4"/>
          <p:cNvSpPr txBox="1">
            <a:spLocks noGrp="1"/>
          </p:cNvSpPr>
          <p:nvPr>
            <p:ph type="body" idx="1"/>
          </p:nvPr>
        </p:nvSpPr>
        <p:spPr>
          <a:xfrm>
            <a:off x="685346" y="2096064"/>
            <a:ext cx="7765322" cy="36951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31" name="Google Shape;31;p14"/>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4"/>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4"/>
        <p:cNvGrpSpPr/>
        <p:nvPr/>
      </p:nvGrpSpPr>
      <p:grpSpPr>
        <a:xfrm>
          <a:off x="0" y="0"/>
          <a:ext cx="0" cy="0"/>
          <a:chOff x="0" y="0"/>
          <a:chExt cx="0" cy="0"/>
        </a:xfrm>
      </p:grpSpPr>
      <p:sp>
        <p:nvSpPr>
          <p:cNvPr id="35" name="Google Shape;35;p15"/>
          <p:cNvSpPr txBox="1">
            <a:spLocks noGrp="1"/>
          </p:cNvSpPr>
          <p:nvPr>
            <p:ph type="title"/>
          </p:nvPr>
        </p:nvSpPr>
        <p:spPr>
          <a:xfrm>
            <a:off x="921933" y="657227"/>
            <a:ext cx="7300134"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400"/>
              <a:buFont typeface="Bookman Old Style"/>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5"/>
          <p:cNvSpPr txBox="1">
            <a:spLocks noGrp="1"/>
          </p:cNvSpPr>
          <p:nvPr>
            <p:ph type="body" idx="1"/>
          </p:nvPr>
        </p:nvSpPr>
        <p:spPr>
          <a:xfrm>
            <a:off x="921933" y="3602039"/>
            <a:ext cx="7300134" cy="1500187"/>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2400"/>
              <a:buNone/>
              <a:defRPr sz="2400">
                <a:solidFill>
                  <a:schemeClr val="lt1"/>
                </a:solidFill>
              </a:defRPr>
            </a:lvl1pPr>
            <a:lvl2pPr marL="914400" lvl="1" indent="-228600" algn="l">
              <a:lnSpc>
                <a:spcPct val="120000"/>
              </a:lnSpc>
              <a:spcBef>
                <a:spcPts val="500"/>
              </a:spcBef>
              <a:spcAft>
                <a:spcPts val="0"/>
              </a:spcAft>
              <a:buClr>
                <a:schemeClr val="lt1"/>
              </a:buClr>
              <a:buSzPts val="2000"/>
              <a:buNone/>
              <a:defRPr sz="2000">
                <a:solidFill>
                  <a:schemeClr val="lt1"/>
                </a:solidFill>
              </a:defRPr>
            </a:lvl2pPr>
            <a:lvl3pPr marL="1371600" lvl="2" indent="-228600" algn="l">
              <a:lnSpc>
                <a:spcPct val="120000"/>
              </a:lnSpc>
              <a:spcBef>
                <a:spcPts val="500"/>
              </a:spcBef>
              <a:spcAft>
                <a:spcPts val="0"/>
              </a:spcAft>
              <a:buClr>
                <a:schemeClr val="lt1"/>
              </a:buClr>
              <a:buSzPts val="1800"/>
              <a:buNone/>
              <a:defRPr sz="1800">
                <a:solidFill>
                  <a:schemeClr val="lt1"/>
                </a:solidFill>
              </a:defRPr>
            </a:lvl3pPr>
            <a:lvl4pPr marL="1828800" lvl="3" indent="-228600" algn="l">
              <a:lnSpc>
                <a:spcPct val="120000"/>
              </a:lnSpc>
              <a:spcBef>
                <a:spcPts val="500"/>
              </a:spcBef>
              <a:spcAft>
                <a:spcPts val="0"/>
              </a:spcAft>
              <a:buClr>
                <a:schemeClr val="lt1"/>
              </a:buClr>
              <a:buSzPts val="1600"/>
              <a:buNone/>
              <a:defRPr sz="1600">
                <a:solidFill>
                  <a:schemeClr val="lt1"/>
                </a:solidFill>
              </a:defRPr>
            </a:lvl4pPr>
            <a:lvl5pPr marL="2286000" lvl="4" indent="-228600" algn="l">
              <a:lnSpc>
                <a:spcPct val="120000"/>
              </a:lnSpc>
              <a:spcBef>
                <a:spcPts val="500"/>
              </a:spcBef>
              <a:spcAft>
                <a:spcPts val="0"/>
              </a:spcAft>
              <a:buClr>
                <a:schemeClr val="lt1"/>
              </a:buClr>
              <a:buSzPts val="1600"/>
              <a:buNone/>
              <a:defRPr sz="1600">
                <a:solidFill>
                  <a:schemeClr val="lt1"/>
                </a:solidFill>
              </a:defRPr>
            </a:lvl5pPr>
            <a:lvl6pPr marL="2743200" lvl="5" indent="-228600" algn="l">
              <a:lnSpc>
                <a:spcPct val="120000"/>
              </a:lnSpc>
              <a:spcBef>
                <a:spcPts val="500"/>
              </a:spcBef>
              <a:spcAft>
                <a:spcPts val="0"/>
              </a:spcAft>
              <a:buClr>
                <a:schemeClr val="lt1"/>
              </a:buClr>
              <a:buSzPts val="1600"/>
              <a:buNone/>
              <a:defRPr sz="1600">
                <a:solidFill>
                  <a:schemeClr val="lt1"/>
                </a:solidFill>
              </a:defRPr>
            </a:lvl6pPr>
            <a:lvl7pPr marL="3200400" lvl="6" indent="-228600" algn="l">
              <a:lnSpc>
                <a:spcPct val="120000"/>
              </a:lnSpc>
              <a:spcBef>
                <a:spcPts val="500"/>
              </a:spcBef>
              <a:spcAft>
                <a:spcPts val="0"/>
              </a:spcAft>
              <a:buClr>
                <a:schemeClr val="lt1"/>
              </a:buClr>
              <a:buSzPts val="1600"/>
              <a:buNone/>
              <a:defRPr sz="1600">
                <a:solidFill>
                  <a:schemeClr val="lt1"/>
                </a:solidFill>
              </a:defRPr>
            </a:lvl7pPr>
            <a:lvl8pPr marL="3657600" lvl="7" indent="-228600" algn="l">
              <a:lnSpc>
                <a:spcPct val="120000"/>
              </a:lnSpc>
              <a:spcBef>
                <a:spcPts val="500"/>
              </a:spcBef>
              <a:spcAft>
                <a:spcPts val="0"/>
              </a:spcAft>
              <a:buClr>
                <a:schemeClr val="lt1"/>
              </a:buClr>
              <a:buSzPts val="1600"/>
              <a:buNone/>
              <a:defRPr sz="1600">
                <a:solidFill>
                  <a:schemeClr val="lt1"/>
                </a:solidFill>
              </a:defRPr>
            </a:lvl8pPr>
            <a:lvl9pPr marL="4114800" lvl="8" indent="-228600" algn="l">
              <a:lnSpc>
                <a:spcPct val="120000"/>
              </a:lnSpc>
              <a:spcBef>
                <a:spcPts val="500"/>
              </a:spcBef>
              <a:spcAft>
                <a:spcPts val="0"/>
              </a:spcAft>
              <a:buClr>
                <a:schemeClr val="lt1"/>
              </a:buClr>
              <a:buSzPts val="1600"/>
              <a:buNone/>
              <a:defRPr sz="1600">
                <a:solidFill>
                  <a:schemeClr val="lt1"/>
                </a:solidFill>
              </a:defRPr>
            </a:lvl9pPr>
          </a:lstStyle>
          <a:p>
            <a:endParaRPr/>
          </a:p>
        </p:txBody>
      </p:sp>
      <p:sp>
        <p:nvSpPr>
          <p:cNvPr id="37" name="Google Shape;37;p15"/>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685347" y="609601"/>
            <a:ext cx="7765321"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915427" y="2088320"/>
            <a:ext cx="3600326"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lt1"/>
              </a:buClr>
              <a:buSzPts val="2400"/>
              <a:buNone/>
              <a:defRPr sz="2400" b="1"/>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43" name="Google Shape;43;p16"/>
          <p:cNvSpPr txBox="1">
            <a:spLocks noGrp="1"/>
          </p:cNvSpPr>
          <p:nvPr>
            <p:ph type="body" idx="2"/>
          </p:nvPr>
        </p:nvSpPr>
        <p:spPr>
          <a:xfrm>
            <a:off x="685346" y="2912232"/>
            <a:ext cx="3830406" cy="28789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44" name="Google Shape;44;p16"/>
          <p:cNvSpPr txBox="1">
            <a:spLocks noGrp="1"/>
          </p:cNvSpPr>
          <p:nvPr>
            <p:ph type="body" idx="3"/>
          </p:nvPr>
        </p:nvSpPr>
        <p:spPr>
          <a:xfrm>
            <a:off x="4859230" y="2088320"/>
            <a:ext cx="359143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lt1"/>
              </a:buClr>
              <a:buSzPts val="2400"/>
              <a:buNone/>
              <a:defRPr sz="2400" b="1"/>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45" name="Google Shape;45;p16"/>
          <p:cNvSpPr txBox="1">
            <a:spLocks noGrp="1"/>
          </p:cNvSpPr>
          <p:nvPr>
            <p:ph type="body" idx="4"/>
          </p:nvPr>
        </p:nvSpPr>
        <p:spPr>
          <a:xfrm>
            <a:off x="4629150" y="2912232"/>
            <a:ext cx="3821518" cy="28789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46" name="Google Shape;46;p16"/>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18"/>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687921" y="609600"/>
            <a:ext cx="2949178" cy="2362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2800"/>
              <a:buFont typeface="Bookman Old Style"/>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3808548" y="609600"/>
            <a:ext cx="4642119" cy="5181600"/>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61" name="Google Shape;61;p19"/>
          <p:cNvSpPr txBox="1">
            <a:spLocks noGrp="1"/>
          </p:cNvSpPr>
          <p:nvPr>
            <p:ph type="body" idx="2"/>
          </p:nvPr>
        </p:nvSpPr>
        <p:spPr>
          <a:xfrm>
            <a:off x="687921" y="2971801"/>
            <a:ext cx="2949178" cy="2819399"/>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600"/>
              <a:buNone/>
              <a:defRPr sz="1600"/>
            </a:lvl1pPr>
            <a:lvl2pPr marL="914400" lvl="1" indent="-228600" algn="l">
              <a:lnSpc>
                <a:spcPct val="120000"/>
              </a:lnSpc>
              <a:spcBef>
                <a:spcPts val="500"/>
              </a:spcBef>
              <a:spcAft>
                <a:spcPts val="0"/>
              </a:spcAft>
              <a:buClr>
                <a:schemeClr val="lt1"/>
              </a:buClr>
              <a:buSzPts val="1400"/>
              <a:buNone/>
              <a:defRPr sz="1400"/>
            </a:lvl2pPr>
            <a:lvl3pPr marL="1371600" lvl="2" indent="-228600" algn="l">
              <a:lnSpc>
                <a:spcPct val="120000"/>
              </a:lnSpc>
              <a:spcBef>
                <a:spcPts val="500"/>
              </a:spcBef>
              <a:spcAft>
                <a:spcPts val="0"/>
              </a:spcAft>
              <a:buClr>
                <a:schemeClr val="lt1"/>
              </a:buClr>
              <a:buSzPts val="1200"/>
              <a:buNone/>
              <a:defRPr sz="1200"/>
            </a:lvl3pPr>
            <a:lvl4pPr marL="1828800" lvl="3" indent="-228600" algn="l">
              <a:lnSpc>
                <a:spcPct val="120000"/>
              </a:lnSpc>
              <a:spcBef>
                <a:spcPts val="500"/>
              </a:spcBef>
              <a:spcAft>
                <a:spcPts val="0"/>
              </a:spcAft>
              <a:buClr>
                <a:schemeClr val="lt1"/>
              </a:buClr>
              <a:buSzPts val="1000"/>
              <a:buNone/>
              <a:defRPr sz="1000"/>
            </a:lvl4pPr>
            <a:lvl5pPr marL="2286000" lvl="4" indent="-228600" algn="l">
              <a:lnSpc>
                <a:spcPct val="120000"/>
              </a:lnSpc>
              <a:spcBef>
                <a:spcPts val="500"/>
              </a:spcBef>
              <a:spcAft>
                <a:spcPts val="0"/>
              </a:spcAft>
              <a:buClr>
                <a:schemeClr val="lt1"/>
              </a:buClr>
              <a:buSzPts val="1000"/>
              <a:buNone/>
              <a:defRPr sz="1000"/>
            </a:lvl5pPr>
            <a:lvl6pPr marL="2743200" lvl="5" indent="-228600" algn="l">
              <a:lnSpc>
                <a:spcPct val="120000"/>
              </a:lnSpc>
              <a:spcBef>
                <a:spcPts val="500"/>
              </a:spcBef>
              <a:spcAft>
                <a:spcPts val="0"/>
              </a:spcAft>
              <a:buClr>
                <a:schemeClr val="lt1"/>
              </a:buClr>
              <a:buSzPts val="1000"/>
              <a:buNone/>
              <a:defRPr sz="1000"/>
            </a:lvl6pPr>
            <a:lvl7pPr marL="3200400" lvl="6" indent="-228600" algn="l">
              <a:lnSpc>
                <a:spcPct val="120000"/>
              </a:lnSpc>
              <a:spcBef>
                <a:spcPts val="500"/>
              </a:spcBef>
              <a:spcAft>
                <a:spcPts val="0"/>
              </a:spcAft>
              <a:buClr>
                <a:schemeClr val="lt1"/>
              </a:buClr>
              <a:buSzPts val="1000"/>
              <a:buNone/>
              <a:defRPr sz="1000"/>
            </a:lvl7pPr>
            <a:lvl8pPr marL="3657600" lvl="7" indent="-228600" algn="l">
              <a:lnSpc>
                <a:spcPct val="120000"/>
              </a:lnSpc>
              <a:spcBef>
                <a:spcPts val="500"/>
              </a:spcBef>
              <a:spcAft>
                <a:spcPts val="0"/>
              </a:spcAft>
              <a:buClr>
                <a:schemeClr val="lt1"/>
              </a:buClr>
              <a:buSzPts val="1000"/>
              <a:buNone/>
              <a:defRPr sz="1000"/>
            </a:lvl8pPr>
            <a:lvl9pPr marL="4114800" lvl="8" indent="-228600" algn="l">
              <a:lnSpc>
                <a:spcPct val="120000"/>
              </a:lnSpc>
              <a:spcBef>
                <a:spcPts val="500"/>
              </a:spcBef>
              <a:spcAft>
                <a:spcPts val="0"/>
              </a:spcAft>
              <a:buClr>
                <a:schemeClr val="lt1"/>
              </a:buClr>
              <a:buSzPts val="1000"/>
              <a:buNone/>
              <a:defRPr sz="1000"/>
            </a:lvl9pPr>
          </a:lstStyle>
          <a:p>
            <a:endParaRPr/>
          </a:p>
        </p:txBody>
      </p:sp>
      <p:sp>
        <p:nvSpPr>
          <p:cNvPr id="62" name="Google Shape;62;p19"/>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687921" y="609600"/>
            <a:ext cx="4167603" cy="2362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200"/>
              <a:buFont typeface="Bookman Old Styl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0"/>
          <p:cNvSpPr>
            <a:spLocks noGrp="1"/>
          </p:cNvSpPr>
          <p:nvPr>
            <p:ph type="pic" idx="2"/>
          </p:nvPr>
        </p:nvSpPr>
        <p:spPr>
          <a:xfrm>
            <a:off x="5249932" y="758881"/>
            <a:ext cx="2966938" cy="4883038"/>
          </a:xfrm>
          <a:prstGeom prst="rect">
            <a:avLst/>
          </a:prstGeom>
          <a:noFill/>
          <a:ln w="1905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sp>
      <p:sp>
        <p:nvSpPr>
          <p:cNvPr id="68" name="Google Shape;68;p20"/>
          <p:cNvSpPr txBox="1">
            <a:spLocks noGrp="1"/>
          </p:cNvSpPr>
          <p:nvPr>
            <p:ph type="body" idx="1"/>
          </p:nvPr>
        </p:nvSpPr>
        <p:spPr>
          <a:xfrm>
            <a:off x="685346" y="2971800"/>
            <a:ext cx="4171242" cy="2819400"/>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800"/>
              <a:buNone/>
              <a:defRPr sz="1800"/>
            </a:lvl1pPr>
            <a:lvl2pPr marL="914400" lvl="1" indent="-228600" algn="l">
              <a:lnSpc>
                <a:spcPct val="120000"/>
              </a:lnSpc>
              <a:spcBef>
                <a:spcPts val="500"/>
              </a:spcBef>
              <a:spcAft>
                <a:spcPts val="0"/>
              </a:spcAft>
              <a:buClr>
                <a:schemeClr val="lt1"/>
              </a:buClr>
              <a:buSzPts val="1400"/>
              <a:buNone/>
              <a:defRPr sz="1400"/>
            </a:lvl2pPr>
            <a:lvl3pPr marL="1371600" lvl="2" indent="-228600" algn="l">
              <a:lnSpc>
                <a:spcPct val="120000"/>
              </a:lnSpc>
              <a:spcBef>
                <a:spcPts val="500"/>
              </a:spcBef>
              <a:spcAft>
                <a:spcPts val="0"/>
              </a:spcAft>
              <a:buClr>
                <a:schemeClr val="lt1"/>
              </a:buClr>
              <a:buSzPts val="1200"/>
              <a:buNone/>
              <a:defRPr sz="1200"/>
            </a:lvl3pPr>
            <a:lvl4pPr marL="1828800" lvl="3" indent="-228600" algn="l">
              <a:lnSpc>
                <a:spcPct val="120000"/>
              </a:lnSpc>
              <a:spcBef>
                <a:spcPts val="500"/>
              </a:spcBef>
              <a:spcAft>
                <a:spcPts val="0"/>
              </a:spcAft>
              <a:buClr>
                <a:schemeClr val="lt1"/>
              </a:buClr>
              <a:buSzPts val="1000"/>
              <a:buNone/>
              <a:defRPr sz="1000"/>
            </a:lvl4pPr>
            <a:lvl5pPr marL="2286000" lvl="4" indent="-228600" algn="l">
              <a:lnSpc>
                <a:spcPct val="120000"/>
              </a:lnSpc>
              <a:spcBef>
                <a:spcPts val="500"/>
              </a:spcBef>
              <a:spcAft>
                <a:spcPts val="0"/>
              </a:spcAft>
              <a:buClr>
                <a:schemeClr val="lt1"/>
              </a:buClr>
              <a:buSzPts val="1000"/>
              <a:buNone/>
              <a:defRPr sz="1000"/>
            </a:lvl5pPr>
            <a:lvl6pPr marL="2743200" lvl="5" indent="-228600" algn="l">
              <a:lnSpc>
                <a:spcPct val="120000"/>
              </a:lnSpc>
              <a:spcBef>
                <a:spcPts val="500"/>
              </a:spcBef>
              <a:spcAft>
                <a:spcPts val="0"/>
              </a:spcAft>
              <a:buClr>
                <a:schemeClr val="lt1"/>
              </a:buClr>
              <a:buSzPts val="1000"/>
              <a:buNone/>
              <a:defRPr sz="1000"/>
            </a:lvl6pPr>
            <a:lvl7pPr marL="3200400" lvl="6" indent="-228600" algn="l">
              <a:lnSpc>
                <a:spcPct val="120000"/>
              </a:lnSpc>
              <a:spcBef>
                <a:spcPts val="500"/>
              </a:spcBef>
              <a:spcAft>
                <a:spcPts val="0"/>
              </a:spcAft>
              <a:buClr>
                <a:schemeClr val="lt1"/>
              </a:buClr>
              <a:buSzPts val="1000"/>
              <a:buNone/>
              <a:defRPr sz="1000"/>
            </a:lvl7pPr>
            <a:lvl8pPr marL="3657600" lvl="7" indent="-228600" algn="l">
              <a:lnSpc>
                <a:spcPct val="120000"/>
              </a:lnSpc>
              <a:spcBef>
                <a:spcPts val="500"/>
              </a:spcBef>
              <a:spcAft>
                <a:spcPts val="0"/>
              </a:spcAft>
              <a:buClr>
                <a:schemeClr val="lt1"/>
              </a:buClr>
              <a:buSzPts val="1000"/>
              <a:buNone/>
              <a:defRPr sz="1000"/>
            </a:lvl8pPr>
            <a:lvl9pPr marL="4114800" lvl="8" indent="-228600" algn="l">
              <a:lnSpc>
                <a:spcPct val="120000"/>
              </a:lnSpc>
              <a:spcBef>
                <a:spcPts val="500"/>
              </a:spcBef>
              <a:spcAft>
                <a:spcPts val="0"/>
              </a:spcAft>
              <a:buClr>
                <a:schemeClr val="lt1"/>
              </a:buClr>
              <a:buSzPts val="1000"/>
              <a:buNone/>
              <a:defRPr sz="1000"/>
            </a:lvl9pPr>
          </a:lstStyle>
          <a:p>
            <a:endParaRPr/>
          </a:p>
        </p:txBody>
      </p:sp>
      <p:sp>
        <p:nvSpPr>
          <p:cNvPr id="69" name="Google Shape;69;p20"/>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panorámica con descripción">
  <p:cSld name="Imagen panorámica con descripción">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685355" y="4289373"/>
            <a:ext cx="7775673" cy="81935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2800"/>
              <a:buFont typeface="Bookman Old Style"/>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1"/>
          <p:cNvSpPr>
            <a:spLocks noGrp="1"/>
          </p:cNvSpPr>
          <p:nvPr>
            <p:ph type="pic" idx="2"/>
          </p:nvPr>
        </p:nvSpPr>
        <p:spPr>
          <a:xfrm>
            <a:off x="685355" y="621322"/>
            <a:ext cx="7775673" cy="3379735"/>
          </a:xfrm>
          <a:prstGeom prst="rect">
            <a:avLst/>
          </a:prstGeom>
          <a:noFill/>
          <a:ln w="1905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sp>
      <p:sp>
        <p:nvSpPr>
          <p:cNvPr id="75" name="Google Shape;75;p21"/>
          <p:cNvSpPr txBox="1">
            <a:spLocks noGrp="1"/>
          </p:cNvSpPr>
          <p:nvPr>
            <p:ph type="body" idx="1"/>
          </p:nvPr>
        </p:nvSpPr>
        <p:spPr>
          <a:xfrm>
            <a:off x="685346" y="5108728"/>
            <a:ext cx="7774499" cy="682472"/>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800"/>
              <a:buNone/>
              <a:defRPr sz="1800"/>
            </a:lvl1pPr>
            <a:lvl2pPr marL="914400" lvl="1" indent="-228600" algn="l">
              <a:lnSpc>
                <a:spcPct val="120000"/>
              </a:lnSpc>
              <a:spcBef>
                <a:spcPts val="500"/>
              </a:spcBef>
              <a:spcAft>
                <a:spcPts val="0"/>
              </a:spcAft>
              <a:buClr>
                <a:schemeClr val="lt1"/>
              </a:buClr>
              <a:buSzPts val="1400"/>
              <a:buNone/>
              <a:defRPr sz="1400"/>
            </a:lvl2pPr>
            <a:lvl3pPr marL="1371600" lvl="2" indent="-228600" algn="l">
              <a:lnSpc>
                <a:spcPct val="120000"/>
              </a:lnSpc>
              <a:spcBef>
                <a:spcPts val="500"/>
              </a:spcBef>
              <a:spcAft>
                <a:spcPts val="0"/>
              </a:spcAft>
              <a:buClr>
                <a:schemeClr val="lt1"/>
              </a:buClr>
              <a:buSzPts val="1200"/>
              <a:buNone/>
              <a:defRPr sz="1200"/>
            </a:lvl3pPr>
            <a:lvl4pPr marL="1828800" lvl="3" indent="-228600" algn="l">
              <a:lnSpc>
                <a:spcPct val="120000"/>
              </a:lnSpc>
              <a:spcBef>
                <a:spcPts val="500"/>
              </a:spcBef>
              <a:spcAft>
                <a:spcPts val="0"/>
              </a:spcAft>
              <a:buClr>
                <a:schemeClr val="lt1"/>
              </a:buClr>
              <a:buSzPts val="1000"/>
              <a:buNone/>
              <a:defRPr sz="1000"/>
            </a:lvl4pPr>
            <a:lvl5pPr marL="2286000" lvl="4" indent="-228600" algn="l">
              <a:lnSpc>
                <a:spcPct val="120000"/>
              </a:lnSpc>
              <a:spcBef>
                <a:spcPts val="500"/>
              </a:spcBef>
              <a:spcAft>
                <a:spcPts val="0"/>
              </a:spcAft>
              <a:buClr>
                <a:schemeClr val="lt1"/>
              </a:buClr>
              <a:buSzPts val="1000"/>
              <a:buNone/>
              <a:defRPr sz="1000"/>
            </a:lvl5pPr>
            <a:lvl6pPr marL="2743200" lvl="5" indent="-228600" algn="l">
              <a:lnSpc>
                <a:spcPct val="120000"/>
              </a:lnSpc>
              <a:spcBef>
                <a:spcPts val="500"/>
              </a:spcBef>
              <a:spcAft>
                <a:spcPts val="0"/>
              </a:spcAft>
              <a:buClr>
                <a:schemeClr val="lt1"/>
              </a:buClr>
              <a:buSzPts val="1000"/>
              <a:buNone/>
              <a:defRPr sz="1000"/>
            </a:lvl6pPr>
            <a:lvl7pPr marL="3200400" lvl="6" indent="-228600" algn="l">
              <a:lnSpc>
                <a:spcPct val="120000"/>
              </a:lnSpc>
              <a:spcBef>
                <a:spcPts val="500"/>
              </a:spcBef>
              <a:spcAft>
                <a:spcPts val="0"/>
              </a:spcAft>
              <a:buClr>
                <a:schemeClr val="lt1"/>
              </a:buClr>
              <a:buSzPts val="1000"/>
              <a:buNone/>
              <a:defRPr sz="1000"/>
            </a:lvl7pPr>
            <a:lvl8pPr marL="3657600" lvl="7" indent="-228600" algn="l">
              <a:lnSpc>
                <a:spcPct val="120000"/>
              </a:lnSpc>
              <a:spcBef>
                <a:spcPts val="500"/>
              </a:spcBef>
              <a:spcAft>
                <a:spcPts val="0"/>
              </a:spcAft>
              <a:buClr>
                <a:schemeClr val="lt1"/>
              </a:buClr>
              <a:buSzPts val="1000"/>
              <a:buNone/>
              <a:defRPr sz="1000"/>
            </a:lvl8pPr>
            <a:lvl9pPr marL="4114800" lvl="8" indent="-228600" algn="l">
              <a:lnSpc>
                <a:spcPct val="120000"/>
              </a:lnSpc>
              <a:spcBef>
                <a:spcPts val="500"/>
              </a:spcBef>
              <a:spcAft>
                <a:spcPts val="0"/>
              </a:spcAft>
              <a:buClr>
                <a:schemeClr val="lt1"/>
              </a:buClr>
              <a:buSzPts val="1000"/>
              <a:buNone/>
              <a:defRPr sz="1000"/>
            </a:lvl9pPr>
          </a:lstStyle>
          <a:p>
            <a:endParaRPr/>
          </a:p>
        </p:txBody>
      </p:sp>
      <p:sp>
        <p:nvSpPr>
          <p:cNvPr id="76" name="Google Shape;76;p21"/>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1"/>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descripción">
  <p:cSld name="Título y descripción">
    <p:spTree>
      <p:nvGrpSpPr>
        <p:cNvPr id="1" name="Shape 79"/>
        <p:cNvGrpSpPr/>
        <p:nvPr/>
      </p:nvGrpSpPr>
      <p:grpSpPr>
        <a:xfrm>
          <a:off x="0" y="0"/>
          <a:ext cx="0" cy="0"/>
          <a:chOff x="0" y="0"/>
          <a:chExt cx="0" cy="0"/>
        </a:xfrm>
      </p:grpSpPr>
      <p:sp>
        <p:nvSpPr>
          <p:cNvPr id="80" name="Google Shape;80;p22"/>
          <p:cNvSpPr txBox="1">
            <a:spLocks noGrp="1"/>
          </p:cNvSpPr>
          <p:nvPr>
            <p:ph type="title"/>
          </p:nvPr>
        </p:nvSpPr>
        <p:spPr>
          <a:xfrm>
            <a:off x="685346" y="609601"/>
            <a:ext cx="7765322" cy="3424859"/>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200"/>
              <a:buFont typeface="Bookman Old Styl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2"/>
          <p:cNvSpPr txBox="1">
            <a:spLocks noGrp="1"/>
          </p:cNvSpPr>
          <p:nvPr>
            <p:ph type="body" idx="1"/>
          </p:nvPr>
        </p:nvSpPr>
        <p:spPr>
          <a:xfrm>
            <a:off x="685347" y="4204820"/>
            <a:ext cx="7765321" cy="1592186"/>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1000"/>
              </a:spcBef>
              <a:spcAft>
                <a:spcPts val="0"/>
              </a:spcAft>
              <a:buClr>
                <a:schemeClr val="lt1"/>
              </a:buClr>
              <a:buSzPts val="1600"/>
              <a:buNone/>
              <a:defRPr sz="1600"/>
            </a:lvl1pPr>
            <a:lvl2pPr marL="914400" lvl="1" indent="-228600" algn="l">
              <a:lnSpc>
                <a:spcPct val="120000"/>
              </a:lnSpc>
              <a:spcBef>
                <a:spcPts val="500"/>
              </a:spcBef>
              <a:spcAft>
                <a:spcPts val="0"/>
              </a:spcAft>
              <a:buClr>
                <a:schemeClr val="lt1"/>
              </a:buClr>
              <a:buSzPts val="1400"/>
              <a:buNone/>
              <a:defRPr sz="1400"/>
            </a:lvl2pPr>
            <a:lvl3pPr marL="1371600" lvl="2" indent="-228600" algn="l">
              <a:lnSpc>
                <a:spcPct val="120000"/>
              </a:lnSpc>
              <a:spcBef>
                <a:spcPts val="500"/>
              </a:spcBef>
              <a:spcAft>
                <a:spcPts val="0"/>
              </a:spcAft>
              <a:buClr>
                <a:schemeClr val="lt1"/>
              </a:buClr>
              <a:buSzPts val="1200"/>
              <a:buNone/>
              <a:defRPr sz="1200"/>
            </a:lvl3pPr>
            <a:lvl4pPr marL="1828800" lvl="3" indent="-228600" algn="l">
              <a:lnSpc>
                <a:spcPct val="120000"/>
              </a:lnSpc>
              <a:spcBef>
                <a:spcPts val="500"/>
              </a:spcBef>
              <a:spcAft>
                <a:spcPts val="0"/>
              </a:spcAft>
              <a:buClr>
                <a:schemeClr val="lt1"/>
              </a:buClr>
              <a:buSzPts val="1000"/>
              <a:buNone/>
              <a:defRPr sz="1000"/>
            </a:lvl4pPr>
            <a:lvl5pPr marL="2286000" lvl="4" indent="-228600" algn="l">
              <a:lnSpc>
                <a:spcPct val="120000"/>
              </a:lnSpc>
              <a:spcBef>
                <a:spcPts val="500"/>
              </a:spcBef>
              <a:spcAft>
                <a:spcPts val="0"/>
              </a:spcAft>
              <a:buClr>
                <a:schemeClr val="lt1"/>
              </a:buClr>
              <a:buSzPts val="1000"/>
              <a:buNone/>
              <a:defRPr sz="1000"/>
            </a:lvl5pPr>
            <a:lvl6pPr marL="2743200" lvl="5" indent="-228600" algn="l">
              <a:lnSpc>
                <a:spcPct val="120000"/>
              </a:lnSpc>
              <a:spcBef>
                <a:spcPts val="500"/>
              </a:spcBef>
              <a:spcAft>
                <a:spcPts val="0"/>
              </a:spcAft>
              <a:buClr>
                <a:schemeClr val="lt1"/>
              </a:buClr>
              <a:buSzPts val="1000"/>
              <a:buNone/>
              <a:defRPr sz="1000"/>
            </a:lvl6pPr>
            <a:lvl7pPr marL="3200400" lvl="6" indent="-228600" algn="l">
              <a:lnSpc>
                <a:spcPct val="120000"/>
              </a:lnSpc>
              <a:spcBef>
                <a:spcPts val="500"/>
              </a:spcBef>
              <a:spcAft>
                <a:spcPts val="0"/>
              </a:spcAft>
              <a:buClr>
                <a:schemeClr val="lt1"/>
              </a:buClr>
              <a:buSzPts val="1000"/>
              <a:buNone/>
              <a:defRPr sz="1000"/>
            </a:lvl7pPr>
            <a:lvl8pPr marL="3657600" lvl="7" indent="-228600" algn="l">
              <a:lnSpc>
                <a:spcPct val="120000"/>
              </a:lnSpc>
              <a:spcBef>
                <a:spcPts val="500"/>
              </a:spcBef>
              <a:spcAft>
                <a:spcPts val="0"/>
              </a:spcAft>
              <a:buClr>
                <a:schemeClr val="lt1"/>
              </a:buClr>
              <a:buSzPts val="1000"/>
              <a:buNone/>
              <a:defRPr sz="1000"/>
            </a:lvl8pPr>
            <a:lvl9pPr marL="4114800" lvl="8" indent="-228600" algn="l">
              <a:lnSpc>
                <a:spcPct val="120000"/>
              </a:lnSpc>
              <a:spcBef>
                <a:spcPts val="500"/>
              </a:spcBef>
              <a:spcAft>
                <a:spcPts val="0"/>
              </a:spcAft>
              <a:buClr>
                <a:schemeClr val="lt1"/>
              </a:buClr>
              <a:buSzPts val="1000"/>
              <a:buNone/>
              <a:defRPr sz="1000"/>
            </a:lvl9pPr>
          </a:lstStyle>
          <a:p>
            <a:endParaRPr/>
          </a:p>
        </p:txBody>
      </p:sp>
      <p:sp>
        <p:nvSpPr>
          <p:cNvPr id="82" name="Google Shape;82;p22"/>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2"/>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2"/>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ita con descripción">
  <p:cSld name="Cita con descripción">
    <p:spTree>
      <p:nvGrpSpPr>
        <p:cNvPr id="1" name="Shape 85"/>
        <p:cNvGrpSpPr/>
        <p:nvPr/>
      </p:nvGrpSpPr>
      <p:grpSpPr>
        <a:xfrm>
          <a:off x="0" y="0"/>
          <a:ext cx="0" cy="0"/>
          <a:chOff x="0" y="0"/>
          <a:chExt cx="0" cy="0"/>
        </a:xfrm>
      </p:grpSpPr>
      <p:sp>
        <p:nvSpPr>
          <p:cNvPr id="86" name="Google Shape;86;p23"/>
          <p:cNvSpPr txBox="1">
            <a:spLocks noGrp="1"/>
          </p:cNvSpPr>
          <p:nvPr>
            <p:ph type="title"/>
          </p:nvPr>
        </p:nvSpPr>
        <p:spPr>
          <a:xfrm>
            <a:off x="1084659" y="609600"/>
            <a:ext cx="6977064" cy="299290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200"/>
              <a:buFont typeface="Bookman Old Styl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3"/>
          <p:cNvSpPr txBox="1">
            <a:spLocks noGrp="1"/>
          </p:cNvSpPr>
          <p:nvPr>
            <p:ph type="body" idx="1"/>
          </p:nvPr>
        </p:nvSpPr>
        <p:spPr>
          <a:xfrm>
            <a:off x="1290484" y="3610032"/>
            <a:ext cx="6564224" cy="426812"/>
          </a:xfrm>
          <a:prstGeom prst="rect">
            <a:avLst/>
          </a:prstGeom>
          <a:noFill/>
          <a:ln>
            <a:noFill/>
          </a:ln>
        </p:spPr>
        <p:txBody>
          <a:bodyPr spcFirstLastPara="1" wrap="square" lIns="91425" tIns="45700" rIns="91425" bIns="45700" anchor="t" anchorCtr="0">
            <a:normAutofit/>
          </a:bodyPr>
          <a:lstStyle>
            <a:lvl1pPr marL="457200" lvl="0" indent="-228600" algn="r">
              <a:lnSpc>
                <a:spcPct val="120000"/>
              </a:lnSpc>
              <a:spcBef>
                <a:spcPts val="1000"/>
              </a:spcBef>
              <a:spcAft>
                <a:spcPts val="0"/>
              </a:spcAft>
              <a:buClr>
                <a:schemeClr val="lt1"/>
              </a:buClr>
              <a:buSzPts val="1400"/>
              <a:buNone/>
              <a:defRPr sz="1400"/>
            </a:lvl1pPr>
            <a:lvl2pPr marL="914400" lvl="1" indent="-228600" algn="l">
              <a:lnSpc>
                <a:spcPct val="120000"/>
              </a:lnSpc>
              <a:spcBef>
                <a:spcPts val="500"/>
              </a:spcBef>
              <a:spcAft>
                <a:spcPts val="0"/>
              </a:spcAft>
              <a:buClr>
                <a:schemeClr val="lt1"/>
              </a:buClr>
              <a:buSzPts val="1400"/>
              <a:buNone/>
              <a:defRPr sz="1400"/>
            </a:lvl2pPr>
            <a:lvl3pPr marL="1371600" lvl="2" indent="-228600" algn="l">
              <a:lnSpc>
                <a:spcPct val="120000"/>
              </a:lnSpc>
              <a:spcBef>
                <a:spcPts val="500"/>
              </a:spcBef>
              <a:spcAft>
                <a:spcPts val="0"/>
              </a:spcAft>
              <a:buClr>
                <a:schemeClr val="lt1"/>
              </a:buClr>
              <a:buSzPts val="1200"/>
              <a:buNone/>
              <a:defRPr sz="1200"/>
            </a:lvl3pPr>
            <a:lvl4pPr marL="1828800" lvl="3" indent="-228600" algn="l">
              <a:lnSpc>
                <a:spcPct val="120000"/>
              </a:lnSpc>
              <a:spcBef>
                <a:spcPts val="500"/>
              </a:spcBef>
              <a:spcAft>
                <a:spcPts val="0"/>
              </a:spcAft>
              <a:buClr>
                <a:schemeClr val="lt1"/>
              </a:buClr>
              <a:buSzPts val="1000"/>
              <a:buNone/>
              <a:defRPr sz="1000"/>
            </a:lvl4pPr>
            <a:lvl5pPr marL="2286000" lvl="4" indent="-228600" algn="l">
              <a:lnSpc>
                <a:spcPct val="120000"/>
              </a:lnSpc>
              <a:spcBef>
                <a:spcPts val="500"/>
              </a:spcBef>
              <a:spcAft>
                <a:spcPts val="0"/>
              </a:spcAft>
              <a:buClr>
                <a:schemeClr val="lt1"/>
              </a:buClr>
              <a:buSzPts val="1000"/>
              <a:buNone/>
              <a:defRPr sz="1000"/>
            </a:lvl5pPr>
            <a:lvl6pPr marL="2743200" lvl="5" indent="-228600" algn="l">
              <a:lnSpc>
                <a:spcPct val="120000"/>
              </a:lnSpc>
              <a:spcBef>
                <a:spcPts val="500"/>
              </a:spcBef>
              <a:spcAft>
                <a:spcPts val="0"/>
              </a:spcAft>
              <a:buClr>
                <a:schemeClr val="lt1"/>
              </a:buClr>
              <a:buSzPts val="1000"/>
              <a:buNone/>
              <a:defRPr sz="1000"/>
            </a:lvl6pPr>
            <a:lvl7pPr marL="3200400" lvl="6" indent="-228600" algn="l">
              <a:lnSpc>
                <a:spcPct val="120000"/>
              </a:lnSpc>
              <a:spcBef>
                <a:spcPts val="500"/>
              </a:spcBef>
              <a:spcAft>
                <a:spcPts val="0"/>
              </a:spcAft>
              <a:buClr>
                <a:schemeClr val="lt1"/>
              </a:buClr>
              <a:buSzPts val="1000"/>
              <a:buNone/>
              <a:defRPr sz="1000"/>
            </a:lvl7pPr>
            <a:lvl8pPr marL="3657600" lvl="7" indent="-228600" algn="l">
              <a:lnSpc>
                <a:spcPct val="120000"/>
              </a:lnSpc>
              <a:spcBef>
                <a:spcPts val="500"/>
              </a:spcBef>
              <a:spcAft>
                <a:spcPts val="0"/>
              </a:spcAft>
              <a:buClr>
                <a:schemeClr val="lt1"/>
              </a:buClr>
              <a:buSzPts val="1000"/>
              <a:buNone/>
              <a:defRPr sz="1000"/>
            </a:lvl8pPr>
            <a:lvl9pPr marL="4114800" lvl="8" indent="-228600" algn="l">
              <a:lnSpc>
                <a:spcPct val="120000"/>
              </a:lnSpc>
              <a:spcBef>
                <a:spcPts val="500"/>
              </a:spcBef>
              <a:spcAft>
                <a:spcPts val="0"/>
              </a:spcAft>
              <a:buClr>
                <a:schemeClr val="lt1"/>
              </a:buClr>
              <a:buSzPts val="1000"/>
              <a:buNone/>
              <a:defRPr sz="1000"/>
            </a:lvl9pPr>
          </a:lstStyle>
          <a:p>
            <a:endParaRPr/>
          </a:p>
        </p:txBody>
      </p:sp>
      <p:sp>
        <p:nvSpPr>
          <p:cNvPr id="88" name="Google Shape;88;p23"/>
          <p:cNvSpPr txBox="1">
            <a:spLocks noGrp="1"/>
          </p:cNvSpPr>
          <p:nvPr>
            <p:ph type="body" idx="2"/>
          </p:nvPr>
        </p:nvSpPr>
        <p:spPr>
          <a:xfrm>
            <a:off x="685345" y="4204821"/>
            <a:ext cx="7765322" cy="1586380"/>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1000"/>
              </a:spcBef>
              <a:spcAft>
                <a:spcPts val="0"/>
              </a:spcAft>
              <a:buClr>
                <a:schemeClr val="lt1"/>
              </a:buClr>
              <a:buSzPts val="1600"/>
              <a:buNone/>
              <a:defRPr sz="1600"/>
            </a:lvl1pPr>
            <a:lvl2pPr marL="914400" lvl="1" indent="-228600" algn="l">
              <a:lnSpc>
                <a:spcPct val="120000"/>
              </a:lnSpc>
              <a:spcBef>
                <a:spcPts val="500"/>
              </a:spcBef>
              <a:spcAft>
                <a:spcPts val="0"/>
              </a:spcAft>
              <a:buClr>
                <a:schemeClr val="lt1"/>
              </a:buClr>
              <a:buSzPts val="1400"/>
              <a:buNone/>
              <a:defRPr sz="1400"/>
            </a:lvl2pPr>
            <a:lvl3pPr marL="1371600" lvl="2" indent="-228600" algn="l">
              <a:lnSpc>
                <a:spcPct val="120000"/>
              </a:lnSpc>
              <a:spcBef>
                <a:spcPts val="500"/>
              </a:spcBef>
              <a:spcAft>
                <a:spcPts val="0"/>
              </a:spcAft>
              <a:buClr>
                <a:schemeClr val="lt1"/>
              </a:buClr>
              <a:buSzPts val="1200"/>
              <a:buNone/>
              <a:defRPr sz="1200"/>
            </a:lvl3pPr>
            <a:lvl4pPr marL="1828800" lvl="3" indent="-228600" algn="l">
              <a:lnSpc>
                <a:spcPct val="120000"/>
              </a:lnSpc>
              <a:spcBef>
                <a:spcPts val="500"/>
              </a:spcBef>
              <a:spcAft>
                <a:spcPts val="0"/>
              </a:spcAft>
              <a:buClr>
                <a:schemeClr val="lt1"/>
              </a:buClr>
              <a:buSzPts val="1000"/>
              <a:buNone/>
              <a:defRPr sz="1000"/>
            </a:lvl4pPr>
            <a:lvl5pPr marL="2286000" lvl="4" indent="-228600" algn="l">
              <a:lnSpc>
                <a:spcPct val="120000"/>
              </a:lnSpc>
              <a:spcBef>
                <a:spcPts val="500"/>
              </a:spcBef>
              <a:spcAft>
                <a:spcPts val="0"/>
              </a:spcAft>
              <a:buClr>
                <a:schemeClr val="lt1"/>
              </a:buClr>
              <a:buSzPts val="1000"/>
              <a:buNone/>
              <a:defRPr sz="1000"/>
            </a:lvl5pPr>
            <a:lvl6pPr marL="2743200" lvl="5" indent="-228600" algn="l">
              <a:lnSpc>
                <a:spcPct val="120000"/>
              </a:lnSpc>
              <a:spcBef>
                <a:spcPts val="500"/>
              </a:spcBef>
              <a:spcAft>
                <a:spcPts val="0"/>
              </a:spcAft>
              <a:buClr>
                <a:schemeClr val="lt1"/>
              </a:buClr>
              <a:buSzPts val="1000"/>
              <a:buNone/>
              <a:defRPr sz="1000"/>
            </a:lvl6pPr>
            <a:lvl7pPr marL="3200400" lvl="6" indent="-228600" algn="l">
              <a:lnSpc>
                <a:spcPct val="120000"/>
              </a:lnSpc>
              <a:spcBef>
                <a:spcPts val="500"/>
              </a:spcBef>
              <a:spcAft>
                <a:spcPts val="0"/>
              </a:spcAft>
              <a:buClr>
                <a:schemeClr val="lt1"/>
              </a:buClr>
              <a:buSzPts val="1000"/>
              <a:buNone/>
              <a:defRPr sz="1000"/>
            </a:lvl7pPr>
            <a:lvl8pPr marL="3657600" lvl="7" indent="-228600" algn="l">
              <a:lnSpc>
                <a:spcPct val="120000"/>
              </a:lnSpc>
              <a:spcBef>
                <a:spcPts val="500"/>
              </a:spcBef>
              <a:spcAft>
                <a:spcPts val="0"/>
              </a:spcAft>
              <a:buClr>
                <a:schemeClr val="lt1"/>
              </a:buClr>
              <a:buSzPts val="1000"/>
              <a:buNone/>
              <a:defRPr sz="1000"/>
            </a:lvl8pPr>
            <a:lvl9pPr marL="4114800" lvl="8" indent="-228600" algn="l">
              <a:lnSpc>
                <a:spcPct val="120000"/>
              </a:lnSpc>
              <a:spcBef>
                <a:spcPts val="500"/>
              </a:spcBef>
              <a:spcAft>
                <a:spcPts val="0"/>
              </a:spcAft>
              <a:buClr>
                <a:schemeClr val="lt1"/>
              </a:buClr>
              <a:buSzPts val="1000"/>
              <a:buNone/>
              <a:defRPr sz="1000"/>
            </a:lvl9pPr>
          </a:lstStyle>
          <a:p>
            <a:endParaRPr/>
          </a:p>
        </p:txBody>
      </p:sp>
      <p:sp>
        <p:nvSpPr>
          <p:cNvPr id="89" name="Google Shape;89;p23"/>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3"/>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3"/>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
        <p:nvSpPr>
          <p:cNvPr id="92" name="Google Shape;92;p23"/>
          <p:cNvSpPr txBox="1"/>
          <p:nvPr/>
        </p:nvSpPr>
        <p:spPr>
          <a:xfrm>
            <a:off x="505245" y="641749"/>
            <a:ext cx="4572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Rockwell"/>
              <a:buNone/>
            </a:pPr>
            <a:r>
              <a:rPr lang="es-CL" sz="8000" b="0" i="0" u="none" strike="noStrike" cap="none">
                <a:solidFill>
                  <a:schemeClr val="lt1"/>
                </a:solidFill>
                <a:latin typeface="Rockwell"/>
                <a:ea typeface="Rockwell"/>
                <a:cs typeface="Rockwell"/>
                <a:sym typeface="Rockwell"/>
              </a:rPr>
              <a:t>“</a:t>
            </a:r>
            <a:endParaRPr sz="1400" b="0" i="0" u="none" strike="noStrike" cap="none">
              <a:solidFill>
                <a:srgbClr val="000000"/>
              </a:solidFill>
              <a:latin typeface="Arial"/>
              <a:ea typeface="Arial"/>
              <a:cs typeface="Arial"/>
              <a:sym typeface="Arial"/>
            </a:endParaRPr>
          </a:p>
        </p:txBody>
      </p:sp>
      <p:sp>
        <p:nvSpPr>
          <p:cNvPr id="93" name="Google Shape;93;p23"/>
          <p:cNvSpPr txBox="1"/>
          <p:nvPr/>
        </p:nvSpPr>
        <p:spPr>
          <a:xfrm>
            <a:off x="7946721" y="3073376"/>
            <a:ext cx="4572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Rockwell"/>
              <a:buNone/>
            </a:pPr>
            <a:r>
              <a:rPr lang="es-CL" sz="8000" b="0" i="0" u="none" strike="noStrike" cap="none">
                <a:solidFill>
                  <a:schemeClr val="lt1"/>
                </a:solidFill>
                <a:latin typeface="Rockwell"/>
                <a:ea typeface="Rockwell"/>
                <a:cs typeface="Rockwell"/>
                <a:sym typeface="Rockwell"/>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94"/>
        <p:cNvGrpSpPr/>
        <p:nvPr/>
      </p:nvGrpSpPr>
      <p:grpSpPr>
        <a:xfrm>
          <a:off x="0" y="0"/>
          <a:ext cx="0" cy="0"/>
          <a:chOff x="0" y="0"/>
          <a:chExt cx="0" cy="0"/>
        </a:xfrm>
      </p:grpSpPr>
      <p:sp>
        <p:nvSpPr>
          <p:cNvPr id="95" name="Google Shape;95;p24"/>
          <p:cNvSpPr txBox="1">
            <a:spLocks noGrp="1"/>
          </p:cNvSpPr>
          <p:nvPr>
            <p:ph type="title"/>
          </p:nvPr>
        </p:nvSpPr>
        <p:spPr>
          <a:xfrm>
            <a:off x="685355" y="2126943"/>
            <a:ext cx="7766495" cy="251183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200"/>
              <a:buFont typeface="Bookman Old Styl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4"/>
          <p:cNvSpPr txBox="1">
            <a:spLocks noGrp="1"/>
          </p:cNvSpPr>
          <p:nvPr>
            <p:ph type="body" idx="1"/>
          </p:nvPr>
        </p:nvSpPr>
        <p:spPr>
          <a:xfrm>
            <a:off x="685346" y="4650556"/>
            <a:ext cx="7765322" cy="1140644"/>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600"/>
              <a:buNone/>
              <a:defRPr sz="1600"/>
            </a:lvl1pPr>
            <a:lvl2pPr marL="914400" lvl="1" indent="-228600" algn="l">
              <a:lnSpc>
                <a:spcPct val="120000"/>
              </a:lnSpc>
              <a:spcBef>
                <a:spcPts val="500"/>
              </a:spcBef>
              <a:spcAft>
                <a:spcPts val="0"/>
              </a:spcAft>
              <a:buClr>
                <a:schemeClr val="lt1"/>
              </a:buClr>
              <a:buSzPts val="1400"/>
              <a:buNone/>
              <a:defRPr sz="1400"/>
            </a:lvl2pPr>
            <a:lvl3pPr marL="1371600" lvl="2" indent="-228600" algn="l">
              <a:lnSpc>
                <a:spcPct val="120000"/>
              </a:lnSpc>
              <a:spcBef>
                <a:spcPts val="500"/>
              </a:spcBef>
              <a:spcAft>
                <a:spcPts val="0"/>
              </a:spcAft>
              <a:buClr>
                <a:schemeClr val="lt1"/>
              </a:buClr>
              <a:buSzPts val="1200"/>
              <a:buNone/>
              <a:defRPr sz="1200"/>
            </a:lvl3pPr>
            <a:lvl4pPr marL="1828800" lvl="3" indent="-228600" algn="l">
              <a:lnSpc>
                <a:spcPct val="120000"/>
              </a:lnSpc>
              <a:spcBef>
                <a:spcPts val="500"/>
              </a:spcBef>
              <a:spcAft>
                <a:spcPts val="0"/>
              </a:spcAft>
              <a:buClr>
                <a:schemeClr val="lt1"/>
              </a:buClr>
              <a:buSzPts val="1000"/>
              <a:buNone/>
              <a:defRPr sz="1000"/>
            </a:lvl4pPr>
            <a:lvl5pPr marL="2286000" lvl="4" indent="-228600" algn="l">
              <a:lnSpc>
                <a:spcPct val="120000"/>
              </a:lnSpc>
              <a:spcBef>
                <a:spcPts val="500"/>
              </a:spcBef>
              <a:spcAft>
                <a:spcPts val="0"/>
              </a:spcAft>
              <a:buClr>
                <a:schemeClr val="lt1"/>
              </a:buClr>
              <a:buSzPts val="1000"/>
              <a:buNone/>
              <a:defRPr sz="1000"/>
            </a:lvl5pPr>
            <a:lvl6pPr marL="2743200" lvl="5" indent="-228600" algn="l">
              <a:lnSpc>
                <a:spcPct val="120000"/>
              </a:lnSpc>
              <a:spcBef>
                <a:spcPts val="500"/>
              </a:spcBef>
              <a:spcAft>
                <a:spcPts val="0"/>
              </a:spcAft>
              <a:buClr>
                <a:schemeClr val="lt1"/>
              </a:buClr>
              <a:buSzPts val="1000"/>
              <a:buNone/>
              <a:defRPr sz="1000"/>
            </a:lvl6pPr>
            <a:lvl7pPr marL="3200400" lvl="6" indent="-228600" algn="l">
              <a:lnSpc>
                <a:spcPct val="120000"/>
              </a:lnSpc>
              <a:spcBef>
                <a:spcPts val="500"/>
              </a:spcBef>
              <a:spcAft>
                <a:spcPts val="0"/>
              </a:spcAft>
              <a:buClr>
                <a:schemeClr val="lt1"/>
              </a:buClr>
              <a:buSzPts val="1000"/>
              <a:buNone/>
              <a:defRPr sz="1000"/>
            </a:lvl7pPr>
            <a:lvl8pPr marL="3657600" lvl="7" indent="-228600" algn="l">
              <a:lnSpc>
                <a:spcPct val="120000"/>
              </a:lnSpc>
              <a:spcBef>
                <a:spcPts val="500"/>
              </a:spcBef>
              <a:spcAft>
                <a:spcPts val="0"/>
              </a:spcAft>
              <a:buClr>
                <a:schemeClr val="lt1"/>
              </a:buClr>
              <a:buSzPts val="1000"/>
              <a:buNone/>
              <a:defRPr sz="1000"/>
            </a:lvl8pPr>
            <a:lvl9pPr marL="4114800" lvl="8" indent="-228600" algn="l">
              <a:lnSpc>
                <a:spcPct val="120000"/>
              </a:lnSpc>
              <a:spcBef>
                <a:spcPts val="500"/>
              </a:spcBef>
              <a:spcAft>
                <a:spcPts val="0"/>
              </a:spcAft>
              <a:buClr>
                <a:schemeClr val="lt1"/>
              </a:buClr>
              <a:buSzPts val="1000"/>
              <a:buNone/>
              <a:defRPr sz="1000"/>
            </a:lvl9pPr>
          </a:lstStyle>
          <a:p>
            <a:endParaRPr/>
          </a:p>
        </p:txBody>
      </p:sp>
      <p:sp>
        <p:nvSpPr>
          <p:cNvPr id="97" name="Google Shape;97;p24"/>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4"/>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4"/>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lumna 3">
  <p:cSld name="Columna 3">
    <p:spTree>
      <p:nvGrpSpPr>
        <p:cNvPr id="1" name="Shape 100"/>
        <p:cNvGrpSpPr/>
        <p:nvPr/>
      </p:nvGrpSpPr>
      <p:grpSpPr>
        <a:xfrm>
          <a:off x="0" y="0"/>
          <a:ext cx="0" cy="0"/>
          <a:chOff x="0" y="0"/>
          <a:chExt cx="0" cy="0"/>
        </a:xfrm>
      </p:grpSpPr>
      <p:sp>
        <p:nvSpPr>
          <p:cNvPr id="101" name="Google Shape;101;p25"/>
          <p:cNvSpPr txBox="1">
            <a:spLocks noGrp="1"/>
          </p:cNvSpPr>
          <p:nvPr>
            <p:ph type="title"/>
          </p:nvPr>
        </p:nvSpPr>
        <p:spPr>
          <a:xfrm>
            <a:off x="685345" y="609601"/>
            <a:ext cx="7765322"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25"/>
          <p:cNvSpPr txBox="1">
            <a:spLocks noGrp="1"/>
          </p:cNvSpPr>
          <p:nvPr>
            <p:ph type="body" idx="1"/>
          </p:nvPr>
        </p:nvSpPr>
        <p:spPr>
          <a:xfrm>
            <a:off x="685346" y="2088320"/>
            <a:ext cx="2474217" cy="823305"/>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1000"/>
              </a:spcBef>
              <a:spcAft>
                <a:spcPts val="0"/>
              </a:spcAft>
              <a:buClr>
                <a:schemeClr val="lt1"/>
              </a:buClr>
              <a:buSzPts val="2400"/>
              <a:buNone/>
              <a:defRPr sz="2400" b="0">
                <a:solidFill>
                  <a:schemeClr val="lt1"/>
                </a:solidFill>
              </a:defRPr>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103" name="Google Shape;103;p25"/>
          <p:cNvSpPr txBox="1">
            <a:spLocks noGrp="1"/>
          </p:cNvSpPr>
          <p:nvPr>
            <p:ph type="body" idx="2"/>
          </p:nvPr>
        </p:nvSpPr>
        <p:spPr>
          <a:xfrm>
            <a:off x="685346" y="2911624"/>
            <a:ext cx="2474217" cy="287957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400"/>
              <a:buNone/>
              <a:defRPr sz="1400"/>
            </a:lvl1pPr>
            <a:lvl2pPr marL="914400" lvl="1" indent="-228600" algn="l">
              <a:lnSpc>
                <a:spcPct val="120000"/>
              </a:lnSpc>
              <a:spcBef>
                <a:spcPts val="500"/>
              </a:spcBef>
              <a:spcAft>
                <a:spcPts val="0"/>
              </a:spcAft>
              <a:buClr>
                <a:schemeClr val="lt1"/>
              </a:buClr>
              <a:buSzPts val="1200"/>
              <a:buNone/>
              <a:defRPr sz="1200"/>
            </a:lvl2pPr>
            <a:lvl3pPr marL="1371600" lvl="2" indent="-228600" algn="l">
              <a:lnSpc>
                <a:spcPct val="120000"/>
              </a:lnSpc>
              <a:spcBef>
                <a:spcPts val="500"/>
              </a:spcBef>
              <a:spcAft>
                <a:spcPts val="0"/>
              </a:spcAft>
              <a:buClr>
                <a:schemeClr val="lt1"/>
              </a:buClr>
              <a:buSzPts val="1000"/>
              <a:buNone/>
              <a:defRPr sz="1000"/>
            </a:lvl3pPr>
            <a:lvl4pPr marL="1828800" lvl="3" indent="-228600" algn="l">
              <a:lnSpc>
                <a:spcPct val="120000"/>
              </a:lnSpc>
              <a:spcBef>
                <a:spcPts val="500"/>
              </a:spcBef>
              <a:spcAft>
                <a:spcPts val="0"/>
              </a:spcAft>
              <a:buClr>
                <a:schemeClr val="lt1"/>
              </a:buClr>
              <a:buSzPts val="900"/>
              <a:buNone/>
              <a:defRPr sz="900"/>
            </a:lvl4pPr>
            <a:lvl5pPr marL="2286000" lvl="4" indent="-228600" algn="l">
              <a:lnSpc>
                <a:spcPct val="120000"/>
              </a:lnSpc>
              <a:spcBef>
                <a:spcPts val="500"/>
              </a:spcBef>
              <a:spcAft>
                <a:spcPts val="0"/>
              </a:spcAft>
              <a:buClr>
                <a:schemeClr val="lt1"/>
              </a:buClr>
              <a:buSzPts val="900"/>
              <a:buNone/>
              <a:defRPr sz="900"/>
            </a:lvl5pPr>
            <a:lvl6pPr marL="2743200" lvl="5" indent="-228600" algn="l">
              <a:lnSpc>
                <a:spcPct val="120000"/>
              </a:lnSpc>
              <a:spcBef>
                <a:spcPts val="500"/>
              </a:spcBef>
              <a:spcAft>
                <a:spcPts val="0"/>
              </a:spcAft>
              <a:buClr>
                <a:schemeClr val="lt1"/>
              </a:buClr>
              <a:buSzPts val="900"/>
              <a:buNone/>
              <a:defRPr sz="900"/>
            </a:lvl6pPr>
            <a:lvl7pPr marL="3200400" lvl="6" indent="-228600" algn="l">
              <a:lnSpc>
                <a:spcPct val="120000"/>
              </a:lnSpc>
              <a:spcBef>
                <a:spcPts val="500"/>
              </a:spcBef>
              <a:spcAft>
                <a:spcPts val="0"/>
              </a:spcAft>
              <a:buClr>
                <a:schemeClr val="lt1"/>
              </a:buClr>
              <a:buSzPts val="900"/>
              <a:buNone/>
              <a:defRPr sz="900"/>
            </a:lvl7pPr>
            <a:lvl8pPr marL="3657600" lvl="7" indent="-228600" algn="l">
              <a:lnSpc>
                <a:spcPct val="120000"/>
              </a:lnSpc>
              <a:spcBef>
                <a:spcPts val="500"/>
              </a:spcBef>
              <a:spcAft>
                <a:spcPts val="0"/>
              </a:spcAft>
              <a:buClr>
                <a:schemeClr val="lt1"/>
              </a:buClr>
              <a:buSzPts val="900"/>
              <a:buNone/>
              <a:defRPr sz="900"/>
            </a:lvl8pPr>
            <a:lvl9pPr marL="4114800" lvl="8" indent="-228600" algn="l">
              <a:lnSpc>
                <a:spcPct val="120000"/>
              </a:lnSpc>
              <a:spcBef>
                <a:spcPts val="500"/>
              </a:spcBef>
              <a:spcAft>
                <a:spcPts val="0"/>
              </a:spcAft>
              <a:buClr>
                <a:schemeClr val="lt1"/>
              </a:buClr>
              <a:buSzPts val="900"/>
              <a:buNone/>
              <a:defRPr sz="900"/>
            </a:lvl9pPr>
          </a:lstStyle>
          <a:p>
            <a:endParaRPr/>
          </a:p>
        </p:txBody>
      </p:sp>
      <p:sp>
        <p:nvSpPr>
          <p:cNvPr id="104" name="Google Shape;104;p25"/>
          <p:cNvSpPr txBox="1">
            <a:spLocks noGrp="1"/>
          </p:cNvSpPr>
          <p:nvPr>
            <p:ph type="body" idx="3"/>
          </p:nvPr>
        </p:nvSpPr>
        <p:spPr>
          <a:xfrm>
            <a:off x="3333658" y="2088320"/>
            <a:ext cx="2473919" cy="823304"/>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1000"/>
              </a:spcBef>
              <a:spcAft>
                <a:spcPts val="0"/>
              </a:spcAft>
              <a:buClr>
                <a:schemeClr val="lt1"/>
              </a:buClr>
              <a:buSzPts val="2400"/>
              <a:buNone/>
              <a:defRPr sz="2400" b="0">
                <a:solidFill>
                  <a:schemeClr val="lt1"/>
                </a:solidFill>
              </a:defRPr>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105" name="Google Shape;105;p25"/>
          <p:cNvSpPr txBox="1">
            <a:spLocks noGrp="1"/>
          </p:cNvSpPr>
          <p:nvPr>
            <p:ph type="body" idx="4"/>
          </p:nvPr>
        </p:nvSpPr>
        <p:spPr>
          <a:xfrm>
            <a:off x="3333659" y="2911624"/>
            <a:ext cx="2474866" cy="287957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400"/>
              <a:buNone/>
              <a:defRPr sz="1400"/>
            </a:lvl1pPr>
            <a:lvl2pPr marL="914400" lvl="1" indent="-228600" algn="l">
              <a:lnSpc>
                <a:spcPct val="120000"/>
              </a:lnSpc>
              <a:spcBef>
                <a:spcPts val="500"/>
              </a:spcBef>
              <a:spcAft>
                <a:spcPts val="0"/>
              </a:spcAft>
              <a:buClr>
                <a:schemeClr val="lt1"/>
              </a:buClr>
              <a:buSzPts val="1200"/>
              <a:buNone/>
              <a:defRPr sz="1200"/>
            </a:lvl2pPr>
            <a:lvl3pPr marL="1371600" lvl="2" indent="-228600" algn="l">
              <a:lnSpc>
                <a:spcPct val="120000"/>
              </a:lnSpc>
              <a:spcBef>
                <a:spcPts val="500"/>
              </a:spcBef>
              <a:spcAft>
                <a:spcPts val="0"/>
              </a:spcAft>
              <a:buClr>
                <a:schemeClr val="lt1"/>
              </a:buClr>
              <a:buSzPts val="1000"/>
              <a:buNone/>
              <a:defRPr sz="1000"/>
            </a:lvl3pPr>
            <a:lvl4pPr marL="1828800" lvl="3" indent="-228600" algn="l">
              <a:lnSpc>
                <a:spcPct val="120000"/>
              </a:lnSpc>
              <a:spcBef>
                <a:spcPts val="500"/>
              </a:spcBef>
              <a:spcAft>
                <a:spcPts val="0"/>
              </a:spcAft>
              <a:buClr>
                <a:schemeClr val="lt1"/>
              </a:buClr>
              <a:buSzPts val="900"/>
              <a:buNone/>
              <a:defRPr sz="900"/>
            </a:lvl4pPr>
            <a:lvl5pPr marL="2286000" lvl="4" indent="-228600" algn="l">
              <a:lnSpc>
                <a:spcPct val="120000"/>
              </a:lnSpc>
              <a:spcBef>
                <a:spcPts val="500"/>
              </a:spcBef>
              <a:spcAft>
                <a:spcPts val="0"/>
              </a:spcAft>
              <a:buClr>
                <a:schemeClr val="lt1"/>
              </a:buClr>
              <a:buSzPts val="900"/>
              <a:buNone/>
              <a:defRPr sz="900"/>
            </a:lvl5pPr>
            <a:lvl6pPr marL="2743200" lvl="5" indent="-228600" algn="l">
              <a:lnSpc>
                <a:spcPct val="120000"/>
              </a:lnSpc>
              <a:spcBef>
                <a:spcPts val="500"/>
              </a:spcBef>
              <a:spcAft>
                <a:spcPts val="0"/>
              </a:spcAft>
              <a:buClr>
                <a:schemeClr val="lt1"/>
              </a:buClr>
              <a:buSzPts val="900"/>
              <a:buNone/>
              <a:defRPr sz="900"/>
            </a:lvl6pPr>
            <a:lvl7pPr marL="3200400" lvl="6" indent="-228600" algn="l">
              <a:lnSpc>
                <a:spcPct val="120000"/>
              </a:lnSpc>
              <a:spcBef>
                <a:spcPts val="500"/>
              </a:spcBef>
              <a:spcAft>
                <a:spcPts val="0"/>
              </a:spcAft>
              <a:buClr>
                <a:schemeClr val="lt1"/>
              </a:buClr>
              <a:buSzPts val="900"/>
              <a:buNone/>
              <a:defRPr sz="900"/>
            </a:lvl7pPr>
            <a:lvl8pPr marL="3657600" lvl="7" indent="-228600" algn="l">
              <a:lnSpc>
                <a:spcPct val="120000"/>
              </a:lnSpc>
              <a:spcBef>
                <a:spcPts val="500"/>
              </a:spcBef>
              <a:spcAft>
                <a:spcPts val="0"/>
              </a:spcAft>
              <a:buClr>
                <a:schemeClr val="lt1"/>
              </a:buClr>
              <a:buSzPts val="900"/>
              <a:buNone/>
              <a:defRPr sz="900"/>
            </a:lvl8pPr>
            <a:lvl9pPr marL="4114800" lvl="8" indent="-228600" algn="l">
              <a:lnSpc>
                <a:spcPct val="120000"/>
              </a:lnSpc>
              <a:spcBef>
                <a:spcPts val="500"/>
              </a:spcBef>
              <a:spcAft>
                <a:spcPts val="0"/>
              </a:spcAft>
              <a:buClr>
                <a:schemeClr val="lt1"/>
              </a:buClr>
              <a:buSzPts val="900"/>
              <a:buNone/>
              <a:defRPr sz="900"/>
            </a:lvl9pPr>
          </a:lstStyle>
          <a:p>
            <a:endParaRPr/>
          </a:p>
        </p:txBody>
      </p:sp>
      <p:sp>
        <p:nvSpPr>
          <p:cNvPr id="106" name="Google Shape;106;p25"/>
          <p:cNvSpPr txBox="1">
            <a:spLocks noGrp="1"/>
          </p:cNvSpPr>
          <p:nvPr>
            <p:ph type="body" idx="5"/>
          </p:nvPr>
        </p:nvSpPr>
        <p:spPr>
          <a:xfrm>
            <a:off x="5979974" y="2088320"/>
            <a:ext cx="2468408" cy="823304"/>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1000"/>
              </a:spcBef>
              <a:spcAft>
                <a:spcPts val="0"/>
              </a:spcAft>
              <a:buClr>
                <a:schemeClr val="lt1"/>
              </a:buClr>
              <a:buSzPts val="2400"/>
              <a:buNone/>
              <a:defRPr sz="2400" b="0">
                <a:solidFill>
                  <a:schemeClr val="lt1"/>
                </a:solidFill>
              </a:defRPr>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107" name="Google Shape;107;p25"/>
          <p:cNvSpPr txBox="1">
            <a:spLocks noGrp="1"/>
          </p:cNvSpPr>
          <p:nvPr>
            <p:ph type="body" idx="6"/>
          </p:nvPr>
        </p:nvSpPr>
        <p:spPr>
          <a:xfrm>
            <a:off x="5982260" y="2911624"/>
            <a:ext cx="2468408" cy="2879576"/>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400"/>
              <a:buNone/>
              <a:defRPr sz="1400"/>
            </a:lvl1pPr>
            <a:lvl2pPr marL="914400" lvl="1" indent="-228600" algn="l">
              <a:lnSpc>
                <a:spcPct val="120000"/>
              </a:lnSpc>
              <a:spcBef>
                <a:spcPts val="500"/>
              </a:spcBef>
              <a:spcAft>
                <a:spcPts val="0"/>
              </a:spcAft>
              <a:buClr>
                <a:schemeClr val="lt1"/>
              </a:buClr>
              <a:buSzPts val="1200"/>
              <a:buNone/>
              <a:defRPr sz="1200"/>
            </a:lvl2pPr>
            <a:lvl3pPr marL="1371600" lvl="2" indent="-228600" algn="l">
              <a:lnSpc>
                <a:spcPct val="120000"/>
              </a:lnSpc>
              <a:spcBef>
                <a:spcPts val="500"/>
              </a:spcBef>
              <a:spcAft>
                <a:spcPts val="0"/>
              </a:spcAft>
              <a:buClr>
                <a:schemeClr val="lt1"/>
              </a:buClr>
              <a:buSzPts val="1000"/>
              <a:buNone/>
              <a:defRPr sz="1000"/>
            </a:lvl3pPr>
            <a:lvl4pPr marL="1828800" lvl="3" indent="-228600" algn="l">
              <a:lnSpc>
                <a:spcPct val="120000"/>
              </a:lnSpc>
              <a:spcBef>
                <a:spcPts val="500"/>
              </a:spcBef>
              <a:spcAft>
                <a:spcPts val="0"/>
              </a:spcAft>
              <a:buClr>
                <a:schemeClr val="lt1"/>
              </a:buClr>
              <a:buSzPts val="900"/>
              <a:buNone/>
              <a:defRPr sz="900"/>
            </a:lvl4pPr>
            <a:lvl5pPr marL="2286000" lvl="4" indent="-228600" algn="l">
              <a:lnSpc>
                <a:spcPct val="120000"/>
              </a:lnSpc>
              <a:spcBef>
                <a:spcPts val="500"/>
              </a:spcBef>
              <a:spcAft>
                <a:spcPts val="0"/>
              </a:spcAft>
              <a:buClr>
                <a:schemeClr val="lt1"/>
              </a:buClr>
              <a:buSzPts val="900"/>
              <a:buNone/>
              <a:defRPr sz="900"/>
            </a:lvl5pPr>
            <a:lvl6pPr marL="2743200" lvl="5" indent="-228600" algn="l">
              <a:lnSpc>
                <a:spcPct val="120000"/>
              </a:lnSpc>
              <a:spcBef>
                <a:spcPts val="500"/>
              </a:spcBef>
              <a:spcAft>
                <a:spcPts val="0"/>
              </a:spcAft>
              <a:buClr>
                <a:schemeClr val="lt1"/>
              </a:buClr>
              <a:buSzPts val="900"/>
              <a:buNone/>
              <a:defRPr sz="900"/>
            </a:lvl6pPr>
            <a:lvl7pPr marL="3200400" lvl="6" indent="-228600" algn="l">
              <a:lnSpc>
                <a:spcPct val="120000"/>
              </a:lnSpc>
              <a:spcBef>
                <a:spcPts val="500"/>
              </a:spcBef>
              <a:spcAft>
                <a:spcPts val="0"/>
              </a:spcAft>
              <a:buClr>
                <a:schemeClr val="lt1"/>
              </a:buClr>
              <a:buSzPts val="900"/>
              <a:buNone/>
              <a:defRPr sz="900"/>
            </a:lvl7pPr>
            <a:lvl8pPr marL="3657600" lvl="7" indent="-228600" algn="l">
              <a:lnSpc>
                <a:spcPct val="120000"/>
              </a:lnSpc>
              <a:spcBef>
                <a:spcPts val="500"/>
              </a:spcBef>
              <a:spcAft>
                <a:spcPts val="0"/>
              </a:spcAft>
              <a:buClr>
                <a:schemeClr val="lt1"/>
              </a:buClr>
              <a:buSzPts val="900"/>
              <a:buNone/>
              <a:defRPr sz="900"/>
            </a:lvl8pPr>
            <a:lvl9pPr marL="4114800" lvl="8" indent="-228600" algn="l">
              <a:lnSpc>
                <a:spcPct val="120000"/>
              </a:lnSpc>
              <a:spcBef>
                <a:spcPts val="500"/>
              </a:spcBef>
              <a:spcAft>
                <a:spcPts val="0"/>
              </a:spcAft>
              <a:buClr>
                <a:schemeClr val="lt1"/>
              </a:buClr>
              <a:buSzPts val="900"/>
              <a:buNone/>
              <a:defRPr sz="900"/>
            </a:lvl9pPr>
          </a:lstStyle>
          <a:p>
            <a:endParaRPr/>
          </a:p>
        </p:txBody>
      </p:sp>
      <p:sp>
        <p:nvSpPr>
          <p:cNvPr id="108" name="Google Shape;108;p25"/>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25"/>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5"/>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lumna de imagen 3">
  <p:cSld name="Columna de imagen 3">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xfrm>
            <a:off x="685346" y="609601"/>
            <a:ext cx="7765322"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26"/>
          <p:cNvSpPr txBox="1">
            <a:spLocks noGrp="1"/>
          </p:cNvSpPr>
          <p:nvPr>
            <p:ph type="body" idx="1"/>
          </p:nvPr>
        </p:nvSpPr>
        <p:spPr>
          <a:xfrm>
            <a:off x="685347" y="3989147"/>
            <a:ext cx="2474216" cy="5762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1000"/>
              </a:spcBef>
              <a:spcAft>
                <a:spcPts val="0"/>
              </a:spcAft>
              <a:buClr>
                <a:schemeClr val="lt1"/>
              </a:buClr>
              <a:buSzPts val="2000"/>
              <a:buNone/>
              <a:defRPr sz="2000" b="0">
                <a:solidFill>
                  <a:schemeClr val="lt1"/>
                </a:solidFill>
              </a:defRPr>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114" name="Google Shape;114;p26"/>
          <p:cNvSpPr>
            <a:spLocks noGrp="1"/>
          </p:cNvSpPr>
          <p:nvPr>
            <p:ph type="pic" idx="2"/>
          </p:nvPr>
        </p:nvSpPr>
        <p:spPr>
          <a:xfrm>
            <a:off x="819015" y="2092235"/>
            <a:ext cx="2205038" cy="1524000"/>
          </a:xfrm>
          <a:prstGeom prst="roundRect">
            <a:avLst>
              <a:gd name="adj" fmla="val 0"/>
            </a:avLst>
          </a:prstGeom>
          <a:noFill/>
          <a:ln w="14605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sp>
      <p:sp>
        <p:nvSpPr>
          <p:cNvPr id="115" name="Google Shape;115;p26"/>
          <p:cNvSpPr txBox="1">
            <a:spLocks noGrp="1"/>
          </p:cNvSpPr>
          <p:nvPr>
            <p:ph type="body" idx="3"/>
          </p:nvPr>
        </p:nvSpPr>
        <p:spPr>
          <a:xfrm>
            <a:off x="685347" y="4565409"/>
            <a:ext cx="2474216" cy="1225792"/>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400"/>
              <a:buNone/>
              <a:defRPr sz="1400"/>
            </a:lvl1pPr>
            <a:lvl2pPr marL="914400" lvl="1" indent="-228600" algn="l">
              <a:lnSpc>
                <a:spcPct val="120000"/>
              </a:lnSpc>
              <a:spcBef>
                <a:spcPts val="500"/>
              </a:spcBef>
              <a:spcAft>
                <a:spcPts val="0"/>
              </a:spcAft>
              <a:buClr>
                <a:schemeClr val="lt1"/>
              </a:buClr>
              <a:buSzPts val="1200"/>
              <a:buNone/>
              <a:defRPr sz="1200"/>
            </a:lvl2pPr>
            <a:lvl3pPr marL="1371600" lvl="2" indent="-228600" algn="l">
              <a:lnSpc>
                <a:spcPct val="120000"/>
              </a:lnSpc>
              <a:spcBef>
                <a:spcPts val="500"/>
              </a:spcBef>
              <a:spcAft>
                <a:spcPts val="0"/>
              </a:spcAft>
              <a:buClr>
                <a:schemeClr val="lt1"/>
              </a:buClr>
              <a:buSzPts val="1000"/>
              <a:buNone/>
              <a:defRPr sz="1000"/>
            </a:lvl3pPr>
            <a:lvl4pPr marL="1828800" lvl="3" indent="-228600" algn="l">
              <a:lnSpc>
                <a:spcPct val="120000"/>
              </a:lnSpc>
              <a:spcBef>
                <a:spcPts val="500"/>
              </a:spcBef>
              <a:spcAft>
                <a:spcPts val="0"/>
              </a:spcAft>
              <a:buClr>
                <a:schemeClr val="lt1"/>
              </a:buClr>
              <a:buSzPts val="900"/>
              <a:buNone/>
              <a:defRPr sz="900"/>
            </a:lvl4pPr>
            <a:lvl5pPr marL="2286000" lvl="4" indent="-228600" algn="l">
              <a:lnSpc>
                <a:spcPct val="120000"/>
              </a:lnSpc>
              <a:spcBef>
                <a:spcPts val="500"/>
              </a:spcBef>
              <a:spcAft>
                <a:spcPts val="0"/>
              </a:spcAft>
              <a:buClr>
                <a:schemeClr val="lt1"/>
              </a:buClr>
              <a:buSzPts val="900"/>
              <a:buNone/>
              <a:defRPr sz="900"/>
            </a:lvl5pPr>
            <a:lvl6pPr marL="2743200" lvl="5" indent="-228600" algn="l">
              <a:lnSpc>
                <a:spcPct val="120000"/>
              </a:lnSpc>
              <a:spcBef>
                <a:spcPts val="500"/>
              </a:spcBef>
              <a:spcAft>
                <a:spcPts val="0"/>
              </a:spcAft>
              <a:buClr>
                <a:schemeClr val="lt1"/>
              </a:buClr>
              <a:buSzPts val="900"/>
              <a:buNone/>
              <a:defRPr sz="900"/>
            </a:lvl6pPr>
            <a:lvl7pPr marL="3200400" lvl="6" indent="-228600" algn="l">
              <a:lnSpc>
                <a:spcPct val="120000"/>
              </a:lnSpc>
              <a:spcBef>
                <a:spcPts val="500"/>
              </a:spcBef>
              <a:spcAft>
                <a:spcPts val="0"/>
              </a:spcAft>
              <a:buClr>
                <a:schemeClr val="lt1"/>
              </a:buClr>
              <a:buSzPts val="900"/>
              <a:buNone/>
              <a:defRPr sz="900"/>
            </a:lvl7pPr>
            <a:lvl8pPr marL="3657600" lvl="7" indent="-228600" algn="l">
              <a:lnSpc>
                <a:spcPct val="120000"/>
              </a:lnSpc>
              <a:spcBef>
                <a:spcPts val="500"/>
              </a:spcBef>
              <a:spcAft>
                <a:spcPts val="0"/>
              </a:spcAft>
              <a:buClr>
                <a:schemeClr val="lt1"/>
              </a:buClr>
              <a:buSzPts val="900"/>
              <a:buNone/>
              <a:defRPr sz="900"/>
            </a:lvl8pPr>
            <a:lvl9pPr marL="4114800" lvl="8" indent="-228600" algn="l">
              <a:lnSpc>
                <a:spcPct val="120000"/>
              </a:lnSpc>
              <a:spcBef>
                <a:spcPts val="500"/>
              </a:spcBef>
              <a:spcAft>
                <a:spcPts val="0"/>
              </a:spcAft>
              <a:buClr>
                <a:schemeClr val="lt1"/>
              </a:buClr>
              <a:buSzPts val="900"/>
              <a:buNone/>
              <a:defRPr sz="900"/>
            </a:lvl9pPr>
          </a:lstStyle>
          <a:p>
            <a:endParaRPr/>
          </a:p>
        </p:txBody>
      </p:sp>
      <p:sp>
        <p:nvSpPr>
          <p:cNvPr id="116" name="Google Shape;116;p26"/>
          <p:cNvSpPr txBox="1">
            <a:spLocks noGrp="1"/>
          </p:cNvSpPr>
          <p:nvPr>
            <p:ph type="body" idx="4"/>
          </p:nvPr>
        </p:nvSpPr>
        <p:spPr>
          <a:xfrm>
            <a:off x="3332026" y="3989147"/>
            <a:ext cx="2474237" cy="5762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1000"/>
              </a:spcBef>
              <a:spcAft>
                <a:spcPts val="0"/>
              </a:spcAft>
              <a:buClr>
                <a:schemeClr val="lt1"/>
              </a:buClr>
              <a:buSzPts val="2000"/>
              <a:buNone/>
              <a:defRPr sz="2000" b="0">
                <a:solidFill>
                  <a:schemeClr val="lt1"/>
                </a:solidFill>
              </a:defRPr>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117" name="Google Shape;117;p26"/>
          <p:cNvSpPr>
            <a:spLocks noGrp="1"/>
          </p:cNvSpPr>
          <p:nvPr>
            <p:ph type="pic" idx="5"/>
          </p:nvPr>
        </p:nvSpPr>
        <p:spPr>
          <a:xfrm>
            <a:off x="3426747" y="2092235"/>
            <a:ext cx="2197894" cy="1524000"/>
          </a:xfrm>
          <a:prstGeom prst="roundRect">
            <a:avLst>
              <a:gd name="adj" fmla="val 0"/>
            </a:avLst>
          </a:prstGeom>
          <a:noFill/>
          <a:ln w="14605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sp>
      <p:sp>
        <p:nvSpPr>
          <p:cNvPr id="118" name="Google Shape;118;p26"/>
          <p:cNvSpPr txBox="1">
            <a:spLocks noGrp="1"/>
          </p:cNvSpPr>
          <p:nvPr>
            <p:ph type="body" idx="6"/>
          </p:nvPr>
        </p:nvSpPr>
        <p:spPr>
          <a:xfrm>
            <a:off x="3331011" y="4565408"/>
            <a:ext cx="2475252" cy="1225792"/>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400"/>
              <a:buNone/>
              <a:defRPr sz="1400"/>
            </a:lvl1pPr>
            <a:lvl2pPr marL="914400" lvl="1" indent="-228600" algn="l">
              <a:lnSpc>
                <a:spcPct val="120000"/>
              </a:lnSpc>
              <a:spcBef>
                <a:spcPts val="500"/>
              </a:spcBef>
              <a:spcAft>
                <a:spcPts val="0"/>
              </a:spcAft>
              <a:buClr>
                <a:schemeClr val="lt1"/>
              </a:buClr>
              <a:buSzPts val="1200"/>
              <a:buNone/>
              <a:defRPr sz="1200"/>
            </a:lvl2pPr>
            <a:lvl3pPr marL="1371600" lvl="2" indent="-228600" algn="l">
              <a:lnSpc>
                <a:spcPct val="120000"/>
              </a:lnSpc>
              <a:spcBef>
                <a:spcPts val="500"/>
              </a:spcBef>
              <a:spcAft>
                <a:spcPts val="0"/>
              </a:spcAft>
              <a:buClr>
                <a:schemeClr val="lt1"/>
              </a:buClr>
              <a:buSzPts val="1000"/>
              <a:buNone/>
              <a:defRPr sz="1000"/>
            </a:lvl3pPr>
            <a:lvl4pPr marL="1828800" lvl="3" indent="-228600" algn="l">
              <a:lnSpc>
                <a:spcPct val="120000"/>
              </a:lnSpc>
              <a:spcBef>
                <a:spcPts val="500"/>
              </a:spcBef>
              <a:spcAft>
                <a:spcPts val="0"/>
              </a:spcAft>
              <a:buClr>
                <a:schemeClr val="lt1"/>
              </a:buClr>
              <a:buSzPts val="900"/>
              <a:buNone/>
              <a:defRPr sz="900"/>
            </a:lvl4pPr>
            <a:lvl5pPr marL="2286000" lvl="4" indent="-228600" algn="l">
              <a:lnSpc>
                <a:spcPct val="120000"/>
              </a:lnSpc>
              <a:spcBef>
                <a:spcPts val="500"/>
              </a:spcBef>
              <a:spcAft>
                <a:spcPts val="0"/>
              </a:spcAft>
              <a:buClr>
                <a:schemeClr val="lt1"/>
              </a:buClr>
              <a:buSzPts val="900"/>
              <a:buNone/>
              <a:defRPr sz="900"/>
            </a:lvl5pPr>
            <a:lvl6pPr marL="2743200" lvl="5" indent="-228600" algn="l">
              <a:lnSpc>
                <a:spcPct val="120000"/>
              </a:lnSpc>
              <a:spcBef>
                <a:spcPts val="500"/>
              </a:spcBef>
              <a:spcAft>
                <a:spcPts val="0"/>
              </a:spcAft>
              <a:buClr>
                <a:schemeClr val="lt1"/>
              </a:buClr>
              <a:buSzPts val="900"/>
              <a:buNone/>
              <a:defRPr sz="900"/>
            </a:lvl6pPr>
            <a:lvl7pPr marL="3200400" lvl="6" indent="-228600" algn="l">
              <a:lnSpc>
                <a:spcPct val="120000"/>
              </a:lnSpc>
              <a:spcBef>
                <a:spcPts val="500"/>
              </a:spcBef>
              <a:spcAft>
                <a:spcPts val="0"/>
              </a:spcAft>
              <a:buClr>
                <a:schemeClr val="lt1"/>
              </a:buClr>
              <a:buSzPts val="900"/>
              <a:buNone/>
              <a:defRPr sz="900"/>
            </a:lvl7pPr>
            <a:lvl8pPr marL="3657600" lvl="7" indent="-228600" algn="l">
              <a:lnSpc>
                <a:spcPct val="120000"/>
              </a:lnSpc>
              <a:spcBef>
                <a:spcPts val="500"/>
              </a:spcBef>
              <a:spcAft>
                <a:spcPts val="0"/>
              </a:spcAft>
              <a:buClr>
                <a:schemeClr val="lt1"/>
              </a:buClr>
              <a:buSzPts val="900"/>
              <a:buNone/>
              <a:defRPr sz="900"/>
            </a:lvl8pPr>
            <a:lvl9pPr marL="4114800" lvl="8" indent="-228600" algn="l">
              <a:lnSpc>
                <a:spcPct val="120000"/>
              </a:lnSpc>
              <a:spcBef>
                <a:spcPts val="500"/>
              </a:spcBef>
              <a:spcAft>
                <a:spcPts val="0"/>
              </a:spcAft>
              <a:buClr>
                <a:schemeClr val="lt1"/>
              </a:buClr>
              <a:buSzPts val="900"/>
              <a:buNone/>
              <a:defRPr sz="900"/>
            </a:lvl9pPr>
          </a:lstStyle>
          <a:p>
            <a:endParaRPr/>
          </a:p>
        </p:txBody>
      </p:sp>
      <p:sp>
        <p:nvSpPr>
          <p:cNvPr id="119" name="Google Shape;119;p26"/>
          <p:cNvSpPr txBox="1">
            <a:spLocks noGrp="1"/>
          </p:cNvSpPr>
          <p:nvPr>
            <p:ph type="body" idx="7"/>
          </p:nvPr>
        </p:nvSpPr>
        <p:spPr>
          <a:xfrm>
            <a:off x="5980067" y="3989147"/>
            <a:ext cx="2467425" cy="5762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1000"/>
              </a:spcBef>
              <a:spcAft>
                <a:spcPts val="0"/>
              </a:spcAft>
              <a:buClr>
                <a:schemeClr val="lt1"/>
              </a:buClr>
              <a:buSzPts val="2000"/>
              <a:buNone/>
              <a:defRPr sz="2000" b="0">
                <a:solidFill>
                  <a:schemeClr val="lt1"/>
                </a:solidFill>
              </a:defRPr>
            </a:lvl1pPr>
            <a:lvl2pPr marL="914400" lvl="1" indent="-228600" algn="l">
              <a:lnSpc>
                <a:spcPct val="120000"/>
              </a:lnSpc>
              <a:spcBef>
                <a:spcPts val="500"/>
              </a:spcBef>
              <a:spcAft>
                <a:spcPts val="0"/>
              </a:spcAft>
              <a:buClr>
                <a:schemeClr val="lt1"/>
              </a:buClr>
              <a:buSzPts val="2000"/>
              <a:buNone/>
              <a:defRPr sz="2000" b="1"/>
            </a:lvl2pPr>
            <a:lvl3pPr marL="1371600" lvl="2" indent="-228600" algn="l">
              <a:lnSpc>
                <a:spcPct val="120000"/>
              </a:lnSpc>
              <a:spcBef>
                <a:spcPts val="500"/>
              </a:spcBef>
              <a:spcAft>
                <a:spcPts val="0"/>
              </a:spcAft>
              <a:buClr>
                <a:schemeClr val="lt1"/>
              </a:buClr>
              <a:buSzPts val="1800"/>
              <a:buNone/>
              <a:defRPr sz="1800" b="1"/>
            </a:lvl3pPr>
            <a:lvl4pPr marL="1828800" lvl="3" indent="-228600" algn="l">
              <a:lnSpc>
                <a:spcPct val="120000"/>
              </a:lnSpc>
              <a:spcBef>
                <a:spcPts val="500"/>
              </a:spcBef>
              <a:spcAft>
                <a:spcPts val="0"/>
              </a:spcAft>
              <a:buClr>
                <a:schemeClr val="lt1"/>
              </a:buClr>
              <a:buSzPts val="1600"/>
              <a:buNone/>
              <a:defRPr sz="1600" b="1"/>
            </a:lvl4pPr>
            <a:lvl5pPr marL="2286000" lvl="4" indent="-228600" algn="l">
              <a:lnSpc>
                <a:spcPct val="120000"/>
              </a:lnSpc>
              <a:spcBef>
                <a:spcPts val="500"/>
              </a:spcBef>
              <a:spcAft>
                <a:spcPts val="0"/>
              </a:spcAft>
              <a:buClr>
                <a:schemeClr val="lt1"/>
              </a:buClr>
              <a:buSzPts val="1600"/>
              <a:buNone/>
              <a:defRPr sz="1600" b="1"/>
            </a:lvl5pPr>
            <a:lvl6pPr marL="2743200" lvl="5" indent="-228600" algn="l">
              <a:lnSpc>
                <a:spcPct val="120000"/>
              </a:lnSpc>
              <a:spcBef>
                <a:spcPts val="500"/>
              </a:spcBef>
              <a:spcAft>
                <a:spcPts val="0"/>
              </a:spcAft>
              <a:buClr>
                <a:schemeClr val="lt1"/>
              </a:buClr>
              <a:buSzPts val="1600"/>
              <a:buNone/>
              <a:defRPr sz="1600" b="1"/>
            </a:lvl6pPr>
            <a:lvl7pPr marL="3200400" lvl="6" indent="-228600" algn="l">
              <a:lnSpc>
                <a:spcPct val="120000"/>
              </a:lnSpc>
              <a:spcBef>
                <a:spcPts val="500"/>
              </a:spcBef>
              <a:spcAft>
                <a:spcPts val="0"/>
              </a:spcAft>
              <a:buClr>
                <a:schemeClr val="lt1"/>
              </a:buClr>
              <a:buSzPts val="1600"/>
              <a:buNone/>
              <a:defRPr sz="1600" b="1"/>
            </a:lvl7pPr>
            <a:lvl8pPr marL="3657600" lvl="7" indent="-228600" algn="l">
              <a:lnSpc>
                <a:spcPct val="120000"/>
              </a:lnSpc>
              <a:spcBef>
                <a:spcPts val="500"/>
              </a:spcBef>
              <a:spcAft>
                <a:spcPts val="0"/>
              </a:spcAft>
              <a:buClr>
                <a:schemeClr val="lt1"/>
              </a:buClr>
              <a:buSzPts val="1600"/>
              <a:buNone/>
              <a:defRPr sz="1600" b="1"/>
            </a:lvl8pPr>
            <a:lvl9pPr marL="4114800" lvl="8" indent="-228600" algn="l">
              <a:lnSpc>
                <a:spcPct val="120000"/>
              </a:lnSpc>
              <a:spcBef>
                <a:spcPts val="500"/>
              </a:spcBef>
              <a:spcAft>
                <a:spcPts val="0"/>
              </a:spcAft>
              <a:buClr>
                <a:schemeClr val="lt1"/>
              </a:buClr>
              <a:buSzPts val="1600"/>
              <a:buNone/>
              <a:defRPr sz="1600" b="1"/>
            </a:lvl9pPr>
          </a:lstStyle>
          <a:p>
            <a:endParaRPr/>
          </a:p>
        </p:txBody>
      </p:sp>
      <p:sp>
        <p:nvSpPr>
          <p:cNvPr id="120" name="Google Shape;120;p26"/>
          <p:cNvSpPr>
            <a:spLocks noGrp="1"/>
          </p:cNvSpPr>
          <p:nvPr>
            <p:ph type="pic" idx="8"/>
          </p:nvPr>
        </p:nvSpPr>
        <p:spPr>
          <a:xfrm>
            <a:off x="6114603" y="2092235"/>
            <a:ext cx="2199085" cy="1524000"/>
          </a:xfrm>
          <a:prstGeom prst="roundRect">
            <a:avLst>
              <a:gd name="adj" fmla="val 0"/>
            </a:avLst>
          </a:prstGeom>
          <a:noFill/>
          <a:ln w="14605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sp>
      <p:sp>
        <p:nvSpPr>
          <p:cNvPr id="121" name="Google Shape;121;p26"/>
          <p:cNvSpPr txBox="1">
            <a:spLocks noGrp="1"/>
          </p:cNvSpPr>
          <p:nvPr>
            <p:ph type="body" idx="9"/>
          </p:nvPr>
        </p:nvSpPr>
        <p:spPr>
          <a:xfrm>
            <a:off x="5979973" y="4565410"/>
            <a:ext cx="2470694" cy="1225790"/>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Clr>
                <a:schemeClr val="lt1"/>
              </a:buClr>
              <a:buSzPts val="1400"/>
              <a:buNone/>
              <a:defRPr sz="1400"/>
            </a:lvl1pPr>
            <a:lvl2pPr marL="914400" lvl="1" indent="-228600" algn="l">
              <a:lnSpc>
                <a:spcPct val="120000"/>
              </a:lnSpc>
              <a:spcBef>
                <a:spcPts val="500"/>
              </a:spcBef>
              <a:spcAft>
                <a:spcPts val="0"/>
              </a:spcAft>
              <a:buClr>
                <a:schemeClr val="lt1"/>
              </a:buClr>
              <a:buSzPts val="1200"/>
              <a:buNone/>
              <a:defRPr sz="1200"/>
            </a:lvl2pPr>
            <a:lvl3pPr marL="1371600" lvl="2" indent="-228600" algn="l">
              <a:lnSpc>
                <a:spcPct val="120000"/>
              </a:lnSpc>
              <a:spcBef>
                <a:spcPts val="500"/>
              </a:spcBef>
              <a:spcAft>
                <a:spcPts val="0"/>
              </a:spcAft>
              <a:buClr>
                <a:schemeClr val="lt1"/>
              </a:buClr>
              <a:buSzPts val="1000"/>
              <a:buNone/>
              <a:defRPr sz="1000"/>
            </a:lvl3pPr>
            <a:lvl4pPr marL="1828800" lvl="3" indent="-228600" algn="l">
              <a:lnSpc>
                <a:spcPct val="120000"/>
              </a:lnSpc>
              <a:spcBef>
                <a:spcPts val="500"/>
              </a:spcBef>
              <a:spcAft>
                <a:spcPts val="0"/>
              </a:spcAft>
              <a:buClr>
                <a:schemeClr val="lt1"/>
              </a:buClr>
              <a:buSzPts val="900"/>
              <a:buNone/>
              <a:defRPr sz="900"/>
            </a:lvl4pPr>
            <a:lvl5pPr marL="2286000" lvl="4" indent="-228600" algn="l">
              <a:lnSpc>
                <a:spcPct val="120000"/>
              </a:lnSpc>
              <a:spcBef>
                <a:spcPts val="500"/>
              </a:spcBef>
              <a:spcAft>
                <a:spcPts val="0"/>
              </a:spcAft>
              <a:buClr>
                <a:schemeClr val="lt1"/>
              </a:buClr>
              <a:buSzPts val="900"/>
              <a:buNone/>
              <a:defRPr sz="900"/>
            </a:lvl5pPr>
            <a:lvl6pPr marL="2743200" lvl="5" indent="-228600" algn="l">
              <a:lnSpc>
                <a:spcPct val="120000"/>
              </a:lnSpc>
              <a:spcBef>
                <a:spcPts val="500"/>
              </a:spcBef>
              <a:spcAft>
                <a:spcPts val="0"/>
              </a:spcAft>
              <a:buClr>
                <a:schemeClr val="lt1"/>
              </a:buClr>
              <a:buSzPts val="900"/>
              <a:buNone/>
              <a:defRPr sz="900"/>
            </a:lvl6pPr>
            <a:lvl7pPr marL="3200400" lvl="6" indent="-228600" algn="l">
              <a:lnSpc>
                <a:spcPct val="120000"/>
              </a:lnSpc>
              <a:spcBef>
                <a:spcPts val="500"/>
              </a:spcBef>
              <a:spcAft>
                <a:spcPts val="0"/>
              </a:spcAft>
              <a:buClr>
                <a:schemeClr val="lt1"/>
              </a:buClr>
              <a:buSzPts val="900"/>
              <a:buNone/>
              <a:defRPr sz="900"/>
            </a:lvl7pPr>
            <a:lvl8pPr marL="3657600" lvl="7" indent="-228600" algn="l">
              <a:lnSpc>
                <a:spcPct val="120000"/>
              </a:lnSpc>
              <a:spcBef>
                <a:spcPts val="500"/>
              </a:spcBef>
              <a:spcAft>
                <a:spcPts val="0"/>
              </a:spcAft>
              <a:buClr>
                <a:schemeClr val="lt1"/>
              </a:buClr>
              <a:buSzPts val="900"/>
              <a:buNone/>
              <a:defRPr sz="900"/>
            </a:lvl8pPr>
            <a:lvl9pPr marL="4114800" lvl="8" indent="-228600" algn="l">
              <a:lnSpc>
                <a:spcPct val="120000"/>
              </a:lnSpc>
              <a:spcBef>
                <a:spcPts val="500"/>
              </a:spcBef>
              <a:spcAft>
                <a:spcPts val="0"/>
              </a:spcAft>
              <a:buClr>
                <a:schemeClr val="lt1"/>
              </a:buClr>
              <a:buSzPts val="900"/>
              <a:buNone/>
              <a:defRPr sz="900"/>
            </a:lvl9pPr>
          </a:lstStyle>
          <a:p>
            <a:endParaRPr/>
          </a:p>
        </p:txBody>
      </p:sp>
      <p:sp>
        <p:nvSpPr>
          <p:cNvPr id="122" name="Google Shape;122;p26"/>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6"/>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26"/>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25"/>
        <p:cNvGrpSpPr/>
        <p:nvPr/>
      </p:nvGrpSpPr>
      <p:grpSpPr>
        <a:xfrm>
          <a:off x="0" y="0"/>
          <a:ext cx="0" cy="0"/>
          <a:chOff x="0" y="0"/>
          <a:chExt cx="0" cy="0"/>
        </a:xfrm>
      </p:grpSpPr>
      <p:sp>
        <p:nvSpPr>
          <p:cNvPr id="126" name="Google Shape;126;p27"/>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7"/>
          <p:cNvSpPr txBox="1">
            <a:spLocks noGrp="1"/>
          </p:cNvSpPr>
          <p:nvPr>
            <p:ph type="body" idx="1"/>
          </p:nvPr>
        </p:nvSpPr>
        <p:spPr>
          <a:xfrm rot="5400000">
            <a:off x="2720439" y="60971"/>
            <a:ext cx="3695136" cy="776532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128" name="Google Shape;128;p27"/>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27"/>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7"/>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31"/>
        <p:cNvGrpSpPr/>
        <p:nvPr/>
      </p:nvGrpSpPr>
      <p:grpSpPr>
        <a:xfrm>
          <a:off x="0" y="0"/>
          <a:ext cx="0" cy="0"/>
          <a:chOff x="0" y="0"/>
          <a:chExt cx="0" cy="0"/>
        </a:xfrm>
      </p:grpSpPr>
      <p:sp>
        <p:nvSpPr>
          <p:cNvPr id="132" name="Google Shape;132;p28"/>
          <p:cNvSpPr txBox="1">
            <a:spLocks noGrp="1"/>
          </p:cNvSpPr>
          <p:nvPr>
            <p:ph type="title"/>
          </p:nvPr>
        </p:nvSpPr>
        <p:spPr>
          <a:xfrm rot="5400000">
            <a:off x="4906371" y="2246904"/>
            <a:ext cx="5181601" cy="190699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4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8"/>
          <p:cNvSpPr txBox="1">
            <a:spLocks noGrp="1"/>
          </p:cNvSpPr>
          <p:nvPr>
            <p:ph type="body" idx="1"/>
          </p:nvPr>
        </p:nvSpPr>
        <p:spPr>
          <a:xfrm rot="5400000">
            <a:off x="966560" y="328386"/>
            <a:ext cx="5181601" cy="5744029"/>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lt1"/>
              </a:buClr>
              <a:buSzPts val="1800"/>
              <a:buChar char="•"/>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120000"/>
              </a:lnSpc>
              <a:spcBef>
                <a:spcPts val="500"/>
              </a:spcBef>
              <a:spcAft>
                <a:spcPts val="0"/>
              </a:spcAft>
              <a:buClr>
                <a:schemeClr val="lt1"/>
              </a:buClr>
              <a:buSzPts val="1800"/>
              <a:buChar char="•"/>
              <a:defRPr/>
            </a:lvl6pPr>
            <a:lvl7pPr marL="3200400" lvl="6" indent="-342900" algn="l">
              <a:lnSpc>
                <a:spcPct val="120000"/>
              </a:lnSpc>
              <a:spcBef>
                <a:spcPts val="500"/>
              </a:spcBef>
              <a:spcAft>
                <a:spcPts val="0"/>
              </a:spcAft>
              <a:buClr>
                <a:schemeClr val="lt1"/>
              </a:buClr>
              <a:buSzPts val="1800"/>
              <a:buChar char="•"/>
              <a:defRPr/>
            </a:lvl7pPr>
            <a:lvl8pPr marL="3657600" lvl="7" indent="-342900" algn="l">
              <a:lnSpc>
                <a:spcPct val="120000"/>
              </a:lnSpc>
              <a:spcBef>
                <a:spcPts val="500"/>
              </a:spcBef>
              <a:spcAft>
                <a:spcPts val="0"/>
              </a:spcAft>
              <a:buClr>
                <a:schemeClr val="lt1"/>
              </a:buClr>
              <a:buSzPts val="1800"/>
              <a:buChar char="•"/>
              <a:defRPr/>
            </a:lvl8pPr>
            <a:lvl9pPr marL="4114800" lvl="8" indent="-342900" algn="l">
              <a:lnSpc>
                <a:spcPct val="120000"/>
              </a:lnSpc>
              <a:spcBef>
                <a:spcPts val="500"/>
              </a:spcBef>
              <a:spcAft>
                <a:spcPts val="0"/>
              </a:spcAft>
              <a:buClr>
                <a:schemeClr val="lt1"/>
              </a:buClr>
              <a:buSzPts val="1800"/>
              <a:buChar char="•"/>
              <a:defRPr/>
            </a:lvl9pPr>
          </a:lstStyle>
          <a:p>
            <a:endParaRPr/>
          </a:p>
        </p:txBody>
      </p:sp>
      <p:sp>
        <p:nvSpPr>
          <p:cNvPr id="134" name="Google Shape;134;p28"/>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28"/>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28"/>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lt1"/>
              </a:buClr>
              <a:buSzPts val="3400"/>
              <a:buFont typeface="Bookman Old Style"/>
              <a:buNone/>
              <a:defRPr sz="3400" b="1" i="0" u="none" strike="noStrike" cap="none">
                <a:solidFill>
                  <a:schemeClr val="lt1"/>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685346" y="2096064"/>
            <a:ext cx="7765322" cy="3695136"/>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lt1"/>
              </a:buClr>
              <a:buSzPts val="2000"/>
              <a:buFont typeface="Arial"/>
              <a:buChar char="•"/>
              <a:defRPr sz="2000" b="0" i="0" u="none" strike="noStrike" cap="none">
                <a:solidFill>
                  <a:schemeClr val="lt1"/>
                </a:solidFill>
                <a:latin typeface="Rockwell"/>
                <a:ea typeface="Rockwell"/>
                <a:cs typeface="Rockwell"/>
                <a:sym typeface="Rockwell"/>
              </a:defRPr>
            </a:lvl1pPr>
            <a:lvl2pPr marL="914400" marR="0" lvl="1" indent="-342900" algn="l" rtl="0">
              <a:lnSpc>
                <a:spcPct val="120000"/>
              </a:lnSpc>
              <a:spcBef>
                <a:spcPts val="500"/>
              </a:spcBef>
              <a:spcAft>
                <a:spcPts val="0"/>
              </a:spcAft>
              <a:buClr>
                <a:schemeClr val="lt1"/>
              </a:buClr>
              <a:buSzPts val="1800"/>
              <a:buFont typeface="Arial"/>
              <a:buChar char="•"/>
              <a:defRPr sz="1800" b="0" i="0" u="none" strike="noStrike" cap="none">
                <a:solidFill>
                  <a:schemeClr val="lt1"/>
                </a:solidFill>
                <a:latin typeface="Rockwell"/>
                <a:ea typeface="Rockwell"/>
                <a:cs typeface="Rockwell"/>
                <a:sym typeface="Rockwell"/>
              </a:defRPr>
            </a:lvl2pPr>
            <a:lvl3pPr marL="1371600" marR="0" lvl="2" indent="-330200" algn="l" rtl="0">
              <a:lnSpc>
                <a:spcPct val="120000"/>
              </a:lnSpc>
              <a:spcBef>
                <a:spcPts val="500"/>
              </a:spcBef>
              <a:spcAft>
                <a:spcPts val="0"/>
              </a:spcAft>
              <a:buClr>
                <a:schemeClr val="lt1"/>
              </a:buClr>
              <a:buSzPts val="1600"/>
              <a:buFont typeface="Arial"/>
              <a:buChar char="•"/>
              <a:defRPr sz="1600" b="0" i="0" u="none" strike="noStrike" cap="none">
                <a:solidFill>
                  <a:schemeClr val="lt1"/>
                </a:solidFill>
                <a:latin typeface="Rockwell"/>
                <a:ea typeface="Rockwell"/>
                <a:cs typeface="Rockwell"/>
                <a:sym typeface="Rockwell"/>
              </a:defRPr>
            </a:lvl3pPr>
            <a:lvl4pPr marL="1828800" marR="0" lvl="3" indent="-317500" algn="l" rtl="0">
              <a:lnSpc>
                <a:spcPct val="120000"/>
              </a:lnSpc>
              <a:spcBef>
                <a:spcPts val="500"/>
              </a:spcBef>
              <a:spcAft>
                <a:spcPts val="0"/>
              </a:spcAft>
              <a:buClr>
                <a:schemeClr val="lt1"/>
              </a:buClr>
              <a:buSzPts val="1400"/>
              <a:buFont typeface="Arial"/>
              <a:buChar char="•"/>
              <a:defRPr sz="1400" b="0" i="0" u="none" strike="noStrike" cap="none">
                <a:solidFill>
                  <a:schemeClr val="lt1"/>
                </a:solidFill>
                <a:latin typeface="Rockwell"/>
                <a:ea typeface="Rockwell"/>
                <a:cs typeface="Rockwell"/>
                <a:sym typeface="Rockwell"/>
              </a:defRPr>
            </a:lvl4pPr>
            <a:lvl5pPr marL="2286000" marR="0" lvl="4"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Rockwell"/>
                <a:ea typeface="Rockwell"/>
                <a:cs typeface="Rockwell"/>
                <a:sym typeface="Rockwell"/>
              </a:defRPr>
            </a:lvl5pPr>
            <a:lvl6pPr marL="2743200" marR="0" lvl="5"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Rockwell"/>
                <a:ea typeface="Rockwell"/>
                <a:cs typeface="Rockwell"/>
                <a:sym typeface="Rockwell"/>
              </a:defRPr>
            </a:lvl6pPr>
            <a:lvl7pPr marL="3200400" marR="0" lvl="6"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Rockwell"/>
                <a:ea typeface="Rockwell"/>
                <a:cs typeface="Rockwell"/>
                <a:sym typeface="Rockwell"/>
              </a:defRPr>
            </a:lvl7pPr>
            <a:lvl8pPr marL="3657600" marR="0" lvl="7"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Rockwell"/>
                <a:ea typeface="Rockwell"/>
                <a:cs typeface="Rockwell"/>
                <a:sym typeface="Rockwell"/>
              </a:defRPr>
            </a:lvl8pPr>
            <a:lvl9pPr marL="4114800" marR="0" lvl="8"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Rockwell"/>
                <a:ea typeface="Rockwell"/>
                <a:cs typeface="Rockwell"/>
                <a:sym typeface="Rockwell"/>
              </a:defRPr>
            </a:lvl9pPr>
          </a:lstStyle>
          <a:p>
            <a:endParaRPr/>
          </a:p>
        </p:txBody>
      </p:sp>
      <p:sp>
        <p:nvSpPr>
          <p:cNvPr id="12" name="Google Shape;12;p11"/>
          <p:cNvSpPr txBox="1">
            <a:spLocks noGrp="1"/>
          </p:cNvSpPr>
          <p:nvPr>
            <p:ph type="dt" idx="10"/>
          </p:nvPr>
        </p:nvSpPr>
        <p:spPr>
          <a:xfrm>
            <a:off x="5759052" y="5883276"/>
            <a:ext cx="205740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lt1"/>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9pPr>
          </a:lstStyle>
          <a:p>
            <a:endParaRPr/>
          </a:p>
        </p:txBody>
      </p:sp>
      <p:sp>
        <p:nvSpPr>
          <p:cNvPr id="13" name="Google Shape;13;p11"/>
          <p:cNvSpPr txBox="1">
            <a:spLocks noGrp="1"/>
          </p:cNvSpPr>
          <p:nvPr>
            <p:ph type="ftr" idx="11"/>
          </p:nvPr>
        </p:nvSpPr>
        <p:spPr>
          <a:xfrm>
            <a:off x="685346" y="5883276"/>
            <a:ext cx="5004649"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lt1"/>
                </a:solidFill>
                <a:latin typeface="Rockwell"/>
                <a:ea typeface="Rockwell"/>
                <a:cs typeface="Rockwell"/>
                <a:sym typeface="Rockwel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Rockwell"/>
                <a:ea typeface="Rockwell"/>
                <a:cs typeface="Rockwell"/>
                <a:sym typeface="Rockwell"/>
              </a:defRPr>
            </a:lvl9pPr>
          </a:lstStyle>
          <a:p>
            <a:endParaRPr/>
          </a:p>
        </p:txBody>
      </p:sp>
      <p:sp>
        <p:nvSpPr>
          <p:cNvPr id="14" name="Google Shape;14;p11"/>
          <p:cNvSpPr txBox="1">
            <a:spLocks noGrp="1"/>
          </p:cNvSpPr>
          <p:nvPr>
            <p:ph type="sldNum" idx="12"/>
          </p:nvPr>
        </p:nvSpPr>
        <p:spPr>
          <a:xfrm>
            <a:off x="7885509" y="5883276"/>
            <a:ext cx="565159"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ckwell"/>
                <a:ea typeface="Rockwell"/>
                <a:cs typeface="Rockwell"/>
                <a:sym typeface="Rockwel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omments" Target="../comments/commen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comments" Target="../comments/comment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omments" Target="../comments/comment7.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omments" Target="../comments/commen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
          <p:cNvSpPr txBox="1">
            <a:spLocks noGrp="1"/>
          </p:cNvSpPr>
          <p:nvPr>
            <p:ph type="ctrTitle"/>
          </p:nvPr>
        </p:nvSpPr>
        <p:spPr>
          <a:xfrm>
            <a:off x="611560" y="2947566"/>
            <a:ext cx="7772400" cy="6853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2400"/>
              <a:buFont typeface="Open Sans"/>
              <a:buNone/>
            </a:pPr>
            <a:r>
              <a:rPr lang="es-CL" sz="2400" b="1">
                <a:latin typeface="Open Sans"/>
                <a:ea typeface="Open Sans"/>
                <a:cs typeface="Open Sans"/>
                <a:sym typeface="Open Sans"/>
              </a:rPr>
              <a:t>SISTEMA DE SUSPENSIÓN DE COMPETICIÓN </a:t>
            </a:r>
            <a:endParaRPr/>
          </a:p>
        </p:txBody>
      </p:sp>
      <p:sp>
        <p:nvSpPr>
          <p:cNvPr id="142" name="Google Shape;142;p1"/>
          <p:cNvSpPr txBox="1">
            <a:spLocks noGrp="1"/>
          </p:cNvSpPr>
          <p:nvPr>
            <p:ph type="subTitle" idx="1"/>
          </p:nvPr>
        </p:nvSpPr>
        <p:spPr>
          <a:xfrm>
            <a:off x="1297360" y="3712724"/>
            <a:ext cx="6400800" cy="362194"/>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lnSpc>
                <a:spcPct val="120000"/>
              </a:lnSpc>
              <a:spcBef>
                <a:spcPts val="0"/>
              </a:spcBef>
              <a:spcAft>
                <a:spcPts val="0"/>
              </a:spcAft>
              <a:buClr>
                <a:schemeClr val="lt1"/>
              </a:buClr>
              <a:buSzPct val="100000"/>
              <a:buNone/>
            </a:pPr>
            <a:r>
              <a:rPr lang="es-CL" sz="1800">
                <a:solidFill>
                  <a:schemeClr val="lt1"/>
                </a:solidFill>
                <a:latin typeface="Arial"/>
                <a:ea typeface="Arial"/>
                <a:cs typeface="Arial"/>
                <a:sym typeface="Arial"/>
              </a:rPr>
              <a:t>Unidad 4 : Geometría Plana Y Espacial</a:t>
            </a:r>
            <a:endParaRPr sz="1800">
              <a:solidFill>
                <a:schemeClr val="lt1"/>
              </a:solidFill>
              <a:latin typeface="Arial"/>
              <a:ea typeface="Arial"/>
              <a:cs typeface="Arial"/>
              <a:sym typeface="Arial"/>
            </a:endParaRPr>
          </a:p>
        </p:txBody>
      </p:sp>
      <p:sp>
        <p:nvSpPr>
          <p:cNvPr id="143" name="Google Shape;143;p1"/>
          <p:cNvSpPr/>
          <p:nvPr/>
        </p:nvSpPr>
        <p:spPr>
          <a:xfrm>
            <a:off x="469607" y="1"/>
            <a:ext cx="1867756" cy="1867756"/>
          </a:xfrm>
          <a:prstGeom prst="rect">
            <a:avLst/>
          </a:prstGeom>
          <a:solidFill>
            <a:srgbClr val="D402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44" name="Google Shape;144;p1"/>
          <p:cNvSpPr txBox="1"/>
          <p:nvPr/>
        </p:nvSpPr>
        <p:spPr>
          <a:xfrm>
            <a:off x="469607" y="160081"/>
            <a:ext cx="1867757" cy="757701"/>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lt1"/>
              </a:buClr>
              <a:buSzPts val="1400"/>
              <a:buFont typeface="Open Sans Light"/>
              <a:buNone/>
            </a:pPr>
            <a:r>
              <a:rPr lang="es-CL" sz="1400" b="0" i="0" u="none" strike="noStrike" cap="none">
                <a:solidFill>
                  <a:schemeClr val="lt1"/>
                </a:solidFill>
                <a:latin typeface="Open Sans Light"/>
                <a:ea typeface="Open Sans Light"/>
                <a:cs typeface="Open Sans Light"/>
                <a:sym typeface="Open Sans Light"/>
              </a:rPr>
              <a:t>Área Mecánica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400"/>
              <a:buFont typeface="Open Sans Light"/>
              <a:buNone/>
            </a:pPr>
            <a:r>
              <a:rPr lang="es-CL" sz="1400" b="0" i="0" u="none" strike="noStrike" cap="none">
                <a:solidFill>
                  <a:schemeClr val="lt1"/>
                </a:solidFill>
                <a:latin typeface="Open Sans Light"/>
                <a:ea typeface="Open Sans Light"/>
                <a:cs typeface="Open Sans Light"/>
                <a:sym typeface="Open Sans Light"/>
              </a:rPr>
              <a:t>Automotriz </a:t>
            </a:r>
            <a:endParaRPr sz="1400" b="0" i="0" u="none" strike="noStrike" cap="none">
              <a:solidFill>
                <a:srgbClr val="000000"/>
              </a:solidFill>
              <a:latin typeface="Arial"/>
              <a:ea typeface="Arial"/>
              <a:cs typeface="Arial"/>
              <a:sym typeface="Arial"/>
            </a:endParaRPr>
          </a:p>
        </p:txBody>
      </p:sp>
      <p:pic>
        <p:nvPicPr>
          <p:cNvPr id="145" name="Google Shape;145;p1" descr="1.png"/>
          <p:cNvPicPr preferRelativeResize="0"/>
          <p:nvPr/>
        </p:nvPicPr>
        <p:blipFill rotWithShape="1">
          <a:blip r:embed="rId3">
            <a:alphaModFix/>
          </a:blip>
          <a:srcRect/>
          <a:stretch/>
        </p:blipFill>
        <p:spPr>
          <a:xfrm>
            <a:off x="768447" y="1332361"/>
            <a:ext cx="1270076" cy="342346"/>
          </a:xfrm>
          <a:prstGeom prst="rect">
            <a:avLst/>
          </a:prstGeom>
          <a:noFill/>
          <a:ln>
            <a:noFill/>
          </a:ln>
        </p:spPr>
      </p:pic>
      <p:cxnSp>
        <p:nvCxnSpPr>
          <p:cNvPr id="146" name="Google Shape;146;p1"/>
          <p:cNvCxnSpPr/>
          <p:nvPr/>
        </p:nvCxnSpPr>
        <p:spPr>
          <a:xfrm>
            <a:off x="615294" y="1077855"/>
            <a:ext cx="1576383" cy="0"/>
          </a:xfrm>
          <a:prstGeom prst="straightConnector1">
            <a:avLst/>
          </a:prstGeom>
          <a:noFill/>
          <a:ln w="9525" cap="flat" cmpd="sng">
            <a:solidFill>
              <a:srgbClr val="FFFFFF"/>
            </a:solidFill>
            <a:prstDash val="solid"/>
            <a:round/>
            <a:headEnd type="none" w="sm" len="sm"/>
            <a:tailEnd type="none" w="sm" len="sm"/>
          </a:ln>
        </p:spPr>
      </p:cxnSp>
      <p:sp>
        <p:nvSpPr>
          <p:cNvPr id="147" name="Google Shape;147;p1"/>
          <p:cNvSpPr txBox="1"/>
          <p:nvPr/>
        </p:nvSpPr>
        <p:spPr>
          <a:xfrm>
            <a:off x="138931" y="5548955"/>
            <a:ext cx="5116465" cy="120028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1200"/>
              <a:buFont typeface="Arial"/>
              <a:buNone/>
            </a:pPr>
            <a:r>
              <a:rPr lang="es-CL" sz="1200" b="0" i="0" u="none" strike="noStrike" cap="none">
                <a:solidFill>
                  <a:schemeClr val="lt1"/>
                </a:solidFill>
                <a:latin typeface="Open Sans"/>
                <a:ea typeface="Open Sans"/>
                <a:cs typeface="Open Sans"/>
                <a:sym typeface="Open Sans"/>
              </a:rPr>
              <a:t>NOMBRE: Kevin Sanhueza, Fabian Schopp, Francisco Martínez </a:t>
            </a:r>
            <a:endParaRPr sz="12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200"/>
              <a:buFont typeface="Arial"/>
              <a:buNone/>
            </a:pPr>
            <a:r>
              <a:rPr lang="es-CL" sz="1200" b="0" i="0" u="none" strike="noStrike" cap="none">
                <a:solidFill>
                  <a:schemeClr val="lt1"/>
                </a:solidFill>
                <a:latin typeface="Open Sans"/>
                <a:ea typeface="Open Sans"/>
                <a:cs typeface="Open Sans"/>
                <a:sym typeface="Open Sans"/>
              </a:rPr>
              <a:t>CARRERA: Técnico en Mecánica Automotriz y Electromovilidad</a:t>
            </a:r>
            <a:endParaRPr sz="12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200"/>
              <a:buFont typeface="Arial"/>
              <a:buNone/>
            </a:pPr>
            <a:r>
              <a:rPr lang="es-CL" sz="1200" b="0" i="0" u="none" strike="noStrike" cap="none">
                <a:solidFill>
                  <a:schemeClr val="lt1"/>
                </a:solidFill>
                <a:latin typeface="Open Sans"/>
                <a:ea typeface="Open Sans"/>
                <a:cs typeface="Open Sans"/>
                <a:sym typeface="Open Sans"/>
              </a:rPr>
              <a:t>ASIGNTATURA: Funciones y geometría </a:t>
            </a:r>
            <a:endParaRPr sz="12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200"/>
              <a:buFont typeface="Arial"/>
              <a:buNone/>
            </a:pPr>
            <a:r>
              <a:rPr lang="es-CL" sz="1200" b="0" i="0" u="none" strike="noStrike" cap="none">
                <a:solidFill>
                  <a:schemeClr val="lt1"/>
                </a:solidFill>
                <a:latin typeface="Open Sans"/>
                <a:ea typeface="Open Sans"/>
                <a:cs typeface="Open Sans"/>
                <a:sym typeface="Open Sans"/>
              </a:rPr>
              <a:t>PROFESOR:  Lissette Salamanca </a:t>
            </a:r>
            <a:endParaRPr sz="12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200"/>
              <a:buFont typeface="Arial"/>
              <a:buNone/>
            </a:pPr>
            <a:r>
              <a:rPr lang="es-CL" sz="1200" b="0" i="0" u="none" strike="noStrike" cap="none">
                <a:solidFill>
                  <a:schemeClr val="lt1"/>
                </a:solidFill>
                <a:latin typeface="Open Sans"/>
                <a:ea typeface="Open Sans"/>
                <a:cs typeface="Open Sans"/>
                <a:sym typeface="Open Sans"/>
              </a:rPr>
              <a:t>FECHA: 17 de noviembre 2023</a:t>
            </a:r>
            <a:endParaRPr sz="1200" b="0" i="0" u="none" strike="noStrike" cap="none">
              <a:solidFill>
                <a:srgbClr val="000000"/>
              </a:solidFill>
              <a:latin typeface="Arial"/>
              <a:ea typeface="Arial"/>
              <a:cs typeface="Arial"/>
              <a:sym typeface="Arial"/>
            </a:endParaRPr>
          </a:p>
        </p:txBody>
      </p:sp>
      <p:pic>
        <p:nvPicPr>
          <p:cNvPr id="148" name="Google Shape;148;p1" descr="Logo.png"/>
          <p:cNvPicPr preferRelativeResize="0"/>
          <p:nvPr/>
        </p:nvPicPr>
        <p:blipFill rotWithShape="1">
          <a:blip r:embed="rId4">
            <a:alphaModFix/>
          </a:blip>
          <a:srcRect/>
          <a:stretch/>
        </p:blipFill>
        <p:spPr>
          <a:xfrm>
            <a:off x="8080221" y="6499599"/>
            <a:ext cx="924848" cy="2496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
          <p:cNvSpPr txBox="1">
            <a:spLocks noGrp="1"/>
          </p:cNvSpPr>
          <p:nvPr>
            <p:ph type="ctrTitle"/>
          </p:nvPr>
        </p:nvSpPr>
        <p:spPr>
          <a:xfrm>
            <a:off x="386479" y="271940"/>
            <a:ext cx="7772400" cy="6853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2400"/>
              <a:buFont typeface="Open Sans"/>
              <a:buNone/>
            </a:pPr>
            <a:r>
              <a:rPr lang="es-CL" sz="2400" b="1" dirty="0">
                <a:latin typeface="Open Sans"/>
                <a:ea typeface="Open Sans"/>
                <a:cs typeface="Open Sans"/>
                <a:sym typeface="Open Sans"/>
              </a:rPr>
              <a:t>DESCRIPCIÓN</a:t>
            </a:r>
            <a:r>
              <a:rPr lang="es-CL" sz="3200" b="1" dirty="0">
                <a:solidFill>
                  <a:srgbClr val="D40202"/>
                </a:solidFill>
                <a:latin typeface="Open Sans"/>
                <a:ea typeface="Open Sans"/>
                <a:cs typeface="Open Sans"/>
                <a:sym typeface="Open Sans"/>
              </a:rPr>
              <a:t> </a:t>
            </a:r>
            <a:endParaRPr dirty="0"/>
          </a:p>
        </p:txBody>
      </p:sp>
      <p:pic>
        <p:nvPicPr>
          <p:cNvPr id="154" name="Google Shape;154;p2" descr="Logo.png"/>
          <p:cNvPicPr preferRelativeResize="0"/>
          <p:nvPr/>
        </p:nvPicPr>
        <p:blipFill rotWithShape="1">
          <a:blip r:embed="rId3">
            <a:alphaModFix/>
          </a:blip>
          <a:srcRect/>
          <a:stretch/>
        </p:blipFill>
        <p:spPr>
          <a:xfrm>
            <a:off x="8080221" y="6499599"/>
            <a:ext cx="924848" cy="249644"/>
          </a:xfrm>
          <a:prstGeom prst="rect">
            <a:avLst/>
          </a:prstGeom>
          <a:noFill/>
          <a:ln>
            <a:noFill/>
          </a:ln>
        </p:spPr>
      </p:pic>
      <p:sp>
        <p:nvSpPr>
          <p:cNvPr id="155" name="Google Shape;155;p2"/>
          <p:cNvSpPr txBox="1"/>
          <p:nvPr/>
        </p:nvSpPr>
        <p:spPr>
          <a:xfrm>
            <a:off x="1337187" y="1248697"/>
            <a:ext cx="6821692" cy="427809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L" sz="1600" b="0" i="0" u="none" strike="noStrike" cap="none" dirty="0">
                <a:solidFill>
                  <a:schemeClr val="lt1"/>
                </a:solidFill>
                <a:latin typeface="Rockwell"/>
                <a:ea typeface="Rockwell"/>
                <a:cs typeface="Rockwell"/>
                <a:sym typeface="Rockwell"/>
              </a:rPr>
              <a:t>En el siguiente proyecto, mostraremos un sistema de suspensión para un vehículo de carreras que será conducido en diferentes tipos de terreno, ya sean etapas mojadas, etapas que contienen grava o arena, por </a:t>
            </a:r>
            <a:r>
              <a:rPr lang="es-CL" sz="1600" dirty="0">
                <a:solidFill>
                  <a:schemeClr val="lt1"/>
                </a:solidFill>
                <a:latin typeface="Rockwell"/>
                <a:ea typeface="Rockwell"/>
                <a:cs typeface="Rockwell"/>
                <a:sym typeface="Rockwell"/>
              </a:rPr>
              <a:t>cualquier</a:t>
            </a:r>
            <a:r>
              <a:rPr lang="es-CL" sz="1600" b="0" i="0" u="none" strike="noStrike" cap="none" dirty="0">
                <a:solidFill>
                  <a:schemeClr val="lt1"/>
                </a:solidFill>
                <a:latin typeface="Rockwell"/>
                <a:ea typeface="Rockwell"/>
                <a:cs typeface="Rockwell"/>
                <a:sym typeface="Rockwell"/>
              </a:rPr>
              <a:t> tipo de superficie. Utilizar un vehículo cuyas características de producción no se adaptan al terreno a recorrer no es la mejor opción.</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lt1"/>
              </a:solidFill>
              <a:latin typeface="Rockwell"/>
              <a:ea typeface="Rockwell"/>
              <a:cs typeface="Rockwell"/>
              <a:sym typeface="Rockwell"/>
            </a:endParaRPr>
          </a:p>
          <a:p>
            <a:pPr marL="0" marR="0" lvl="0" indent="0" algn="just" rtl="0">
              <a:lnSpc>
                <a:spcPct val="100000"/>
              </a:lnSpc>
              <a:spcBef>
                <a:spcPts val="0"/>
              </a:spcBef>
              <a:spcAft>
                <a:spcPts val="0"/>
              </a:spcAft>
              <a:buClr>
                <a:srgbClr val="000000"/>
              </a:buClr>
              <a:buSzPts val="1600"/>
              <a:buFont typeface="Arial"/>
              <a:buNone/>
            </a:pPr>
            <a:r>
              <a:rPr lang="es-CL" sz="1600" b="0" i="0" u="none" strike="noStrike" cap="none" dirty="0">
                <a:solidFill>
                  <a:schemeClr val="lt1"/>
                </a:solidFill>
                <a:latin typeface="Rockwell"/>
                <a:ea typeface="Rockwell"/>
                <a:cs typeface="Rockwell"/>
                <a:sym typeface="Rockwell"/>
              </a:rPr>
              <a:t>El vehículo comprado por el equipo era una Toyota Tundra 2015 que estaba equipada con suspensión de fábrica y no podía usarse en la competencia porque el diferente terreno lo habría </a:t>
            </a:r>
            <a:r>
              <a:rPr lang="es-CL" sz="1600" dirty="0" err="1">
                <a:solidFill>
                  <a:schemeClr val="lt1"/>
                </a:solidFill>
                <a:latin typeface="Rockwell"/>
                <a:ea typeface="Rockwell"/>
                <a:cs typeface="Rockwell"/>
                <a:sym typeface="Rockwell"/>
              </a:rPr>
              <a:t>destrosado</a:t>
            </a:r>
            <a:r>
              <a:rPr lang="es-CL" sz="1600" b="0" i="0" u="none" strike="noStrike" cap="none" dirty="0">
                <a:solidFill>
                  <a:schemeClr val="lt1"/>
                </a:solidFill>
                <a:latin typeface="Rockwell"/>
                <a:ea typeface="Rockwell"/>
                <a:cs typeface="Rockwell"/>
                <a:sym typeface="Rockwell"/>
              </a:rPr>
              <a:t> y debilitado. Entonces el equipo tenía una camioneta de carreras para el rally, pero sufrió muchos daños en el chasis y la suspensión, por lo que decidimos comprar una marca diferente de vehículo, pero este viene con todos los componentes para no verse forzados. , stock completo. Por lo tanto, se decidió realizar varias mejoras en su sistema de suspensión  para darle al vehículo el mejor rendimiento posible en las próximas carreras a realizar.</a:t>
            </a:r>
            <a:endParaRPr sz="1600" b="0" i="0" u="none" strike="noStrike" cap="none" dirty="0">
              <a:solidFill>
                <a:schemeClr val="lt1"/>
              </a:solidFill>
              <a:latin typeface="Rockwell"/>
              <a:ea typeface="Rockwell"/>
              <a:cs typeface="Rockwell"/>
              <a:sym typeface="Rockwe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9"/>
        <p:cNvGrpSpPr/>
        <p:nvPr/>
      </p:nvGrpSpPr>
      <p:grpSpPr>
        <a:xfrm>
          <a:off x="0" y="0"/>
          <a:ext cx="0" cy="0"/>
          <a:chOff x="0" y="0"/>
          <a:chExt cx="0" cy="0"/>
        </a:xfrm>
      </p:grpSpPr>
      <p:sp>
        <p:nvSpPr>
          <p:cNvPr id="160" name="Google Shape;160;p3"/>
          <p:cNvSpPr txBox="1">
            <a:spLocks noGrp="1"/>
          </p:cNvSpPr>
          <p:nvPr>
            <p:ph type="title"/>
          </p:nvPr>
        </p:nvSpPr>
        <p:spPr>
          <a:xfrm>
            <a:off x="685346" y="609600"/>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400"/>
              <a:buFont typeface="Bookman Old Style"/>
              <a:buNone/>
            </a:pPr>
            <a:r>
              <a:rPr lang="es-CL" dirty="0"/>
              <a:t>TEMA DE INVESTIGACIÓN Y NOCIONES MATEMÁTICAS </a:t>
            </a:r>
            <a:endParaRPr dirty="0"/>
          </a:p>
        </p:txBody>
      </p:sp>
      <p:sp>
        <p:nvSpPr>
          <p:cNvPr id="161" name="Google Shape;161;p3"/>
          <p:cNvSpPr/>
          <p:nvPr/>
        </p:nvSpPr>
        <p:spPr>
          <a:xfrm>
            <a:off x="0" y="2095500"/>
            <a:ext cx="9144000" cy="4762500"/>
          </a:xfrm>
          <a:prstGeom prst="rect">
            <a:avLst/>
          </a:prstGeom>
          <a:solidFill>
            <a:schemeClr val="dk1">
              <a:alpha val="4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62" name="Google Shape;162;p3"/>
          <p:cNvSpPr/>
          <p:nvPr/>
        </p:nvSpPr>
        <p:spPr>
          <a:xfrm>
            <a:off x="1865737" y="2421896"/>
            <a:ext cx="2553873" cy="3447059"/>
          </a:xfrm>
          <a:prstGeom prst="rect">
            <a:avLst/>
          </a:pr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rgbClr val="000000"/>
              </a:buClr>
              <a:buSzPts val="882"/>
              <a:buFont typeface="Arial"/>
              <a:buNone/>
            </a:pPr>
            <a:r>
              <a:rPr lang="es-CL" sz="882" b="0" i="0" u="none" strike="noStrike" cap="none" dirty="0">
                <a:solidFill>
                  <a:schemeClr val="lt1"/>
                </a:solidFill>
                <a:latin typeface="Open Sans"/>
                <a:ea typeface="Open Sans"/>
                <a:cs typeface="Open Sans"/>
                <a:sym typeface="Open Sans"/>
              </a:rPr>
              <a:t>Los tipos de suspensión que podemos encontrar en el mercado para vehículos o camionetas son el eje rígido, el eje semirrígido, Suspensión independiente, suspensión eje oscilante, suspensión McPherson, entre otros tipos de suspensión pero la más común para competición podemos encontrar la suspensión semirrígida la que al ser de este tipo nos genera una mayor adherencia y control del vehículo en condiciones fuera de asfalto por lo que absorbe mejor los baches u imperfecciones que se encuentren en el tramo de carrera que se realiza</a:t>
            </a:r>
            <a:endParaRPr sz="882" b="0" i="0" u="none" strike="noStrike" cap="none" dirty="0">
              <a:solidFill>
                <a:schemeClr val="lt1"/>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882"/>
              <a:buFont typeface="Arial"/>
              <a:buNone/>
            </a:pPr>
            <a:r>
              <a:rPr lang="es-CL" sz="882" b="0" i="0" u="none" strike="noStrike" cap="none" dirty="0">
                <a:solidFill>
                  <a:schemeClr val="lt1"/>
                </a:solidFill>
                <a:latin typeface="Open Sans"/>
                <a:ea typeface="Open Sans"/>
                <a:cs typeface="Open Sans"/>
                <a:sym typeface="Open Sans"/>
              </a:rPr>
              <a:t>(Gomez, 2023)</a:t>
            </a:r>
            <a:endParaRPr sz="882" b="0" i="0" u="none" strike="noStrike" cap="none" dirty="0">
              <a:solidFill>
                <a:schemeClr val="lt1"/>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882"/>
              <a:buFont typeface="Arial"/>
              <a:buNone/>
            </a:pPr>
            <a:endParaRPr sz="882" dirty="0">
              <a:solidFill>
                <a:schemeClr val="lt1"/>
              </a:solidFill>
              <a:latin typeface="Open Sans"/>
              <a:ea typeface="Open Sans"/>
              <a:cs typeface="Open Sans"/>
              <a:sym typeface="Open Sans"/>
            </a:endParaRPr>
          </a:p>
        </p:txBody>
      </p:sp>
      <p:pic>
        <p:nvPicPr>
          <p:cNvPr id="163" name="Google Shape;163;p3" descr="Logo.png"/>
          <p:cNvPicPr preferRelativeResize="0"/>
          <p:nvPr/>
        </p:nvPicPr>
        <p:blipFill rotWithShape="1">
          <a:blip r:embed="rId4">
            <a:alphaModFix/>
          </a:blip>
          <a:srcRect/>
          <a:stretch/>
        </p:blipFill>
        <p:spPr>
          <a:xfrm>
            <a:off x="6686276" y="5565187"/>
            <a:ext cx="584842" cy="157866"/>
          </a:xfrm>
          <a:prstGeom prst="rect">
            <a:avLst/>
          </a:prstGeom>
          <a:noFill/>
          <a:ln>
            <a:noFill/>
          </a:ln>
        </p:spPr>
      </p:pic>
      <p:sp>
        <p:nvSpPr>
          <p:cNvPr id="164" name="Google Shape;164;p3"/>
          <p:cNvSpPr txBox="1"/>
          <p:nvPr/>
        </p:nvSpPr>
        <p:spPr>
          <a:xfrm>
            <a:off x="4467796" y="2417233"/>
            <a:ext cx="2553873" cy="2862065"/>
          </a:xfrm>
          <a:prstGeom prst="rect">
            <a:avLst/>
          </a:pr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marR="0" lvl="0" indent="0" algn="just" rtl="0">
              <a:lnSpc>
                <a:spcPct val="150000"/>
              </a:lnSpc>
              <a:spcBef>
                <a:spcPts val="0"/>
              </a:spcBef>
              <a:spcAft>
                <a:spcPts val="0"/>
              </a:spcAft>
              <a:buClr>
                <a:schemeClr val="lt1"/>
              </a:buClr>
              <a:buSzPts val="1400"/>
              <a:buFont typeface="Arial"/>
              <a:buNone/>
            </a:pPr>
            <a:endParaRPr sz="1400" b="0" i="0" u="none" strike="noStrike" cap="none">
              <a:solidFill>
                <a:schemeClr val="lt1"/>
              </a:solidFill>
              <a:latin typeface="Open Sans"/>
              <a:ea typeface="Open Sans"/>
              <a:cs typeface="Open Sans"/>
              <a:sym typeface="Open Sans"/>
            </a:endParaRPr>
          </a:p>
        </p:txBody>
      </p:sp>
      <p:sp>
        <p:nvSpPr>
          <p:cNvPr id="165" name="Google Shape;165;p3"/>
          <p:cNvSpPr txBox="1"/>
          <p:nvPr/>
        </p:nvSpPr>
        <p:spPr>
          <a:xfrm>
            <a:off x="4467796" y="2417234"/>
            <a:ext cx="2553873" cy="144975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882"/>
              <a:buFont typeface="Arial"/>
              <a:buNone/>
            </a:pPr>
            <a:r>
              <a:rPr lang="es-CL" sz="882" b="0" i="0" u="none" strike="noStrike" cap="none" dirty="0">
                <a:solidFill>
                  <a:schemeClr val="lt1"/>
                </a:solidFill>
                <a:latin typeface="Open Sans"/>
                <a:ea typeface="Open Sans"/>
                <a:cs typeface="Open Sans"/>
                <a:sym typeface="Open Sans"/>
              </a:rPr>
              <a:t>Por otro lado, nos encontramos con que la suspensión al ser semi rígida le aporta mayor estabilidad al vehículo, además se pudo apreciar con la investigación realizada que si se realiza una leve inclinación del muelle o de la suspensión en general aproximadamente unos 45° el vehículo poseerá una mayor estabilidad y maniobrabilidad para así sea más eficiente en el tipo de suelo por el cual se está realizando la carrera.</a:t>
            </a:r>
            <a:endParaRPr sz="1400" b="0" i="0" u="none" strike="noStrike" cap="none" dirty="0">
              <a:solidFill>
                <a:schemeClr val="lt1"/>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4"/>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400"/>
              <a:buFont typeface="Bookman Old Style"/>
              <a:buNone/>
            </a:pPr>
            <a:r>
              <a:rPr lang="es-CL" sz="2400" b="1"/>
              <a:t>OBJETIVOS Y PREGUNTAS </a:t>
            </a:r>
            <a:endParaRPr/>
          </a:p>
        </p:txBody>
      </p:sp>
      <p:sp>
        <p:nvSpPr>
          <p:cNvPr id="171" name="Google Shape;171;p4"/>
          <p:cNvSpPr txBox="1">
            <a:spLocks noGrp="1"/>
          </p:cNvSpPr>
          <p:nvPr>
            <p:ph type="body" idx="1"/>
          </p:nvPr>
        </p:nvSpPr>
        <p:spPr>
          <a:xfrm>
            <a:off x="685346" y="2088320"/>
            <a:ext cx="3829503" cy="4160079"/>
          </a:xfrm>
          <a:prstGeom prst="rect">
            <a:avLst/>
          </a:prstGeom>
          <a:noFill/>
          <a:ln>
            <a:noFill/>
          </a:ln>
        </p:spPr>
        <p:txBody>
          <a:bodyPr spcFirstLastPara="1" wrap="square" lIns="91425" tIns="45700" rIns="91425" bIns="45700" anchor="t" anchorCtr="0">
            <a:normAutofit fontScale="62500" lnSpcReduction="20000"/>
          </a:bodyPr>
          <a:lstStyle/>
          <a:p>
            <a:pPr marL="228600" lvl="0" indent="-228631" algn="just" rtl="0">
              <a:lnSpc>
                <a:spcPct val="120000"/>
              </a:lnSpc>
              <a:spcBef>
                <a:spcPts val="0"/>
              </a:spcBef>
              <a:spcAft>
                <a:spcPts val="0"/>
              </a:spcAft>
              <a:buClr>
                <a:schemeClr val="lt1"/>
              </a:buClr>
              <a:buSzPct val="100000"/>
              <a:buChar char="•"/>
            </a:pPr>
            <a:r>
              <a:rPr lang="es-CL" sz="1900" dirty="0"/>
              <a:t>Realizar un sistema de suspensión y carcasa óptimo para el tramo o la carrera que se realizara prontamente.</a:t>
            </a:r>
            <a:endParaRPr dirty="0"/>
          </a:p>
          <a:p>
            <a:pPr marL="228600" lvl="0" indent="-153225" algn="just" rtl="0">
              <a:lnSpc>
                <a:spcPct val="120000"/>
              </a:lnSpc>
              <a:spcBef>
                <a:spcPts val="1000"/>
              </a:spcBef>
              <a:spcAft>
                <a:spcPts val="0"/>
              </a:spcAft>
              <a:buClr>
                <a:schemeClr val="lt1"/>
              </a:buClr>
              <a:buSzPct val="100000"/>
              <a:buNone/>
            </a:pPr>
            <a:endParaRPr sz="1900" dirty="0"/>
          </a:p>
          <a:p>
            <a:pPr marL="228600" lvl="0" indent="-228631" algn="just" rtl="0">
              <a:lnSpc>
                <a:spcPct val="120000"/>
              </a:lnSpc>
              <a:spcBef>
                <a:spcPts val="1000"/>
              </a:spcBef>
              <a:spcAft>
                <a:spcPts val="0"/>
              </a:spcAft>
              <a:buClr>
                <a:schemeClr val="lt1"/>
              </a:buClr>
              <a:buSzPct val="100000"/>
              <a:buChar char="•"/>
            </a:pPr>
            <a:r>
              <a:rPr lang="es-CL" sz="1900" dirty="0"/>
              <a:t>Crear una mayor eficiencia al auto y poder reducir costos de taller.</a:t>
            </a:r>
            <a:endParaRPr dirty="0"/>
          </a:p>
          <a:p>
            <a:pPr marL="228600" lvl="0" indent="-153225" algn="just" rtl="0">
              <a:lnSpc>
                <a:spcPct val="120000"/>
              </a:lnSpc>
              <a:spcBef>
                <a:spcPts val="1000"/>
              </a:spcBef>
              <a:spcAft>
                <a:spcPts val="0"/>
              </a:spcAft>
              <a:buClr>
                <a:schemeClr val="lt1"/>
              </a:buClr>
              <a:buSzPct val="100000"/>
              <a:buNone/>
            </a:pPr>
            <a:endParaRPr sz="1900" dirty="0"/>
          </a:p>
          <a:p>
            <a:pPr marL="228600" lvl="0" indent="-228631" algn="just" rtl="0">
              <a:lnSpc>
                <a:spcPct val="120000"/>
              </a:lnSpc>
              <a:spcBef>
                <a:spcPts val="1000"/>
              </a:spcBef>
              <a:spcAft>
                <a:spcPts val="0"/>
              </a:spcAft>
              <a:buClr>
                <a:schemeClr val="lt1"/>
              </a:buClr>
              <a:buSzPct val="100000"/>
              <a:buChar char="•"/>
            </a:pPr>
            <a:r>
              <a:rPr lang="es-CL" sz="1900" dirty="0"/>
              <a:t>Crear un sistema de suspensión que posea una mayor durabilidad y un mejor rendimiento.</a:t>
            </a:r>
            <a:endParaRPr dirty="0"/>
          </a:p>
          <a:p>
            <a:pPr marL="228600" lvl="0" indent="-153225" algn="just" rtl="0">
              <a:lnSpc>
                <a:spcPct val="120000"/>
              </a:lnSpc>
              <a:spcBef>
                <a:spcPts val="1000"/>
              </a:spcBef>
              <a:spcAft>
                <a:spcPts val="0"/>
              </a:spcAft>
              <a:buClr>
                <a:schemeClr val="lt1"/>
              </a:buClr>
              <a:buSzPct val="100000"/>
              <a:buNone/>
            </a:pPr>
            <a:endParaRPr sz="1900" dirty="0"/>
          </a:p>
          <a:p>
            <a:pPr marL="228600" lvl="0" indent="-228631" algn="just" rtl="0">
              <a:lnSpc>
                <a:spcPct val="120000"/>
              </a:lnSpc>
              <a:spcBef>
                <a:spcPts val="1000"/>
              </a:spcBef>
              <a:spcAft>
                <a:spcPts val="0"/>
              </a:spcAft>
              <a:buClr>
                <a:schemeClr val="lt1"/>
              </a:buClr>
              <a:buSzPct val="100000"/>
              <a:buChar char="•"/>
            </a:pPr>
            <a:r>
              <a:rPr lang="es-CL" sz="1900" dirty="0"/>
              <a:t>Realizar unas mejoras en los ángulos de ataque de la suspensión para una mayor eficiencia en distintos tipos de suelo o terreno.</a:t>
            </a:r>
            <a:endParaRPr dirty="0"/>
          </a:p>
          <a:p>
            <a:pPr marL="228600" lvl="0" indent="-153225" algn="just" rtl="0">
              <a:lnSpc>
                <a:spcPct val="120000"/>
              </a:lnSpc>
              <a:spcBef>
                <a:spcPts val="1000"/>
              </a:spcBef>
              <a:spcAft>
                <a:spcPts val="0"/>
              </a:spcAft>
              <a:buClr>
                <a:schemeClr val="lt1"/>
              </a:buClr>
              <a:buSzPct val="100000"/>
              <a:buNone/>
            </a:pPr>
            <a:endParaRPr sz="1900" dirty="0"/>
          </a:p>
          <a:p>
            <a:pPr marL="228600" lvl="0" indent="-228631" algn="just" rtl="0">
              <a:lnSpc>
                <a:spcPct val="120000"/>
              </a:lnSpc>
              <a:spcBef>
                <a:spcPts val="1000"/>
              </a:spcBef>
              <a:spcAft>
                <a:spcPts val="0"/>
              </a:spcAft>
              <a:buClr>
                <a:schemeClr val="lt1"/>
              </a:buClr>
              <a:buSzPct val="100000"/>
              <a:buChar char="•"/>
            </a:pPr>
            <a:r>
              <a:rPr lang="es-CL" sz="1900" dirty="0"/>
              <a:t>Realizar mejoras en los puntos de apoyo de la suspensión </a:t>
            </a:r>
            <a:endParaRPr dirty="0"/>
          </a:p>
          <a:p>
            <a:pPr marL="0" lvl="0" indent="0" algn="just" rtl="0">
              <a:lnSpc>
                <a:spcPct val="120000"/>
              </a:lnSpc>
              <a:spcBef>
                <a:spcPts val="1000"/>
              </a:spcBef>
              <a:spcAft>
                <a:spcPts val="0"/>
              </a:spcAft>
              <a:buClr>
                <a:schemeClr val="lt1"/>
              </a:buClr>
              <a:buSzPct val="100000"/>
              <a:buNone/>
            </a:pPr>
            <a:endParaRPr sz="1900" dirty="0"/>
          </a:p>
          <a:p>
            <a:pPr marL="228600" lvl="0" indent="-153225" algn="just" rtl="0">
              <a:lnSpc>
                <a:spcPct val="120000"/>
              </a:lnSpc>
              <a:spcBef>
                <a:spcPts val="1000"/>
              </a:spcBef>
              <a:spcAft>
                <a:spcPts val="0"/>
              </a:spcAft>
              <a:buClr>
                <a:schemeClr val="lt1"/>
              </a:buClr>
              <a:buSzPct val="100000"/>
              <a:buNone/>
            </a:pPr>
            <a:endParaRPr sz="1900" dirty="0"/>
          </a:p>
          <a:p>
            <a:pPr marL="228600" lvl="0" indent="-173036" algn="just" rtl="0">
              <a:lnSpc>
                <a:spcPct val="120000"/>
              </a:lnSpc>
              <a:spcBef>
                <a:spcPts val="1000"/>
              </a:spcBef>
              <a:spcAft>
                <a:spcPts val="0"/>
              </a:spcAft>
              <a:buClr>
                <a:schemeClr val="lt1"/>
              </a:buClr>
              <a:buSzPct val="100000"/>
              <a:buNone/>
            </a:pPr>
            <a:endParaRPr sz="1400" dirty="0"/>
          </a:p>
        </p:txBody>
      </p:sp>
      <p:sp>
        <p:nvSpPr>
          <p:cNvPr id="172" name="Google Shape;172;p4"/>
          <p:cNvSpPr txBox="1">
            <a:spLocks noGrp="1"/>
          </p:cNvSpPr>
          <p:nvPr>
            <p:ph type="body" idx="2"/>
          </p:nvPr>
        </p:nvSpPr>
        <p:spPr>
          <a:xfrm>
            <a:off x="4630052" y="2088320"/>
            <a:ext cx="3820616" cy="4160079"/>
          </a:xfrm>
          <a:prstGeom prst="rect">
            <a:avLst/>
          </a:prstGeom>
          <a:noFill/>
          <a:ln>
            <a:noFill/>
          </a:ln>
        </p:spPr>
        <p:txBody>
          <a:bodyPr spcFirstLastPara="1" wrap="square" lIns="91425" tIns="45700" rIns="91425" bIns="45700" anchor="t" anchorCtr="0">
            <a:noAutofit/>
          </a:bodyPr>
          <a:lstStyle/>
          <a:p>
            <a:pPr marL="228600" lvl="0" indent="-228600" algn="just" rtl="0">
              <a:lnSpc>
                <a:spcPct val="120000"/>
              </a:lnSpc>
              <a:spcBef>
                <a:spcPts val="0"/>
              </a:spcBef>
              <a:spcAft>
                <a:spcPts val="0"/>
              </a:spcAft>
              <a:buClr>
                <a:schemeClr val="lt1"/>
              </a:buClr>
              <a:buSzPts val="1200"/>
              <a:buChar char="•"/>
            </a:pPr>
            <a:r>
              <a:rPr lang="es-CL" sz="1200"/>
              <a:t>¿Cuánto  tiempo va a necesitar el taller para que el vehículo quede en las condiciones óptimas para la competición?</a:t>
            </a:r>
            <a:endParaRPr/>
          </a:p>
          <a:p>
            <a:pPr marL="228600" lvl="0" indent="-228600" algn="just" rtl="0">
              <a:lnSpc>
                <a:spcPct val="120000"/>
              </a:lnSpc>
              <a:spcBef>
                <a:spcPts val="1000"/>
              </a:spcBef>
              <a:spcAft>
                <a:spcPts val="0"/>
              </a:spcAft>
              <a:buClr>
                <a:schemeClr val="lt1"/>
              </a:buClr>
              <a:buSzPts val="1200"/>
              <a:buChar char="•"/>
            </a:pPr>
            <a:r>
              <a:rPr lang="es-CL" sz="1200"/>
              <a:t>¿Cuánto van a tardar las piezas para la mejora del vehículo?</a:t>
            </a:r>
            <a:endParaRPr/>
          </a:p>
          <a:p>
            <a:pPr marL="228600" lvl="0" indent="-228600" algn="just" rtl="0">
              <a:lnSpc>
                <a:spcPct val="120000"/>
              </a:lnSpc>
              <a:spcBef>
                <a:spcPts val="1000"/>
              </a:spcBef>
              <a:spcAft>
                <a:spcPts val="0"/>
              </a:spcAft>
              <a:buClr>
                <a:schemeClr val="lt1"/>
              </a:buClr>
              <a:buSzPts val="1200"/>
              <a:buChar char="•"/>
            </a:pPr>
            <a:r>
              <a:rPr lang="es-CL" sz="1200"/>
              <a:t>¿Cuánto será el costo de todas las mejoras del vehículo?</a:t>
            </a:r>
            <a:endParaRPr/>
          </a:p>
          <a:p>
            <a:pPr marL="228600" lvl="0" indent="-228600" algn="just" rtl="0">
              <a:lnSpc>
                <a:spcPct val="120000"/>
              </a:lnSpc>
              <a:spcBef>
                <a:spcPts val="1000"/>
              </a:spcBef>
              <a:spcAft>
                <a:spcPts val="0"/>
              </a:spcAft>
              <a:buClr>
                <a:schemeClr val="lt1"/>
              </a:buClr>
              <a:buSzPts val="1200"/>
              <a:buChar char="•"/>
            </a:pPr>
            <a:r>
              <a:rPr lang="es-CL" sz="1200"/>
              <a:t>¿Qué tipo de suspensión sería la más adecuada para el vehículo y las condiciones de carrera?</a:t>
            </a:r>
            <a:endParaRPr/>
          </a:p>
          <a:p>
            <a:pPr marL="228600" lvl="0" indent="-228600" algn="just" rtl="0">
              <a:lnSpc>
                <a:spcPct val="120000"/>
              </a:lnSpc>
              <a:spcBef>
                <a:spcPts val="1000"/>
              </a:spcBef>
              <a:spcAft>
                <a:spcPts val="0"/>
              </a:spcAft>
              <a:buClr>
                <a:schemeClr val="lt1"/>
              </a:buClr>
              <a:buSzPts val="1200"/>
              <a:buChar char="•"/>
            </a:pPr>
            <a:r>
              <a:rPr lang="es-CL" sz="1200"/>
              <a:t>¿Llegará a tiempo el vehículo a su competición?</a:t>
            </a:r>
            <a:endParaRPr/>
          </a:p>
          <a:p>
            <a:pPr marL="228600" lvl="0" indent="-228600" algn="just" rtl="0">
              <a:lnSpc>
                <a:spcPct val="120000"/>
              </a:lnSpc>
              <a:spcBef>
                <a:spcPts val="1000"/>
              </a:spcBef>
              <a:spcAft>
                <a:spcPts val="0"/>
              </a:spcAft>
              <a:buClr>
                <a:schemeClr val="lt1"/>
              </a:buClr>
              <a:buSzPts val="1200"/>
              <a:buChar char="•"/>
            </a:pPr>
            <a:r>
              <a:rPr lang="es-CL" sz="1200"/>
              <a:t>¿Sera factible reutilizar piezas que no fueron dañadas del vehículo antiguo al nuevo?</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5"/>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400"/>
              <a:buFont typeface="Bookman Old Style"/>
              <a:buNone/>
            </a:pPr>
            <a:r>
              <a:rPr lang="es-CL" sz="2400" b="1"/>
              <a:t>TEMAS INICIALES INVOLUCRADOS </a:t>
            </a:r>
            <a:endParaRPr/>
          </a:p>
        </p:txBody>
      </p:sp>
      <p:sp>
        <p:nvSpPr>
          <p:cNvPr id="178" name="Google Shape;178;p5"/>
          <p:cNvSpPr txBox="1">
            <a:spLocks noGrp="1"/>
          </p:cNvSpPr>
          <p:nvPr>
            <p:ph type="body" idx="1"/>
          </p:nvPr>
        </p:nvSpPr>
        <p:spPr>
          <a:xfrm>
            <a:off x="457200" y="1600200"/>
            <a:ext cx="4038600" cy="490875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just" rtl="0">
              <a:lnSpc>
                <a:spcPct val="120000"/>
              </a:lnSpc>
              <a:spcBef>
                <a:spcPts val="0"/>
              </a:spcBef>
              <a:spcAft>
                <a:spcPts val="0"/>
              </a:spcAft>
              <a:buClr>
                <a:schemeClr val="lt1"/>
              </a:buClr>
              <a:buSzPct val="100000"/>
              <a:buChar char="•"/>
            </a:pPr>
            <a:r>
              <a:rPr lang="es-CL" sz="1400"/>
              <a:t>Impacto de la suspensión en la seguridad, importancia de un buen sistema de suspensión para reducir accidentes y mejorar la seguridad de los ocupantes de vehículo.</a:t>
            </a:r>
            <a:endParaRPr/>
          </a:p>
          <a:p>
            <a:pPr marL="228600" lvl="0" indent="-228600" algn="just" rtl="0">
              <a:lnSpc>
                <a:spcPct val="120000"/>
              </a:lnSpc>
              <a:spcBef>
                <a:spcPts val="1000"/>
              </a:spcBef>
              <a:spcAft>
                <a:spcPts val="0"/>
              </a:spcAft>
              <a:buClr>
                <a:schemeClr val="lt1"/>
              </a:buClr>
              <a:buSzPct val="100000"/>
              <a:buChar char="•"/>
            </a:pPr>
            <a:r>
              <a:rPr lang="es-CL" sz="1400"/>
              <a:t>Ergonomía y confort en la suspensión: cómo afecta el diseño a la experiencia del conductor y los pasajeros.</a:t>
            </a:r>
            <a:endParaRPr/>
          </a:p>
          <a:p>
            <a:pPr marL="228600" lvl="0" indent="-228600" algn="just" rtl="0">
              <a:lnSpc>
                <a:spcPct val="120000"/>
              </a:lnSpc>
              <a:spcBef>
                <a:spcPts val="1000"/>
              </a:spcBef>
              <a:spcAft>
                <a:spcPts val="0"/>
              </a:spcAft>
              <a:buClr>
                <a:schemeClr val="lt1"/>
              </a:buClr>
              <a:buSzPct val="100000"/>
              <a:buChar char="•"/>
            </a:pPr>
            <a:r>
              <a:rPr lang="es-CL" sz="1400"/>
              <a:t>Influencia de la suspensión en el comportamiento del vehículo con la dirección, frenado, tracción, estabilidad en curvas, etc.</a:t>
            </a:r>
            <a:endParaRPr/>
          </a:p>
          <a:p>
            <a:pPr marL="228600" lvl="0" indent="-228600" algn="just" rtl="0">
              <a:lnSpc>
                <a:spcPct val="120000"/>
              </a:lnSpc>
              <a:spcBef>
                <a:spcPts val="1000"/>
              </a:spcBef>
              <a:spcAft>
                <a:spcPts val="0"/>
              </a:spcAft>
              <a:buClr>
                <a:schemeClr val="lt1"/>
              </a:buClr>
              <a:buSzPct val="100000"/>
              <a:buChar char="•"/>
            </a:pPr>
            <a:r>
              <a:rPr lang="es-CL" sz="1400"/>
              <a:t>Desgaste y mantenimiento de la suspensión automotriz síntomas de desgaste, importancia de revisar y reemplazar componentes.</a:t>
            </a:r>
            <a:endParaRPr/>
          </a:p>
          <a:p>
            <a:pPr marL="228600" lvl="0" indent="-228600" algn="just" rtl="0">
              <a:lnSpc>
                <a:spcPct val="120000"/>
              </a:lnSpc>
              <a:spcBef>
                <a:spcPts val="1000"/>
              </a:spcBef>
              <a:spcAft>
                <a:spcPts val="0"/>
              </a:spcAft>
              <a:buClr>
                <a:schemeClr val="lt1"/>
              </a:buClr>
              <a:buSzPct val="100000"/>
              <a:buChar char="•"/>
            </a:pPr>
            <a:r>
              <a:rPr lang="es-CL" sz="1400"/>
              <a:t>Impactos de accidentes en tramos de carrera, daños al no tener la suspensión indicada para el tramo de carrera.</a:t>
            </a:r>
            <a:endParaRPr/>
          </a:p>
          <a:p>
            <a:pPr marL="228600" lvl="0" indent="-228600" algn="just" rtl="0">
              <a:lnSpc>
                <a:spcPct val="120000"/>
              </a:lnSpc>
              <a:spcBef>
                <a:spcPts val="1000"/>
              </a:spcBef>
              <a:spcAft>
                <a:spcPts val="0"/>
              </a:spcAft>
              <a:buClr>
                <a:schemeClr val="lt1"/>
              </a:buClr>
              <a:buSzPct val="100000"/>
              <a:buChar char="•"/>
            </a:pPr>
            <a:r>
              <a:rPr lang="es-CL" sz="1400"/>
              <a:t>Suspensiones especializadas adaptaciones para vehículos todo terreno, de competición, o con necesidades específicas.</a:t>
            </a:r>
            <a:endParaRPr/>
          </a:p>
          <a:p>
            <a:pPr marL="228600" lvl="0" indent="-228600" algn="just" rtl="0">
              <a:lnSpc>
                <a:spcPct val="120000"/>
              </a:lnSpc>
              <a:spcBef>
                <a:spcPts val="1000"/>
              </a:spcBef>
              <a:spcAft>
                <a:spcPts val="0"/>
              </a:spcAft>
              <a:buClr>
                <a:schemeClr val="lt1"/>
              </a:buClr>
              <a:buSzPct val="100000"/>
              <a:buChar char="•"/>
            </a:pPr>
            <a:r>
              <a:rPr lang="es-CL" sz="1400"/>
              <a:t>Legalidad y normativas en sistemas de suspensión estándares de seguridad y regulaciones gubernamentales.</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6"/>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400"/>
              <a:buFont typeface="Bookman Old Style"/>
              <a:buNone/>
            </a:pPr>
            <a:r>
              <a:rPr lang="es-CL" sz="2400" b="1"/>
              <a:t>CRONOGRAMA Y MATERIALES A UTILIZAR </a:t>
            </a:r>
            <a:endParaRPr/>
          </a:p>
        </p:txBody>
      </p:sp>
      <p:graphicFrame>
        <p:nvGraphicFramePr>
          <p:cNvPr id="184" name="Google Shape;184;p6"/>
          <p:cNvGraphicFramePr/>
          <p:nvPr/>
        </p:nvGraphicFramePr>
        <p:xfrm>
          <a:off x="206477" y="923154"/>
          <a:ext cx="8780250" cy="5551990"/>
        </p:xfrm>
        <a:graphic>
          <a:graphicData uri="http://schemas.openxmlformats.org/drawingml/2006/table">
            <a:tbl>
              <a:tblPr firstRow="1" bandRow="1">
                <a:noFill/>
                <a:tableStyleId>{0756472D-B0F9-439E-BE14-CBF54296501C}</a:tableStyleId>
              </a:tblPr>
              <a:tblGrid>
                <a:gridCol w="1756050">
                  <a:extLst>
                    <a:ext uri="{9D8B030D-6E8A-4147-A177-3AD203B41FA5}">
                      <a16:colId xmlns:a16="http://schemas.microsoft.com/office/drawing/2014/main" val="20000"/>
                    </a:ext>
                  </a:extLst>
                </a:gridCol>
                <a:gridCol w="1756050">
                  <a:extLst>
                    <a:ext uri="{9D8B030D-6E8A-4147-A177-3AD203B41FA5}">
                      <a16:colId xmlns:a16="http://schemas.microsoft.com/office/drawing/2014/main" val="20001"/>
                    </a:ext>
                  </a:extLst>
                </a:gridCol>
                <a:gridCol w="1756050">
                  <a:extLst>
                    <a:ext uri="{9D8B030D-6E8A-4147-A177-3AD203B41FA5}">
                      <a16:colId xmlns:a16="http://schemas.microsoft.com/office/drawing/2014/main" val="20002"/>
                    </a:ext>
                  </a:extLst>
                </a:gridCol>
                <a:gridCol w="1756050">
                  <a:extLst>
                    <a:ext uri="{9D8B030D-6E8A-4147-A177-3AD203B41FA5}">
                      <a16:colId xmlns:a16="http://schemas.microsoft.com/office/drawing/2014/main" val="20003"/>
                    </a:ext>
                  </a:extLst>
                </a:gridCol>
                <a:gridCol w="1756050">
                  <a:extLst>
                    <a:ext uri="{9D8B030D-6E8A-4147-A177-3AD203B41FA5}">
                      <a16:colId xmlns:a16="http://schemas.microsoft.com/office/drawing/2014/main" val="20004"/>
                    </a:ext>
                  </a:extLst>
                </a:gridCol>
              </a:tblGrid>
              <a:tr h="925625">
                <a:tc>
                  <a:txBody>
                    <a:bodyPr/>
                    <a:lstStyle/>
                    <a:p>
                      <a:pPr marL="0" marR="0" lvl="0" indent="0" algn="l" rtl="0">
                        <a:lnSpc>
                          <a:spcPct val="100000"/>
                        </a:lnSpc>
                        <a:spcBef>
                          <a:spcPts val="0"/>
                        </a:spcBef>
                        <a:spcAft>
                          <a:spcPts val="0"/>
                        </a:spcAft>
                        <a:buClr>
                          <a:srgbClr val="000000"/>
                        </a:buClr>
                        <a:buSzPts val="1400"/>
                        <a:buFont typeface="Arial"/>
                        <a:buNone/>
                      </a:pPr>
                      <a:r>
                        <a:rPr lang="es-CL" sz="1400" u="none" strike="noStrike" cap="none"/>
                        <a:t>Tareas</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s-CL" sz="1400" u="none" strike="noStrike" cap="none"/>
                        <a:t>¿Qué haremos?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lt1"/>
                        </a:buClr>
                        <a:buSzPts val="1400"/>
                        <a:buFont typeface="Bookman Old Style"/>
                        <a:buNone/>
                      </a:pPr>
                      <a:r>
                        <a:rPr lang="es-CL" sz="1400" u="none" strike="noStrike" cap="none"/>
                        <a:t>Productos </a:t>
                      </a:r>
                      <a:endParaRPr sz="1400" u="none" strike="noStrike" cap="none"/>
                    </a:p>
                    <a:p>
                      <a:pPr marL="0" marR="0" lvl="0" indent="0" algn="l" rtl="0">
                        <a:lnSpc>
                          <a:spcPct val="100000"/>
                        </a:lnSpc>
                        <a:spcBef>
                          <a:spcPts val="0"/>
                        </a:spcBef>
                        <a:spcAft>
                          <a:spcPts val="0"/>
                        </a:spcAft>
                        <a:buClr>
                          <a:schemeClr val="lt1"/>
                        </a:buClr>
                        <a:buSzPts val="1400"/>
                        <a:buFont typeface="Bookman Old Style"/>
                        <a:buNone/>
                      </a:pPr>
                      <a:r>
                        <a:rPr lang="es-CL" sz="1400" u="none" strike="noStrike" cap="none"/>
                        <a:t>¿Qué resultados obtendremos?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CL" sz="1400" u="none" strike="noStrike" cap="none"/>
                        <a:t>Plazos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s-CL" sz="1400" u="none" strike="noStrike" cap="none"/>
                        <a:t>¿Para cuándo estará hecho?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CL" sz="1400" u="none" strike="noStrike" cap="none"/>
                        <a:t>Responsable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s-CL" sz="1400" u="none" strike="noStrike" cap="none"/>
                        <a:t>¿Quien o quienes lo harán?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CL" sz="1400" u="none" strike="noStrike" cap="none"/>
                        <a:t>Insumos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s-CL" sz="1400" u="none" strike="noStrike" cap="none"/>
                        <a:t>¿Qué necesitaremos para hacerlo?</a:t>
                      </a:r>
                      <a:endParaRPr sz="1400" u="none" strike="noStrike" cap="none"/>
                    </a:p>
                  </a:txBody>
                  <a:tcPr marL="91450" marR="91450" marT="45725" marB="45725"/>
                </a:tc>
                <a:extLst>
                  <a:ext uri="{0D108BD9-81ED-4DB2-BD59-A6C34878D82A}">
                    <a16:rowId xmlns:a16="http://schemas.microsoft.com/office/drawing/2014/main" val="10000"/>
                  </a:ext>
                </a:extLst>
              </a:tr>
              <a:tr h="1376200">
                <a:tc>
                  <a:txBody>
                    <a:bodyPr/>
                    <a:lstStyle/>
                    <a:p>
                      <a:pPr marL="0" marR="0" lvl="0" indent="0" algn="just" rtl="0">
                        <a:lnSpc>
                          <a:spcPct val="100000"/>
                        </a:lnSpc>
                        <a:spcBef>
                          <a:spcPts val="0"/>
                        </a:spcBef>
                        <a:spcAft>
                          <a:spcPts val="0"/>
                        </a:spcAft>
                        <a:buClr>
                          <a:srgbClr val="000000"/>
                        </a:buClr>
                        <a:buSzPts val="1800"/>
                        <a:buFont typeface="Arial"/>
                        <a:buNone/>
                      </a:pPr>
                      <a:r>
                        <a:rPr lang="es-CL" sz="1800" u="none" strike="noStrike" cap="none"/>
                        <a:t>1.-</a:t>
                      </a:r>
                      <a:r>
                        <a:rPr lang="es-CL" sz="1400" u="none" strike="noStrike" cap="none"/>
                        <a:t>Se determinará qué tipo de suspensión comprar </a:t>
                      </a:r>
                      <a:endParaRPr sz="18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Un sistema de suspensión que posea una mayor durabilidad y un mejor rendimiento.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Se determinará un plazo de siete días para la llegada de repuestos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El jefe de taller será el encargado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CL" sz="1400" u="none" strike="noStrike" cap="none"/>
                        <a:t>El vehículo totalmente stock ( salido de fabrica)</a:t>
                      </a:r>
                      <a:endParaRPr sz="1400" u="none" strike="noStrike" cap="none"/>
                    </a:p>
                  </a:txBody>
                  <a:tcPr marL="91450" marR="91450" marT="45725" marB="45725"/>
                </a:tc>
                <a:extLst>
                  <a:ext uri="{0D108BD9-81ED-4DB2-BD59-A6C34878D82A}">
                    <a16:rowId xmlns:a16="http://schemas.microsoft.com/office/drawing/2014/main" val="10001"/>
                  </a:ext>
                </a:extLst>
              </a:tr>
              <a:tr h="1499550">
                <a:tc>
                  <a:txBody>
                    <a:bodyPr/>
                    <a:lstStyle/>
                    <a:p>
                      <a:pPr marL="0" marR="0" lvl="0" indent="0" algn="just" rtl="0">
                        <a:lnSpc>
                          <a:spcPct val="100000"/>
                        </a:lnSpc>
                        <a:spcBef>
                          <a:spcPts val="0"/>
                        </a:spcBef>
                        <a:spcAft>
                          <a:spcPts val="0"/>
                        </a:spcAft>
                        <a:buClr>
                          <a:srgbClr val="000000"/>
                        </a:buClr>
                        <a:buSzPts val="1800"/>
                        <a:buFont typeface="Arial"/>
                        <a:buNone/>
                      </a:pPr>
                      <a:r>
                        <a:rPr lang="es-CL" sz="1800" u="none" strike="noStrike" cap="none"/>
                        <a:t>2.- </a:t>
                      </a:r>
                      <a:r>
                        <a:rPr lang="es-CL" sz="1400" u="none" strike="noStrike" cap="none"/>
                        <a:t>Se realizará pruebas de mejoras de la suspensión además de la instalación de esta </a:t>
                      </a:r>
                      <a:endParaRPr sz="18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Mejoras los ángulos de ataque de la suspensión para una mayor eficiencia en distintos tipos de suelo o terreno.</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El plazo de entrega del vehículo será en aproximadamente 15 días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Los mecánicos dispuestos por la escudería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Se determinarán las herramientas necesarias para poder realizarle minuciosamente todas las mejoras al vehículo</a:t>
                      </a:r>
                      <a:endParaRPr sz="1400" u="none" strike="noStrike" cap="none"/>
                    </a:p>
                  </a:txBody>
                  <a:tcPr marL="91450" marR="91450" marT="45725" marB="45725"/>
                </a:tc>
                <a:extLst>
                  <a:ext uri="{0D108BD9-81ED-4DB2-BD59-A6C34878D82A}">
                    <a16:rowId xmlns:a16="http://schemas.microsoft.com/office/drawing/2014/main" val="10002"/>
                  </a:ext>
                </a:extLst>
              </a:tr>
              <a:tr h="839400">
                <a:tc>
                  <a:txBody>
                    <a:bodyPr/>
                    <a:lstStyle/>
                    <a:p>
                      <a:pPr marL="0" marR="0" lvl="0" indent="0" algn="l" rtl="0">
                        <a:lnSpc>
                          <a:spcPct val="100000"/>
                        </a:lnSpc>
                        <a:spcBef>
                          <a:spcPts val="0"/>
                        </a:spcBef>
                        <a:spcAft>
                          <a:spcPts val="0"/>
                        </a:spcAft>
                        <a:buClr>
                          <a:srgbClr val="000000"/>
                        </a:buClr>
                        <a:buSzPts val="1800"/>
                        <a:buFont typeface="Arial"/>
                        <a:buNone/>
                      </a:pPr>
                      <a:r>
                        <a:rPr lang="es-CL" sz="1800" u="none" strike="noStrike" cap="none"/>
                        <a:t>3.-</a:t>
                      </a:r>
                      <a:r>
                        <a:rPr lang="es-CL" sz="1400" u="none" strike="noStrike" cap="none"/>
                        <a:t> Se realizarán las pruebas correspondientes de la suspensión mejorada, antes de el inicio de la competencia </a:t>
                      </a:r>
                      <a:endParaRPr sz="10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just" rtl="0">
                        <a:lnSpc>
                          <a:spcPct val="100000"/>
                        </a:lnSpc>
                        <a:spcBef>
                          <a:spcPts val="0"/>
                        </a:spcBef>
                        <a:spcAft>
                          <a:spcPts val="0"/>
                        </a:spcAft>
                        <a:buClr>
                          <a:srgbClr val="000000"/>
                        </a:buClr>
                        <a:buSzPts val="1400"/>
                        <a:buFont typeface="Arial"/>
                        <a:buNone/>
                      </a:pPr>
                      <a:r>
                        <a:rPr lang="es-CL" sz="1400" u="none" strike="noStrike" cap="none"/>
                        <a:t>Menos costo monetario </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Existe un plazo de siete días para que el vehículo esté listo para la carrera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s-CL" sz="1400" u="none" strike="noStrike" cap="none"/>
                        <a:t>Personal de administración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s-CL" sz="1400" u="none" strike="noStrike" cap="none"/>
                        <a:t>Se realizará una lista de todos los repuestos nuevos para el vehículo y sus mejoras en el sistema de suspensión </a:t>
                      </a:r>
                      <a:endParaRPr sz="1400" u="none" strike="noStrike" cap="none"/>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7"/>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400"/>
              <a:buFont typeface="Bookman Old Style"/>
              <a:buNone/>
            </a:pPr>
            <a:r>
              <a:rPr lang="es-CL" sz="2400"/>
              <a:t>INCORPORACIÓN DE HERRAMIENTAS TECNOLÓGICAS Y JUSTIFICACIÓN DE LA ELECCIÓN </a:t>
            </a:r>
            <a:endParaRPr/>
          </a:p>
        </p:txBody>
      </p:sp>
      <p:sp>
        <p:nvSpPr>
          <p:cNvPr id="190" name="Google Shape;190;p7"/>
          <p:cNvSpPr txBox="1">
            <a:spLocks noGrp="1"/>
          </p:cNvSpPr>
          <p:nvPr>
            <p:ph type="body" idx="1"/>
          </p:nvPr>
        </p:nvSpPr>
        <p:spPr>
          <a:xfrm>
            <a:off x="684446" y="2088320"/>
            <a:ext cx="3829503" cy="3702881"/>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Clr>
                <a:schemeClr val="lt1"/>
              </a:buClr>
              <a:buSzPts val="1600"/>
              <a:buChar char="•"/>
            </a:pPr>
            <a:r>
              <a:rPr lang="es-CL" sz="1600"/>
              <a:t>Aplicaciones de simulación y análisis estructural: Estas herramientas permiten simular el comportamiento de la suspensión en diferentes condiciones y analizar su resistencia y durabilidad. Las aplicaciones a utilizar en este proyecto son Vsusp.com y  phet.colorado.edu</a:t>
            </a:r>
            <a:endParaRPr sz="1600"/>
          </a:p>
        </p:txBody>
      </p:sp>
      <p:sp>
        <p:nvSpPr>
          <p:cNvPr id="191" name="Google Shape;191;p7"/>
          <p:cNvSpPr txBox="1">
            <a:spLocks noGrp="1"/>
          </p:cNvSpPr>
          <p:nvPr>
            <p:ph type="body" idx="2"/>
          </p:nvPr>
        </p:nvSpPr>
        <p:spPr>
          <a:xfrm>
            <a:off x="4638938" y="2088319"/>
            <a:ext cx="3820616" cy="3702881"/>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Clr>
                <a:schemeClr val="lt1"/>
              </a:buClr>
              <a:buSzPts val="1600"/>
              <a:buChar char="•"/>
            </a:pPr>
            <a:r>
              <a:rPr lang="es-CL" sz="1600"/>
              <a:t>Al incorporar estas herramientas tecnológicas, es posible agilizar y mejorar el proceso del ciclo de ABpro en suspensión automotriz, reduciendo costos, aumentando la eficiencia y obteniendo productos de mayor calidad</a:t>
            </a:r>
            <a:endParaRPr sz="1600"/>
          </a:p>
        </p:txBody>
      </p:sp>
      <p:pic>
        <p:nvPicPr>
          <p:cNvPr id="192" name="Google Shape;192;p7" descr="Gráfico, Gráfico de superficie"/>
          <p:cNvPicPr preferRelativeResize="0"/>
          <p:nvPr/>
        </p:nvPicPr>
        <p:blipFill rotWithShape="1">
          <a:blip r:embed="rId3">
            <a:alphaModFix/>
          </a:blip>
          <a:srcRect/>
          <a:stretch/>
        </p:blipFill>
        <p:spPr>
          <a:xfrm>
            <a:off x="319310" y="4807692"/>
            <a:ext cx="4310743" cy="1440707"/>
          </a:xfrm>
          <a:prstGeom prst="rect">
            <a:avLst/>
          </a:prstGeom>
          <a:noFill/>
          <a:ln>
            <a:noFill/>
          </a:ln>
        </p:spPr>
      </p:pic>
      <p:sp>
        <p:nvSpPr>
          <p:cNvPr id="193" name="Google Shape;193;p7"/>
          <p:cNvSpPr txBox="1"/>
          <p:nvPr/>
        </p:nvSpPr>
        <p:spPr>
          <a:xfrm>
            <a:off x="319300" y="6407451"/>
            <a:ext cx="3963900" cy="5109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s-CL" sz="800">
                <a:solidFill>
                  <a:schemeClr val="lt1"/>
                </a:solidFill>
                <a:latin typeface="Rockwell"/>
                <a:ea typeface="Rockwell"/>
                <a:cs typeface="Rockwell"/>
                <a:sym typeface="Rockwell"/>
              </a:rPr>
              <a:t>(phet.colorado.edu, 2019)</a:t>
            </a:r>
            <a:endParaRPr sz="800">
              <a:solidFill>
                <a:schemeClr val="lt1"/>
              </a:solidFill>
              <a:latin typeface="Rockwell"/>
              <a:ea typeface="Rockwell"/>
              <a:cs typeface="Rockwell"/>
              <a:sym typeface="Rockwell"/>
            </a:endParaRPr>
          </a:p>
          <a:p>
            <a:pPr marL="0" marR="0" lvl="0" indent="0" algn="l" rtl="0">
              <a:lnSpc>
                <a:spcPct val="100000"/>
              </a:lnSpc>
              <a:spcBef>
                <a:spcPts val="1200"/>
              </a:spcBef>
              <a:spcAft>
                <a:spcPts val="0"/>
              </a:spcAft>
              <a:buClr>
                <a:srgbClr val="000000"/>
              </a:buClr>
              <a:buSzPts val="800"/>
              <a:buFont typeface="Arial"/>
              <a:buNone/>
            </a:pPr>
            <a:endParaRPr sz="800">
              <a:solidFill>
                <a:schemeClr val="lt1"/>
              </a:solidFill>
              <a:latin typeface="Rockwell"/>
              <a:ea typeface="Rockwell"/>
              <a:cs typeface="Rockwell"/>
              <a:sym typeface="Rockwell"/>
            </a:endParaRPr>
          </a:p>
        </p:txBody>
      </p:sp>
      <p:pic>
        <p:nvPicPr>
          <p:cNvPr id="194" name="Google Shape;194;p7" descr="Diagrama&#10;&#10;Descripción generada automáticamente"/>
          <p:cNvPicPr preferRelativeResize="0"/>
          <p:nvPr/>
        </p:nvPicPr>
        <p:blipFill rotWithShape="1">
          <a:blip r:embed="rId4">
            <a:alphaModFix/>
          </a:blip>
          <a:srcRect/>
          <a:stretch/>
        </p:blipFill>
        <p:spPr>
          <a:xfrm>
            <a:off x="5290457" y="4807692"/>
            <a:ext cx="3370815" cy="1440707"/>
          </a:xfrm>
          <a:prstGeom prst="rect">
            <a:avLst/>
          </a:prstGeom>
          <a:noFill/>
          <a:ln>
            <a:noFill/>
          </a:ln>
        </p:spPr>
      </p:pic>
      <p:sp>
        <p:nvSpPr>
          <p:cNvPr id="195" name="Google Shape;195;p7"/>
          <p:cNvSpPr txBox="1"/>
          <p:nvPr/>
        </p:nvSpPr>
        <p:spPr>
          <a:xfrm>
            <a:off x="5552538" y="6407451"/>
            <a:ext cx="2631300" cy="5109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s-CL" sz="800">
                <a:solidFill>
                  <a:schemeClr val="lt1"/>
                </a:solidFill>
                <a:latin typeface="Rockwell"/>
                <a:ea typeface="Rockwell"/>
                <a:cs typeface="Rockwell"/>
                <a:sym typeface="Rockwell"/>
              </a:rPr>
              <a:t>(Vsusp, 2011)</a:t>
            </a:r>
            <a:endParaRPr sz="800">
              <a:solidFill>
                <a:schemeClr val="lt1"/>
              </a:solidFill>
              <a:latin typeface="Rockwell"/>
              <a:ea typeface="Rockwell"/>
              <a:cs typeface="Rockwell"/>
              <a:sym typeface="Rockwell"/>
            </a:endParaRPr>
          </a:p>
          <a:p>
            <a:pPr marL="0" marR="0" lvl="0" indent="0" algn="l" rtl="0">
              <a:lnSpc>
                <a:spcPct val="100000"/>
              </a:lnSpc>
              <a:spcBef>
                <a:spcPts val="1200"/>
              </a:spcBef>
              <a:spcAft>
                <a:spcPts val="0"/>
              </a:spcAft>
              <a:buClr>
                <a:srgbClr val="000000"/>
              </a:buClr>
              <a:buSzPts val="800"/>
              <a:buFont typeface="Arial"/>
              <a:buNone/>
            </a:pPr>
            <a:endParaRPr sz="800">
              <a:solidFill>
                <a:schemeClr val="lt1"/>
              </a:solidFill>
              <a:latin typeface="Rockwell"/>
              <a:ea typeface="Rockwell"/>
              <a:cs typeface="Rockwell"/>
              <a:sym typeface="Rockwe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8"/>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400"/>
              <a:buFont typeface="Bookman Old Style"/>
              <a:buNone/>
            </a:pPr>
            <a:r>
              <a:rPr lang="es-CL"/>
              <a:t>Preguntas y soluciones </a:t>
            </a:r>
            <a:endParaRPr/>
          </a:p>
        </p:txBody>
      </p:sp>
      <p:sp>
        <p:nvSpPr>
          <p:cNvPr id="201" name="Google Shape;201;p8"/>
          <p:cNvSpPr txBox="1">
            <a:spLocks noGrp="1"/>
          </p:cNvSpPr>
          <p:nvPr>
            <p:ph type="body" idx="1"/>
          </p:nvPr>
        </p:nvSpPr>
        <p:spPr>
          <a:xfrm>
            <a:off x="685346" y="2088320"/>
            <a:ext cx="3829503" cy="3702881"/>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Clr>
                <a:schemeClr val="lt1"/>
              </a:buClr>
              <a:buSzPts val="2000"/>
              <a:buChar char="•"/>
            </a:pPr>
            <a:r>
              <a:rPr lang="es-CL"/>
              <a:t> </a:t>
            </a:r>
            <a:r>
              <a:rPr lang="es-CL" sz="1700"/>
              <a:t>Análisis de carga: ANSYS y SolidWorks Simulation permiten realizar simulaciones de carga estática y dinámica en la suspensión automotriz. Esto ayuda a evaluar el rendimiento estructural de los componentes, verificar si cumplen con los requisitos de carga y evaluar su resistencia a la fatiga.</a:t>
            </a:r>
            <a:endParaRPr/>
          </a:p>
        </p:txBody>
      </p:sp>
      <p:sp>
        <p:nvSpPr>
          <p:cNvPr id="202" name="Google Shape;202;p8"/>
          <p:cNvSpPr txBox="1">
            <a:spLocks noGrp="1"/>
          </p:cNvSpPr>
          <p:nvPr>
            <p:ph type="body" idx="2"/>
          </p:nvPr>
        </p:nvSpPr>
        <p:spPr>
          <a:xfrm>
            <a:off x="4630052" y="2088320"/>
            <a:ext cx="3820616" cy="3702881"/>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20000"/>
              </a:lnSpc>
              <a:spcBef>
                <a:spcPts val="0"/>
              </a:spcBef>
              <a:spcAft>
                <a:spcPts val="0"/>
              </a:spcAft>
              <a:buSzPct val="100000"/>
              <a:buChar char="•"/>
            </a:pPr>
            <a:r>
              <a:rPr lang="es-CL"/>
              <a:t>Estudio de vibraciones y ruidos: Con los programas de simulación, se puede analizar el comportamiento de la suspensión ante vibraciones y ruidos producidos por diversas condiciones de manejo. Esto permite optimizar el diseño para minimizar las vibraciones y mejorar la comodidad del conductor y los pasajeros.</a:t>
            </a:r>
            <a:endParaRPr/>
          </a:p>
          <a:p>
            <a:pPr marL="228600" lvl="0" indent="-111124" algn="l" rtl="0">
              <a:lnSpc>
                <a:spcPct val="120000"/>
              </a:lnSpc>
              <a:spcBef>
                <a:spcPts val="0"/>
              </a:spcBef>
              <a:spcAft>
                <a:spcPts val="0"/>
              </a:spcAft>
              <a:buSzPct val="900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9"/>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400"/>
              <a:buFont typeface="Bookman Old Style"/>
              <a:buNone/>
            </a:pPr>
            <a:r>
              <a:rPr lang="es-CL"/>
              <a:t>Problema y soluciones </a:t>
            </a:r>
            <a:endParaRPr/>
          </a:p>
        </p:txBody>
      </p:sp>
      <p:sp>
        <p:nvSpPr>
          <p:cNvPr id="208" name="Google Shape;208;p9"/>
          <p:cNvSpPr txBox="1">
            <a:spLocks noGrp="1"/>
          </p:cNvSpPr>
          <p:nvPr>
            <p:ph type="body" idx="2"/>
          </p:nvPr>
        </p:nvSpPr>
        <p:spPr>
          <a:xfrm>
            <a:off x="1171325" y="1935925"/>
            <a:ext cx="6531600" cy="4072800"/>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SzPts val="2000"/>
              <a:buChar char="•"/>
            </a:pPr>
            <a:r>
              <a:rPr lang="es-CL" sz="1600"/>
              <a:t>Diseño de materiales y selección de componentes: Mediante el uso de simulaciones, se pueden evaluar diferentes materiales para los componentes de la suspensión y determinar cuál es el más adecuado en términos de resistencia, rigidez y durabilidad. También se pueden realizar análisis comparativos entre diferentes configuraciones de componentes para determinar la mejor opción.</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0"/>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400"/>
              <a:buFont typeface="Bookman Old Style"/>
              <a:buNone/>
            </a:pPr>
            <a:r>
              <a:rPr lang="es-CL" sz="2000"/>
              <a:t>Problema Matemático </a:t>
            </a:r>
            <a:endParaRPr sz="2000"/>
          </a:p>
        </p:txBody>
      </p:sp>
      <p:sp>
        <p:nvSpPr>
          <p:cNvPr id="214" name="Google Shape;214;p10"/>
          <p:cNvSpPr txBox="1">
            <a:spLocks noGrp="1"/>
          </p:cNvSpPr>
          <p:nvPr>
            <p:ph type="body" idx="1"/>
          </p:nvPr>
        </p:nvSpPr>
        <p:spPr>
          <a:xfrm>
            <a:off x="685346" y="1935920"/>
            <a:ext cx="3829500" cy="3702900"/>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chemeClr val="lt1"/>
              </a:buClr>
              <a:buSzPts val="2000"/>
              <a:buChar char="•"/>
            </a:pPr>
            <a:r>
              <a:rPr lang="es-CL"/>
              <a:t>Ley de hooke </a:t>
            </a:r>
            <a:endParaRPr/>
          </a:p>
          <a:p>
            <a:pPr marL="228600" lvl="0" indent="0" algn="l" rtl="0">
              <a:lnSpc>
                <a:spcPct val="120000"/>
              </a:lnSpc>
              <a:spcBef>
                <a:spcPts val="0"/>
              </a:spcBef>
              <a:spcAft>
                <a:spcPts val="0"/>
              </a:spcAft>
              <a:buSzPts val="1800"/>
              <a:buNone/>
            </a:pPr>
            <a:endParaRPr/>
          </a:p>
        </p:txBody>
      </p:sp>
      <p:sp>
        <p:nvSpPr>
          <p:cNvPr id="215" name="Google Shape;215;p10"/>
          <p:cNvSpPr txBox="1">
            <a:spLocks noGrp="1"/>
          </p:cNvSpPr>
          <p:nvPr>
            <p:ph type="body" idx="2"/>
          </p:nvPr>
        </p:nvSpPr>
        <p:spPr>
          <a:xfrm>
            <a:off x="4630052" y="2088320"/>
            <a:ext cx="3820616" cy="3702881"/>
          </a:xfrm>
          <a:prstGeom prst="rect">
            <a:avLst/>
          </a:prstGeom>
          <a:noFill/>
          <a:ln>
            <a:noFill/>
          </a:ln>
        </p:spPr>
        <p:txBody>
          <a:bodyPr spcFirstLastPara="1" wrap="square" lIns="91425" tIns="45700" rIns="91425" bIns="45700" anchor="t" anchorCtr="0">
            <a:normAutofit fontScale="70000" lnSpcReduction="20000"/>
          </a:bodyPr>
          <a:lstStyle/>
          <a:p>
            <a:pPr marL="228600" lvl="0" indent="-120650" algn="just" rtl="0">
              <a:lnSpc>
                <a:spcPct val="120000"/>
              </a:lnSpc>
              <a:spcBef>
                <a:spcPts val="0"/>
              </a:spcBef>
              <a:spcAft>
                <a:spcPts val="0"/>
              </a:spcAft>
              <a:buClr>
                <a:schemeClr val="dk1"/>
              </a:buClr>
              <a:buSzPct val="55000"/>
              <a:buFont typeface="Arial"/>
              <a:buNone/>
            </a:pPr>
            <a:r>
              <a:rPr lang="es-CL"/>
              <a:t>Como primera idea podemos encontrar el término de fuerza aplicada por el peso del vehículo a resorte de la suspensión.</a:t>
            </a:r>
            <a:endParaRPr/>
          </a:p>
          <a:p>
            <a:pPr marL="228600" lvl="0" indent="-120650" algn="just" rtl="0">
              <a:lnSpc>
                <a:spcPct val="120000"/>
              </a:lnSpc>
              <a:spcBef>
                <a:spcPts val="0"/>
              </a:spcBef>
              <a:spcAft>
                <a:spcPts val="0"/>
              </a:spcAft>
              <a:buClr>
                <a:schemeClr val="dk1"/>
              </a:buClr>
              <a:buSzPct val="55000"/>
              <a:buFont typeface="Arial"/>
              <a:buNone/>
            </a:pPr>
            <a:r>
              <a:rPr lang="es-CL"/>
              <a:t>La x se puede dividir en dos partes cuando nos proporciona información de cuando está en su forma natural o sin fuerza newton ejercida ,sino que solo la masa del vehículo y la otra  x es la que nos proporciona el peso ejercido para que la suspensión cumpla su función y produce  que la suspensión se comprima  con la irregularidad de los distintos tipos de suelo.</a:t>
            </a:r>
            <a:endParaRPr/>
          </a:p>
          <a:p>
            <a:pPr marL="228600" lvl="0" indent="-120650" algn="l" rtl="0">
              <a:lnSpc>
                <a:spcPct val="120000"/>
              </a:lnSpc>
              <a:spcBef>
                <a:spcPts val="0"/>
              </a:spcBef>
              <a:spcAft>
                <a:spcPts val="0"/>
              </a:spcAft>
              <a:buClr>
                <a:schemeClr val="lt1"/>
              </a:buClr>
              <a:buSzPct val="100000"/>
              <a:buNone/>
            </a:pPr>
            <a:endParaRPr/>
          </a:p>
        </p:txBody>
      </p:sp>
      <p:pic>
        <p:nvPicPr>
          <p:cNvPr id="216" name="Google Shape;216;p10"/>
          <p:cNvPicPr preferRelativeResize="0"/>
          <p:nvPr/>
        </p:nvPicPr>
        <p:blipFill rotWithShape="1">
          <a:blip r:embed="rId3">
            <a:alphaModFix/>
          </a:blip>
          <a:srcRect/>
          <a:stretch/>
        </p:blipFill>
        <p:spPr>
          <a:xfrm>
            <a:off x="728675" y="2791850"/>
            <a:ext cx="3786176" cy="3051750"/>
          </a:xfrm>
          <a:prstGeom prst="rect">
            <a:avLst/>
          </a:prstGeom>
          <a:noFill/>
          <a:ln>
            <a:noFill/>
          </a:ln>
        </p:spPr>
      </p:pic>
      <p:sp>
        <p:nvSpPr>
          <p:cNvPr id="217" name="Google Shape;217;p10"/>
          <p:cNvSpPr txBox="1"/>
          <p:nvPr/>
        </p:nvSpPr>
        <p:spPr>
          <a:xfrm>
            <a:off x="789275" y="5955975"/>
            <a:ext cx="3786300" cy="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L" sz="1100" dirty="0">
                <a:solidFill>
                  <a:schemeClr val="lt1"/>
                </a:solidFill>
                <a:latin typeface="Calibri"/>
                <a:ea typeface="Calibri"/>
                <a:cs typeface="Calibri"/>
                <a:sym typeface="Calibri"/>
              </a:rPr>
              <a:t> (profesor10demates, 2014)</a:t>
            </a:r>
            <a:endParaRPr sz="2000" dirty="0">
              <a:solidFill>
                <a:schemeClr val="lt1"/>
              </a:solidFill>
              <a:latin typeface="Rockwell"/>
              <a:ea typeface="Rockwell"/>
              <a:cs typeface="Rockwell"/>
              <a:sym typeface="Rockwe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1800"/>
              <a:buNone/>
            </a:pPr>
            <a:r>
              <a:rPr lang="es-CL" sz="1800"/>
              <a:t>Desarrollo, revisión de ideas y producto </a:t>
            </a:r>
            <a:endParaRPr/>
          </a:p>
        </p:txBody>
      </p:sp>
      <p:sp>
        <p:nvSpPr>
          <p:cNvPr id="223" name="Google Shape;223;p29"/>
          <p:cNvSpPr txBox="1">
            <a:spLocks noGrp="1"/>
          </p:cNvSpPr>
          <p:nvPr>
            <p:ph type="body" idx="1"/>
          </p:nvPr>
        </p:nvSpPr>
        <p:spPr>
          <a:xfrm>
            <a:off x="587024" y="2088319"/>
            <a:ext cx="3829503" cy="3702881"/>
          </a:xfrm>
          <a:prstGeom prst="rect">
            <a:avLst/>
          </a:prstGeom>
          <a:noFill/>
          <a:ln>
            <a:noFill/>
          </a:ln>
        </p:spPr>
        <p:txBody>
          <a:bodyPr spcFirstLastPara="1" wrap="square" lIns="91425" tIns="45700" rIns="91425" bIns="45700" anchor="t" anchorCtr="0">
            <a:noAutofit/>
          </a:bodyPr>
          <a:lstStyle/>
          <a:p>
            <a:pPr marL="457200" lvl="0" indent="-342900" algn="just" rtl="0">
              <a:lnSpc>
                <a:spcPct val="120000"/>
              </a:lnSpc>
              <a:spcBef>
                <a:spcPts val="1000"/>
              </a:spcBef>
              <a:spcAft>
                <a:spcPts val="0"/>
              </a:spcAft>
              <a:buSzPts val="1800"/>
              <a:buChar char="•"/>
            </a:pPr>
            <a:r>
              <a:rPr lang="es-CL" sz="1000"/>
              <a:t>En el siguiente ítem se dará a conocer como fue nuestra resolución de proyecto de principio a fin donde cuando comenzamos a realizar el proyecto fue para mejorar un sistema de suspensión de una camioneta particularmente de fábrica, por lo que luego de algunos cálculos e investigaciones realizadas para determinar cuál era la mejor solución para este tipo de mejoras, fue mejorar los ángulos de ataque del dispositivo, además de mejorar el recorrido del resorte, amortiguador y el espesor del mismo, por lo que nos apoyamos de un software en el que podemos apreciar cómo funciona un sistema de suspensión según los ataques del vehículo, los ángulos y grados u oscilaciones que debiera tener en el camino en que se va a realizar las pruebas de este vehículo de competición. </a:t>
            </a:r>
            <a:endParaRPr/>
          </a:p>
          <a:p>
            <a:pPr marL="457200" lvl="0" indent="-342900" algn="just" rtl="0">
              <a:lnSpc>
                <a:spcPct val="120000"/>
              </a:lnSpc>
              <a:spcBef>
                <a:spcPts val="1000"/>
              </a:spcBef>
              <a:spcAft>
                <a:spcPts val="0"/>
              </a:spcAft>
              <a:buSzPts val="1800"/>
              <a:buChar char="•"/>
            </a:pPr>
            <a:r>
              <a:rPr lang="es-CL" sz="1000"/>
              <a:t>Por otro lado, además presentamos un problema matemático con el cual podemos resolver el problema de elasticidad del resorte, el cual es la ley de Hooke donde apreciamos que F es igual a la K (constante), por  X que es el alargamiento del resorte en metros. </a:t>
            </a:r>
            <a:endParaRPr/>
          </a:p>
        </p:txBody>
      </p:sp>
      <p:sp>
        <p:nvSpPr>
          <p:cNvPr id="224" name="Google Shape;224;p29"/>
          <p:cNvSpPr txBox="1">
            <a:spLocks noGrp="1"/>
          </p:cNvSpPr>
          <p:nvPr>
            <p:ph type="body" idx="2"/>
          </p:nvPr>
        </p:nvSpPr>
        <p:spPr>
          <a:xfrm>
            <a:off x="4630052" y="2088320"/>
            <a:ext cx="3820616" cy="3702881"/>
          </a:xfrm>
          <a:prstGeom prst="rect">
            <a:avLst/>
          </a:prstGeom>
          <a:noFill/>
          <a:ln>
            <a:noFill/>
          </a:ln>
        </p:spPr>
        <p:txBody>
          <a:bodyPr spcFirstLastPara="1" wrap="square" lIns="91425" tIns="45700" rIns="91425" bIns="45700" anchor="t" anchorCtr="0">
            <a:noAutofit/>
          </a:bodyPr>
          <a:lstStyle/>
          <a:p>
            <a:pPr marL="457200" lvl="0" indent="-339982" algn="just" rtl="0">
              <a:lnSpc>
                <a:spcPct val="100000"/>
              </a:lnSpc>
              <a:spcBef>
                <a:spcPts val="1000"/>
              </a:spcBef>
              <a:spcAft>
                <a:spcPts val="0"/>
              </a:spcAft>
              <a:buSzPts val="1754"/>
              <a:buChar char="•"/>
            </a:pPr>
            <a:r>
              <a:rPr lang="es-CL" sz="1035" dirty="0"/>
              <a:t>Como producto final del proyecto pudimos darnos cuenta, y además investigando que al momento de cambiar las estadísticas y componentes del sistema de suspensión o ya sea mejorarlo no solo sería el cambio de resortes y amortiguadores, sino que además debemos utilizar otro tipo de bandejas de discos de neumáticos y así una serie de componentes extras para que el sistema de suspensión creado para nuestra camioneta de competicion pueda funcionar en óptimas condiciones, o en las condiciones en las que nosotros esperamos que funcione y de su mejor rendimiento, además pudimos apreciar que al momento de poseer una mayor rigidez y grosor el resorte,  el vehículo debería tener una mejor corrección de las irregularidades del terreno. </a:t>
            </a:r>
            <a:endParaRPr sz="1800" dirty="0"/>
          </a:p>
          <a:p>
            <a:pPr marL="457200" lvl="0" indent="-339982" algn="just" rtl="0">
              <a:lnSpc>
                <a:spcPct val="100000"/>
              </a:lnSpc>
              <a:spcBef>
                <a:spcPts val="1000"/>
              </a:spcBef>
              <a:spcAft>
                <a:spcPts val="0"/>
              </a:spcAft>
              <a:buSzPts val="1754"/>
              <a:buChar char="•"/>
            </a:pPr>
            <a:r>
              <a:rPr lang="es-CL" sz="1035" dirty="0"/>
              <a:t>Según </a:t>
            </a:r>
            <a:r>
              <a:rPr lang="es-CL" sz="1035" dirty="0">
                <a:solidFill>
                  <a:srgbClr val="FF0000"/>
                </a:solidFill>
              </a:rPr>
              <a:t>la página web mundo tuerca al </a:t>
            </a:r>
            <a:r>
              <a:rPr lang="es-CL" sz="1035" dirty="0"/>
              <a:t>realizar mejoras en la suspensión poseen un mayor rendimiento en combustible, en comodidad, en manejo y seguridad del vehículo ya que esto produce que sea aún más estable en caminos irregulares. (Salinas, 2023)</a:t>
            </a:r>
            <a:endParaRPr sz="1035" dirty="0"/>
          </a:p>
          <a:p>
            <a:pPr marL="457200" lvl="0" indent="0" algn="just" rtl="0">
              <a:lnSpc>
                <a:spcPct val="100000"/>
              </a:lnSpc>
              <a:spcBef>
                <a:spcPts val="1000"/>
              </a:spcBef>
              <a:spcAft>
                <a:spcPts val="0"/>
              </a:spcAft>
              <a:buSzPts val="935"/>
              <a:buNone/>
            </a:pPr>
            <a:endParaRPr sz="93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0"/>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1800"/>
              <a:buNone/>
            </a:pPr>
            <a:r>
              <a:rPr lang="es-CL" sz="2000"/>
              <a:t>Presentación del producto o prototipo </a:t>
            </a:r>
            <a:endParaRPr/>
          </a:p>
        </p:txBody>
      </p:sp>
      <p:sp>
        <p:nvSpPr>
          <p:cNvPr id="230" name="Google Shape;230;p30"/>
          <p:cNvSpPr txBox="1">
            <a:spLocks noGrp="1"/>
          </p:cNvSpPr>
          <p:nvPr>
            <p:ph type="body" idx="1"/>
          </p:nvPr>
        </p:nvSpPr>
        <p:spPr>
          <a:xfrm>
            <a:off x="685346" y="2088320"/>
            <a:ext cx="3829503" cy="3702881"/>
          </a:xfrm>
          <a:prstGeom prst="rect">
            <a:avLst/>
          </a:prstGeom>
          <a:noFill/>
          <a:ln>
            <a:noFill/>
          </a:ln>
        </p:spPr>
        <p:txBody>
          <a:bodyPr spcFirstLastPara="1" wrap="square" lIns="91425" tIns="45700" rIns="91425" bIns="45700" anchor="t" anchorCtr="0">
            <a:normAutofit/>
          </a:bodyPr>
          <a:lstStyle/>
          <a:p>
            <a:pPr marL="12700" lvl="0" indent="0" algn="just" rtl="0">
              <a:lnSpc>
                <a:spcPct val="120000"/>
              </a:lnSpc>
              <a:spcBef>
                <a:spcPts val="1000"/>
              </a:spcBef>
              <a:spcAft>
                <a:spcPts val="0"/>
              </a:spcAft>
              <a:buClr>
                <a:schemeClr val="dk1"/>
              </a:buClr>
              <a:buSzPts val="1100"/>
              <a:buFont typeface="Arial"/>
              <a:buNone/>
            </a:pPr>
            <a:r>
              <a:rPr lang="es-CL" sz="1800" dirty="0">
                <a:solidFill>
                  <a:srgbClr val="FFFFFF"/>
                </a:solidFill>
                <a:latin typeface="Arial"/>
                <a:ea typeface="Arial"/>
                <a:cs typeface="Arial"/>
                <a:sym typeface="Arial"/>
              </a:rPr>
              <a:t>•</a:t>
            </a:r>
            <a:r>
              <a:rPr lang="es-CL" sz="1000" dirty="0">
                <a:solidFill>
                  <a:srgbClr val="FFFFFF"/>
                </a:solidFill>
              </a:rPr>
              <a:t>Hoy les presento nuestro producto prototipo de suspensión, una innovadora solución diseñada para mejorar la comodidad y el rendimiento de vehículos de todo tipo </a:t>
            </a:r>
            <a:r>
              <a:rPr lang="es-CL" sz="1000" dirty="0">
                <a:solidFill>
                  <a:srgbClr val="FF0000"/>
                </a:solidFill>
              </a:rPr>
              <a:t>de rally</a:t>
            </a:r>
            <a:endParaRPr sz="1000" dirty="0">
              <a:solidFill>
                <a:srgbClr val="FF0000"/>
              </a:solidFill>
            </a:endParaRPr>
          </a:p>
          <a:p>
            <a:pPr marL="12700" lvl="0" indent="0" algn="just" rtl="0">
              <a:lnSpc>
                <a:spcPct val="120000"/>
              </a:lnSpc>
              <a:spcBef>
                <a:spcPts val="1000"/>
              </a:spcBef>
              <a:spcAft>
                <a:spcPts val="0"/>
              </a:spcAft>
              <a:buClr>
                <a:schemeClr val="dk1"/>
              </a:buClr>
              <a:buSzPts val="1100"/>
              <a:buFont typeface="Arial"/>
              <a:buNone/>
            </a:pPr>
            <a:r>
              <a:rPr lang="es-CL" sz="1800" dirty="0">
                <a:solidFill>
                  <a:srgbClr val="FFFFFF"/>
                </a:solidFill>
                <a:latin typeface="Arial"/>
                <a:ea typeface="Arial"/>
                <a:cs typeface="Arial"/>
                <a:sym typeface="Arial"/>
              </a:rPr>
              <a:t>•</a:t>
            </a:r>
            <a:r>
              <a:rPr lang="es-CL" sz="1000" dirty="0">
                <a:solidFill>
                  <a:srgbClr val="FFFFFF"/>
                </a:solidFill>
              </a:rPr>
              <a:t>Nuestra suspensión cuenta con tecnología de </a:t>
            </a:r>
            <a:r>
              <a:rPr lang="es-CL" sz="1000" dirty="0">
                <a:solidFill>
                  <a:srgbClr val="FF0000"/>
                </a:solidFill>
              </a:rPr>
              <a:t>vanguardia </a:t>
            </a:r>
            <a:r>
              <a:rPr lang="es-CL" sz="1000" dirty="0">
                <a:solidFill>
                  <a:srgbClr val="FFFFFF"/>
                </a:solidFill>
              </a:rPr>
              <a:t>que permite una absorción de impactos más eficiente y suave, proporcionando a los conductores una experiencia de conducción mucho más confortable. Además, gracias a su diseño adaptable, se ajusta automáticamente a diversas condiciones  de  caminos  manteniendo un nivel de estabilidad y control óptimos en todo momento.</a:t>
            </a:r>
            <a:endParaRPr sz="1000" dirty="0">
              <a:solidFill>
                <a:srgbClr val="FFFFFF"/>
              </a:solidFill>
            </a:endParaRPr>
          </a:p>
          <a:p>
            <a:pPr marL="12700" lvl="0" indent="0" algn="just" rtl="0">
              <a:lnSpc>
                <a:spcPct val="120000"/>
              </a:lnSpc>
              <a:spcBef>
                <a:spcPts val="1000"/>
              </a:spcBef>
              <a:spcAft>
                <a:spcPts val="0"/>
              </a:spcAft>
              <a:buClr>
                <a:schemeClr val="dk1"/>
              </a:buClr>
              <a:buSzPts val="1100"/>
              <a:buFont typeface="Arial"/>
              <a:buNone/>
            </a:pPr>
            <a:r>
              <a:rPr lang="es-CL" sz="1800" dirty="0">
                <a:solidFill>
                  <a:srgbClr val="FFFFFF"/>
                </a:solidFill>
                <a:latin typeface="Arial"/>
                <a:ea typeface="Arial"/>
                <a:cs typeface="Arial"/>
                <a:sym typeface="Arial"/>
              </a:rPr>
              <a:t>•</a:t>
            </a:r>
            <a:r>
              <a:rPr lang="es-CL" sz="1000" dirty="0">
                <a:solidFill>
                  <a:srgbClr val="FFFFFF"/>
                </a:solidFill>
              </a:rPr>
              <a:t>Estamos convencidos de que nuestra suspensión marcará una diferencia significativa en la industria automotriz, brindando una solución innovadora y de alta calidad para mejorar la experiencia de conducción.</a:t>
            </a:r>
            <a:endParaRPr sz="1000" dirty="0">
              <a:solidFill>
                <a:srgbClr val="FFFFFF"/>
              </a:solidFill>
            </a:endParaRPr>
          </a:p>
          <a:p>
            <a:pPr marL="457200" lvl="0" indent="-228600" algn="l" rtl="0">
              <a:lnSpc>
                <a:spcPct val="120000"/>
              </a:lnSpc>
              <a:spcBef>
                <a:spcPts val="1000"/>
              </a:spcBef>
              <a:spcAft>
                <a:spcPts val="0"/>
              </a:spcAft>
              <a:buClr>
                <a:schemeClr val="lt1"/>
              </a:buClr>
              <a:buSzPts val="1800"/>
              <a:buNone/>
            </a:pPr>
            <a:endParaRPr dirty="0"/>
          </a:p>
        </p:txBody>
      </p:sp>
      <p:sp>
        <p:nvSpPr>
          <p:cNvPr id="231" name="Google Shape;231;p30"/>
          <p:cNvSpPr txBox="1">
            <a:spLocks noGrp="1"/>
          </p:cNvSpPr>
          <p:nvPr>
            <p:ph type="body" idx="2"/>
          </p:nvPr>
        </p:nvSpPr>
        <p:spPr>
          <a:xfrm>
            <a:off x="4630052" y="2088320"/>
            <a:ext cx="3820616" cy="3702881"/>
          </a:xfrm>
          <a:prstGeom prst="rect">
            <a:avLst/>
          </a:prstGeom>
          <a:noFill/>
          <a:ln>
            <a:noFill/>
          </a:ln>
        </p:spPr>
        <p:txBody>
          <a:bodyPr spcFirstLastPara="1" wrap="square" lIns="91425" tIns="45700" rIns="91425" bIns="45700" anchor="t" anchorCtr="0">
            <a:normAutofit lnSpcReduction="10000"/>
          </a:bodyPr>
          <a:lstStyle/>
          <a:p>
            <a:pPr marL="114300" lvl="0" indent="0" algn="just" rtl="0">
              <a:lnSpc>
                <a:spcPct val="120000"/>
              </a:lnSpc>
              <a:spcBef>
                <a:spcPts val="1000"/>
              </a:spcBef>
              <a:spcAft>
                <a:spcPts val="0"/>
              </a:spcAft>
              <a:buClr>
                <a:schemeClr val="dk1"/>
              </a:buClr>
              <a:buSzPts val="1100"/>
              <a:buFont typeface="Arial"/>
              <a:buNone/>
            </a:pPr>
            <a:r>
              <a:rPr lang="es-CL" sz="1000" dirty="0">
                <a:solidFill>
                  <a:srgbClr val="FFFFFF"/>
                </a:solidFill>
              </a:rPr>
              <a:t>Entre las </a:t>
            </a:r>
            <a:r>
              <a:rPr lang="es-CL" sz="1000" dirty="0">
                <a:solidFill>
                  <a:srgbClr val="FF0000"/>
                </a:solidFill>
              </a:rPr>
              <a:t>características más destacadas de nuestra suspensión se encuentran:</a:t>
            </a:r>
            <a:endParaRPr sz="1000" dirty="0">
              <a:solidFill>
                <a:srgbClr val="FF0000"/>
              </a:solidFill>
            </a:endParaRPr>
          </a:p>
          <a:p>
            <a:pPr marL="114300" lvl="0" indent="0" algn="just" rtl="0">
              <a:lnSpc>
                <a:spcPct val="120000"/>
              </a:lnSpc>
              <a:spcBef>
                <a:spcPts val="1000"/>
              </a:spcBef>
              <a:spcAft>
                <a:spcPts val="0"/>
              </a:spcAft>
              <a:buClr>
                <a:schemeClr val="dk1"/>
              </a:buClr>
              <a:buSzPts val="1100"/>
              <a:buFont typeface="Arial"/>
              <a:buNone/>
            </a:pPr>
            <a:r>
              <a:rPr lang="es-CL" sz="1000" dirty="0">
                <a:solidFill>
                  <a:srgbClr val="FFFFFF"/>
                </a:solidFill>
              </a:rPr>
              <a:t> Control de altura: Además de adaptarse a las condiciones de la carretera, nuestra suspensión permite ajustar la altura del vehículo de forma manual o automática, ofreciendo mayor versatilidad y permitiendo una conducción más eficiente en diferentes situaciones.</a:t>
            </a:r>
            <a:endParaRPr sz="1000" dirty="0">
              <a:solidFill>
                <a:srgbClr val="FFFFFF"/>
              </a:solidFill>
            </a:endParaRPr>
          </a:p>
          <a:p>
            <a:pPr marL="114300" lvl="0" indent="0" algn="just" rtl="0">
              <a:lnSpc>
                <a:spcPct val="120000"/>
              </a:lnSpc>
              <a:spcBef>
                <a:spcPts val="1000"/>
              </a:spcBef>
              <a:spcAft>
                <a:spcPts val="0"/>
              </a:spcAft>
              <a:buClr>
                <a:schemeClr val="dk1"/>
              </a:buClr>
              <a:buSzPts val="1100"/>
              <a:buFont typeface="Arial"/>
              <a:buNone/>
            </a:pPr>
            <a:r>
              <a:rPr lang="es-CL" sz="1000" dirty="0">
                <a:solidFill>
                  <a:srgbClr val="FFFFFF"/>
                </a:solidFill>
              </a:rPr>
              <a:t> Mayor durabilidad: Utilizando materiales de alta calidad y tecnología de fabricación avanzada, nuestra suspensión ha sido diseñada para resistir el desgaste y los daños causados por el uso frecuente, garantizando una mayor durabilidad y un rendimiento óptimo a largo plazo.</a:t>
            </a:r>
            <a:endParaRPr sz="1000" dirty="0">
              <a:solidFill>
                <a:srgbClr val="FFFFFF"/>
              </a:solidFill>
            </a:endParaRPr>
          </a:p>
          <a:p>
            <a:pPr marL="114300" lvl="0" indent="0" algn="just" rtl="0">
              <a:lnSpc>
                <a:spcPct val="120000"/>
              </a:lnSpc>
              <a:spcBef>
                <a:spcPts val="1000"/>
              </a:spcBef>
              <a:spcAft>
                <a:spcPts val="0"/>
              </a:spcAft>
              <a:buClr>
                <a:schemeClr val="dk1"/>
              </a:buClr>
              <a:buSzPts val="1100"/>
              <a:buFont typeface="Arial"/>
              <a:buNone/>
            </a:pPr>
            <a:r>
              <a:rPr lang="es-CL" sz="1000" dirty="0">
                <a:solidFill>
                  <a:srgbClr val="FFFFFF"/>
                </a:solidFill>
              </a:rPr>
              <a:t>Fácil instalación: Nuestro producto ha sido diseñado pensando en la comodidad del usuario, por lo que su instalación es sencilla y puede ser realizada por cualquier mecánico o persona con conocimientos básicos de automóviles.</a:t>
            </a:r>
            <a:endParaRPr sz="1000" dirty="0">
              <a:solidFill>
                <a:srgbClr val="FFFFFF"/>
              </a:solidFill>
            </a:endParaRPr>
          </a:p>
          <a:p>
            <a:pPr marL="457200" lvl="0" indent="-228600" algn="l" rtl="0">
              <a:lnSpc>
                <a:spcPct val="120000"/>
              </a:lnSpc>
              <a:spcBef>
                <a:spcPts val="1000"/>
              </a:spcBef>
              <a:spcAft>
                <a:spcPts val="0"/>
              </a:spcAft>
              <a:buClr>
                <a:schemeClr val="lt1"/>
              </a:buClr>
              <a:buSzPts val="180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1"/>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1800"/>
              <a:buNone/>
            </a:pPr>
            <a:r>
              <a:rPr lang="es-CL" sz="2000"/>
              <a:t>Resultados y conclusiones </a:t>
            </a:r>
            <a:endParaRPr/>
          </a:p>
        </p:txBody>
      </p:sp>
      <p:sp>
        <p:nvSpPr>
          <p:cNvPr id="237" name="Google Shape;237;p31"/>
          <p:cNvSpPr txBox="1">
            <a:spLocks noGrp="1"/>
          </p:cNvSpPr>
          <p:nvPr>
            <p:ph type="body" idx="2"/>
          </p:nvPr>
        </p:nvSpPr>
        <p:spPr>
          <a:xfrm>
            <a:off x="685350" y="2264250"/>
            <a:ext cx="3278700" cy="3702900"/>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1000"/>
              </a:spcBef>
              <a:spcAft>
                <a:spcPts val="0"/>
              </a:spcAft>
              <a:buClr>
                <a:schemeClr val="lt1"/>
              </a:buClr>
              <a:buSzPts val="1530"/>
              <a:buNone/>
            </a:pPr>
            <a:r>
              <a:rPr lang="es-CL" sz="1200" dirty="0"/>
              <a:t>Para poder tener el mejor resultado nosotros comenzamos  a trabajar con los softwares para tomar las </a:t>
            </a:r>
            <a:r>
              <a:rPr lang="es-CL" sz="1200" dirty="0">
                <a:solidFill>
                  <a:srgbClr val="FF0000"/>
                </a:solidFill>
              </a:rPr>
              <a:t>mediciones </a:t>
            </a:r>
            <a:r>
              <a:rPr lang="es-CL" sz="1200" dirty="0"/>
              <a:t>necesarias  para ver qué tipo de </a:t>
            </a:r>
            <a:r>
              <a:rPr lang="es-CL" sz="1200" dirty="0">
                <a:solidFill>
                  <a:srgbClr val="FF0000"/>
                </a:solidFill>
              </a:rPr>
              <a:t>MATERIALES</a:t>
            </a:r>
            <a:r>
              <a:rPr lang="es-CL" sz="1200" dirty="0"/>
              <a:t> , poder ver a qué tipo de ángulo es mejor para que la suspensión del mejor beneficio al vehículo a la hora de la competición . </a:t>
            </a:r>
            <a:endParaRPr sz="1200" dirty="0"/>
          </a:p>
        </p:txBody>
      </p:sp>
      <p:sp>
        <p:nvSpPr>
          <p:cNvPr id="238" name="Google Shape;238;p31"/>
          <p:cNvSpPr txBox="1"/>
          <p:nvPr/>
        </p:nvSpPr>
        <p:spPr>
          <a:xfrm>
            <a:off x="4572000" y="2264250"/>
            <a:ext cx="4158600" cy="37029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L" sz="1200">
                <a:solidFill>
                  <a:schemeClr val="lt1"/>
                </a:solidFill>
                <a:latin typeface="Rockwell"/>
                <a:ea typeface="Rockwell"/>
                <a:cs typeface="Rockwell"/>
                <a:sym typeface="Rockwell"/>
              </a:rPr>
              <a:t>La nueva implementación de la suspensión demostró ser un componente crucial para el redimiendo del vehículo , proporcionando un  mayor control, adherencia y estabilidad en el coche.</a:t>
            </a:r>
            <a:endParaRPr sz="1200">
              <a:solidFill>
                <a:schemeClr val="lt1"/>
              </a:solidFill>
              <a:latin typeface="Rockwell"/>
              <a:ea typeface="Rockwell"/>
              <a:cs typeface="Rockwell"/>
              <a:sym typeface="Rockwell"/>
            </a:endParaRPr>
          </a:p>
          <a:p>
            <a:pPr marL="0" lvl="0" indent="0" algn="just" rtl="0">
              <a:spcBef>
                <a:spcPts val="0"/>
              </a:spcBef>
              <a:spcAft>
                <a:spcPts val="0"/>
              </a:spcAft>
              <a:buNone/>
            </a:pPr>
            <a:endParaRPr sz="1200">
              <a:solidFill>
                <a:schemeClr val="lt1"/>
              </a:solidFill>
              <a:latin typeface="Rockwell"/>
              <a:ea typeface="Rockwell"/>
              <a:cs typeface="Rockwell"/>
              <a:sym typeface="Rockwell"/>
            </a:endParaRPr>
          </a:p>
          <a:p>
            <a:pPr marL="0" lvl="0" indent="0" algn="just" rtl="0">
              <a:spcBef>
                <a:spcPts val="0"/>
              </a:spcBef>
              <a:spcAft>
                <a:spcPts val="0"/>
              </a:spcAft>
              <a:buNone/>
            </a:pPr>
            <a:r>
              <a:rPr lang="es-CL" sz="1200">
                <a:solidFill>
                  <a:schemeClr val="lt1"/>
                </a:solidFill>
                <a:latin typeface="Rockwell"/>
                <a:ea typeface="Rockwell"/>
                <a:cs typeface="Rockwell"/>
                <a:sym typeface="Rockwell"/>
              </a:rPr>
              <a:t>Los resultados que obtuvimos con las  pruebas de  los  software  fueron beneficiarios </a:t>
            </a:r>
            <a:endParaRPr sz="1200">
              <a:solidFill>
                <a:schemeClr val="lt1"/>
              </a:solidFill>
              <a:latin typeface="Rockwell"/>
              <a:ea typeface="Rockwell"/>
              <a:cs typeface="Rockwell"/>
              <a:sym typeface="Rockwell"/>
            </a:endParaRPr>
          </a:p>
          <a:p>
            <a:pPr marL="0" lvl="0" indent="0" algn="just" rtl="0">
              <a:spcBef>
                <a:spcPts val="0"/>
              </a:spcBef>
              <a:spcAft>
                <a:spcPts val="0"/>
              </a:spcAft>
              <a:buNone/>
            </a:pPr>
            <a:r>
              <a:rPr lang="es-CL" sz="1200">
                <a:solidFill>
                  <a:schemeClr val="lt1"/>
                </a:solidFill>
                <a:latin typeface="Rockwell"/>
                <a:ea typeface="Rockwell"/>
                <a:cs typeface="Rockwell"/>
                <a:sym typeface="Rockwell"/>
              </a:rPr>
              <a:t>para el auto ya que podemos ver  mejor los ángulos para una mejor suspensión , y también  se logró no tener lesiones graves  ya que en el mismo  software  pudimos hacer pruebas de estabilidad , impacto etc .</a:t>
            </a:r>
            <a:endParaRPr sz="1200">
              <a:solidFill>
                <a:schemeClr val="lt1"/>
              </a:solidFill>
              <a:latin typeface="Rockwell"/>
              <a:ea typeface="Rockwell"/>
              <a:cs typeface="Rockwell"/>
              <a:sym typeface="Rockwell"/>
            </a:endParaRPr>
          </a:p>
          <a:p>
            <a:pPr marL="0" lvl="0" indent="0" algn="just" rtl="0">
              <a:spcBef>
                <a:spcPts val="0"/>
              </a:spcBef>
              <a:spcAft>
                <a:spcPts val="0"/>
              </a:spcAft>
              <a:buNone/>
            </a:pPr>
            <a:endParaRPr sz="1200">
              <a:solidFill>
                <a:schemeClr val="lt1"/>
              </a:solidFill>
              <a:latin typeface="Rockwell"/>
              <a:ea typeface="Rockwell"/>
              <a:cs typeface="Rockwell"/>
              <a:sym typeface="Rockwell"/>
            </a:endParaRPr>
          </a:p>
          <a:p>
            <a:pPr marL="0" lvl="0" indent="0" algn="just" rtl="0">
              <a:spcBef>
                <a:spcPts val="0"/>
              </a:spcBef>
              <a:spcAft>
                <a:spcPts val="0"/>
              </a:spcAft>
              <a:buNone/>
            </a:pPr>
            <a:r>
              <a:rPr lang="es-CL" sz="1200">
                <a:solidFill>
                  <a:schemeClr val="lt1"/>
                </a:solidFill>
                <a:latin typeface="Rockwell"/>
                <a:ea typeface="Rockwell"/>
                <a:cs typeface="Rockwell"/>
                <a:sym typeface="Rockwell"/>
              </a:rPr>
              <a:t>La selección de materiales  fue  un poco complicada ya que tuvimos  que hacer muchas modificaciones a la suspensión y también al vehículo ya que teníamos que hacer que todo  coincidiera que la suspensión soporta el chasis y para que el conductor esté confiado con el vehículo .   </a:t>
            </a:r>
            <a:endParaRPr sz="1200">
              <a:solidFill>
                <a:schemeClr val="lt1"/>
              </a:solidFill>
              <a:latin typeface="Rockwell"/>
              <a:ea typeface="Rockwell"/>
              <a:cs typeface="Rockwell"/>
              <a:sym typeface="Rockwell"/>
            </a:endParaRPr>
          </a:p>
        </p:txBody>
      </p:sp>
      <p:pic>
        <p:nvPicPr>
          <p:cNvPr id="3" name="Imagen 2" descr="Imagen que contiene juguete, lego, tabla, calle&#10;&#10;Descripción generada automáticamente">
            <a:extLst>
              <a:ext uri="{FF2B5EF4-FFF2-40B4-BE49-F238E27FC236}">
                <a16:creationId xmlns:a16="http://schemas.microsoft.com/office/drawing/2014/main" id="{09132272-D2BF-F2F1-E40E-DE31AB0A6FCD}"/>
              </a:ext>
            </a:extLst>
          </p:cNvPr>
          <p:cNvPicPr>
            <a:picLocks noChangeAspect="1"/>
          </p:cNvPicPr>
          <p:nvPr/>
        </p:nvPicPr>
        <p:blipFill>
          <a:blip r:embed="rId3"/>
          <a:stretch>
            <a:fillRect/>
          </a:stretch>
        </p:blipFill>
        <p:spPr>
          <a:xfrm>
            <a:off x="1042205" y="4396112"/>
            <a:ext cx="2812040" cy="23144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a:spLocks noGrp="1"/>
          </p:cNvSpPr>
          <p:nvPr>
            <p:ph type="title"/>
          </p:nvPr>
        </p:nvSpPr>
        <p:spPr>
          <a:xfrm>
            <a:off x="685347" y="609601"/>
            <a:ext cx="7765321" cy="132632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1800"/>
              <a:buNone/>
            </a:pPr>
            <a:r>
              <a:rPr lang="es-CL" sz="2000"/>
              <a:t>Bibliografía</a:t>
            </a:r>
            <a:r>
              <a:rPr lang="es-CL"/>
              <a:t> </a:t>
            </a:r>
            <a:endParaRPr/>
          </a:p>
        </p:txBody>
      </p:sp>
      <p:sp>
        <p:nvSpPr>
          <p:cNvPr id="244" name="Google Shape;244;p32"/>
          <p:cNvSpPr txBox="1">
            <a:spLocks noGrp="1"/>
          </p:cNvSpPr>
          <p:nvPr>
            <p:ph type="body" idx="1"/>
          </p:nvPr>
        </p:nvSpPr>
        <p:spPr>
          <a:xfrm>
            <a:off x="1464125" y="2107475"/>
            <a:ext cx="6785100" cy="36471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15000"/>
              </a:lnSpc>
              <a:spcBef>
                <a:spcPts val="2400"/>
              </a:spcBef>
              <a:spcAft>
                <a:spcPts val="0"/>
              </a:spcAft>
              <a:buClr>
                <a:schemeClr val="dk1"/>
              </a:buClr>
              <a:buSzPct val="47826"/>
              <a:buFont typeface="Arial"/>
              <a:buNone/>
            </a:pPr>
            <a:endParaRPr sz="2300" b="1">
              <a:latin typeface="Arial"/>
              <a:ea typeface="Arial"/>
              <a:cs typeface="Arial"/>
              <a:sym typeface="Arial"/>
            </a:endParaRPr>
          </a:p>
          <a:p>
            <a:pPr marL="457200" lvl="0" indent="-457200" algn="l" rtl="0">
              <a:lnSpc>
                <a:spcPct val="115000"/>
              </a:lnSpc>
              <a:spcBef>
                <a:spcPts val="1200"/>
              </a:spcBef>
              <a:spcAft>
                <a:spcPts val="0"/>
              </a:spcAft>
              <a:buClr>
                <a:schemeClr val="dk1"/>
              </a:buClr>
              <a:buSzPct val="100000"/>
              <a:buFont typeface="Arial"/>
              <a:buNone/>
            </a:pPr>
            <a:r>
              <a:rPr lang="es-CL" sz="1100">
                <a:latin typeface="Arial"/>
                <a:ea typeface="Arial"/>
                <a:cs typeface="Arial"/>
                <a:sym typeface="Arial"/>
              </a:rPr>
              <a:t>Gómez, J. L. (29 de junio de 2023). </a:t>
            </a:r>
            <a:r>
              <a:rPr lang="es-CL" sz="1100" i="1">
                <a:latin typeface="Arial"/>
                <a:ea typeface="Arial"/>
                <a:cs typeface="Arial"/>
                <a:sym typeface="Arial"/>
              </a:rPr>
              <a:t>Diariomotor</a:t>
            </a:r>
            <a:r>
              <a:rPr lang="es-CL" sz="1100">
                <a:latin typeface="Arial"/>
                <a:ea typeface="Arial"/>
                <a:cs typeface="Arial"/>
                <a:sym typeface="Arial"/>
              </a:rPr>
              <a:t>. Obtenido de Diariomotor: https://www.diariomotor.com/que-es/tipos-esquemas-suspension/</a:t>
            </a:r>
            <a:endParaRPr sz="1100">
              <a:latin typeface="Arial"/>
              <a:ea typeface="Arial"/>
              <a:cs typeface="Arial"/>
              <a:sym typeface="Arial"/>
            </a:endParaRPr>
          </a:p>
          <a:p>
            <a:pPr marL="457200" lvl="0" indent="-457200" algn="l" rtl="0">
              <a:lnSpc>
                <a:spcPct val="115000"/>
              </a:lnSpc>
              <a:spcBef>
                <a:spcPts val="1200"/>
              </a:spcBef>
              <a:spcAft>
                <a:spcPts val="0"/>
              </a:spcAft>
              <a:buClr>
                <a:schemeClr val="dk1"/>
              </a:buClr>
              <a:buSzPct val="100000"/>
              <a:buFont typeface="Arial"/>
              <a:buNone/>
            </a:pPr>
            <a:r>
              <a:rPr lang="es-CL" sz="1100">
                <a:latin typeface="Arial"/>
                <a:ea typeface="Arial"/>
                <a:cs typeface="Arial"/>
                <a:sym typeface="Arial"/>
              </a:rPr>
              <a:t>phet.colorado.edu. (25 de junio de 2019). </a:t>
            </a:r>
            <a:r>
              <a:rPr lang="es-CL" sz="1100" i="1">
                <a:latin typeface="Arial"/>
                <a:ea typeface="Arial"/>
                <a:cs typeface="Arial"/>
                <a:sym typeface="Arial"/>
              </a:rPr>
              <a:t>phet.colorado.edu</a:t>
            </a:r>
            <a:r>
              <a:rPr lang="es-CL" sz="1100">
                <a:latin typeface="Arial"/>
                <a:ea typeface="Arial"/>
                <a:cs typeface="Arial"/>
                <a:sym typeface="Arial"/>
              </a:rPr>
              <a:t>. Obtenido de phet.colorado.edu: https://phet.colorado.edu/sims/html/masses-and-springs/latest/masses-and-springs_es.html</a:t>
            </a:r>
            <a:endParaRPr sz="1100">
              <a:latin typeface="Arial"/>
              <a:ea typeface="Arial"/>
              <a:cs typeface="Arial"/>
              <a:sym typeface="Arial"/>
            </a:endParaRPr>
          </a:p>
          <a:p>
            <a:pPr marL="457200" lvl="0" indent="-457200" algn="l" rtl="0">
              <a:lnSpc>
                <a:spcPct val="115000"/>
              </a:lnSpc>
              <a:spcBef>
                <a:spcPts val="1200"/>
              </a:spcBef>
              <a:spcAft>
                <a:spcPts val="0"/>
              </a:spcAft>
              <a:buClr>
                <a:schemeClr val="dk1"/>
              </a:buClr>
              <a:buSzPct val="100000"/>
              <a:buFont typeface="Arial"/>
              <a:buNone/>
            </a:pPr>
            <a:r>
              <a:rPr lang="es-CL" sz="1100">
                <a:latin typeface="Arial"/>
                <a:ea typeface="Arial"/>
                <a:cs typeface="Arial"/>
                <a:sym typeface="Arial"/>
              </a:rPr>
              <a:t>profesor10demates. (17 de agosto de 2014). </a:t>
            </a:r>
            <a:r>
              <a:rPr lang="es-CL" sz="1100" i="1">
                <a:latin typeface="Arial"/>
                <a:ea typeface="Arial"/>
                <a:cs typeface="Arial"/>
                <a:sym typeface="Arial"/>
              </a:rPr>
              <a:t>profesor10demates</a:t>
            </a:r>
            <a:r>
              <a:rPr lang="es-CL" sz="1100">
                <a:latin typeface="Arial"/>
                <a:ea typeface="Arial"/>
                <a:cs typeface="Arial"/>
                <a:sym typeface="Arial"/>
              </a:rPr>
              <a:t>. Obtenido de profesor10demates: https://www.profesor10demates.com/2014/08/ley-de-hooke-fuerzas-elasticas.html</a:t>
            </a:r>
            <a:endParaRPr sz="1100">
              <a:latin typeface="Arial"/>
              <a:ea typeface="Arial"/>
              <a:cs typeface="Arial"/>
              <a:sym typeface="Arial"/>
            </a:endParaRPr>
          </a:p>
          <a:p>
            <a:pPr marL="457200" lvl="0" indent="-457200" algn="l" rtl="0">
              <a:lnSpc>
                <a:spcPct val="115000"/>
              </a:lnSpc>
              <a:spcBef>
                <a:spcPts val="1200"/>
              </a:spcBef>
              <a:spcAft>
                <a:spcPts val="0"/>
              </a:spcAft>
              <a:buClr>
                <a:schemeClr val="dk1"/>
              </a:buClr>
              <a:buSzPct val="100000"/>
              <a:buFont typeface="Arial"/>
              <a:buNone/>
            </a:pPr>
            <a:r>
              <a:rPr lang="es-CL" sz="1100">
                <a:latin typeface="Arial"/>
                <a:ea typeface="Arial"/>
                <a:cs typeface="Arial"/>
                <a:sym typeface="Arial"/>
              </a:rPr>
              <a:t>Salinas, M. (12 de marzo de 2023). </a:t>
            </a:r>
            <a:r>
              <a:rPr lang="es-CL" sz="1100" i="1">
                <a:latin typeface="Arial"/>
                <a:ea typeface="Arial"/>
                <a:cs typeface="Arial"/>
                <a:sym typeface="Arial"/>
              </a:rPr>
              <a:t>mundo tuerca</a:t>
            </a:r>
            <a:r>
              <a:rPr lang="es-CL" sz="1100">
                <a:latin typeface="Arial"/>
                <a:ea typeface="Arial"/>
                <a:cs typeface="Arial"/>
                <a:sym typeface="Arial"/>
              </a:rPr>
              <a:t>. Obtenido de mundo tuerca : https://mundotuerca.cl/sistemas-de-suspension-mejora-el-rendimiento-de-tu-vehiculo/</a:t>
            </a:r>
            <a:endParaRPr sz="1100">
              <a:latin typeface="Arial"/>
              <a:ea typeface="Arial"/>
              <a:cs typeface="Arial"/>
              <a:sym typeface="Arial"/>
            </a:endParaRPr>
          </a:p>
          <a:p>
            <a:pPr marL="457200" lvl="0" indent="-457200" algn="l" rtl="0">
              <a:lnSpc>
                <a:spcPct val="115000"/>
              </a:lnSpc>
              <a:spcBef>
                <a:spcPts val="1200"/>
              </a:spcBef>
              <a:spcAft>
                <a:spcPts val="0"/>
              </a:spcAft>
              <a:buClr>
                <a:schemeClr val="dk1"/>
              </a:buClr>
              <a:buSzPct val="100000"/>
              <a:buFont typeface="Arial"/>
              <a:buNone/>
            </a:pPr>
            <a:r>
              <a:rPr lang="es-CL" sz="1100">
                <a:latin typeface="Arial"/>
                <a:ea typeface="Arial"/>
                <a:cs typeface="Arial"/>
                <a:sym typeface="Arial"/>
              </a:rPr>
              <a:t>Vsusp. (21 de junio de 2011). </a:t>
            </a:r>
            <a:r>
              <a:rPr lang="es-CL" sz="1100" i="1">
                <a:latin typeface="Arial"/>
                <a:ea typeface="Arial"/>
                <a:cs typeface="Arial"/>
                <a:sym typeface="Arial"/>
              </a:rPr>
              <a:t>Vsusp</a:t>
            </a:r>
            <a:r>
              <a:rPr lang="es-CL" sz="1100">
                <a:latin typeface="Arial"/>
                <a:ea typeface="Arial"/>
                <a:cs typeface="Arial"/>
                <a:sym typeface="Arial"/>
              </a:rPr>
              <a:t>. Obtenido de Vsusp: https://vsusp.com/#0.8%26project_name%3Aproyecto%20funciones%26trim%7Bbody_roll_angle%3A-27%7Cfront.left_bump%3A2360%7Crear.left_bump%3A2560%7Cfront.right_bump%3A2760%7Crear.right_bump%3A2560%7D%26front%7Bframe.susp_type%3A0%7Cframe.bottom_y%3A9200%7Cfram</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ct val="100000"/>
              <a:buFont typeface="Arial"/>
              <a:buNone/>
            </a:pPr>
            <a:r>
              <a:rPr lang="es-CL" sz="1100">
                <a:latin typeface="Arial"/>
                <a:ea typeface="Arial"/>
                <a:cs typeface="Arial"/>
                <a:sym typeface="Arial"/>
              </a:rPr>
              <a:t> </a:t>
            </a:r>
            <a:endParaRPr sz="1100">
              <a:latin typeface="Arial"/>
              <a:ea typeface="Arial"/>
              <a:cs typeface="Arial"/>
              <a:sym typeface="Arial"/>
            </a:endParaRPr>
          </a:p>
          <a:p>
            <a:pPr marL="457200" lvl="0" indent="-228600" algn="l" rtl="0">
              <a:lnSpc>
                <a:spcPct val="120000"/>
              </a:lnSpc>
              <a:spcBef>
                <a:spcPts val="1200"/>
              </a:spcBef>
              <a:spcAft>
                <a:spcPts val="0"/>
              </a:spcAft>
              <a:buClr>
                <a:schemeClr val="lt1"/>
              </a:buClr>
              <a:buSzPct val="90000"/>
              <a:buNone/>
            </a:pPr>
            <a:endParaRPr/>
          </a:p>
        </p:txBody>
      </p:sp>
    </p:spTree>
  </p:cSld>
  <p:clrMapOvr>
    <a:masterClrMapping/>
  </p:clrMapOvr>
</p:sld>
</file>

<file path=ppt/theme/theme1.xml><?xml version="1.0" encoding="utf-8"?>
<a:theme xmlns:a="http://schemas.openxmlformats.org/drawingml/2006/main" name="Damask">
  <a:themeElements>
    <a:clrScheme name="Damask">
      <a:dk1>
        <a:srgbClr val="000000"/>
      </a:dk1>
      <a:lt1>
        <a:srgbClr val="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2309</Words>
  <Application>Microsoft Macintosh PowerPoint</Application>
  <PresentationFormat>Presentación en pantalla (4:3)</PresentationFormat>
  <Paragraphs>113</Paragraphs>
  <Slides>14</Slides>
  <Notes>14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Bookman Old Style</vt:lpstr>
      <vt:lpstr>Open Sans Light</vt:lpstr>
      <vt:lpstr>Calibri</vt:lpstr>
      <vt:lpstr>Open Sans</vt:lpstr>
      <vt:lpstr>Rockwell</vt:lpstr>
      <vt:lpstr>Arial</vt:lpstr>
      <vt:lpstr>Damask</vt:lpstr>
      <vt:lpstr>SISTEMA DE SUSPENSIÓN DE COMPETICIÓN </vt:lpstr>
      <vt:lpstr>DESCRIPCIÓN </vt:lpstr>
      <vt:lpstr>TEMA DE INVESTIGACIÓN Y NOCIONES MATEMÁTICAS </vt:lpstr>
      <vt:lpstr>OBJETIVOS Y PREGUNTAS </vt:lpstr>
      <vt:lpstr>TEMAS INICIALES INVOLUCRADOS </vt:lpstr>
      <vt:lpstr>CRONOGRAMA Y MATERIALES A UTILIZAR </vt:lpstr>
      <vt:lpstr>INCORPORACIÓN DE HERRAMIENTAS TECNOLÓGICAS Y JUSTIFICACIÓN DE LA ELECCIÓN </vt:lpstr>
      <vt:lpstr>Preguntas y soluciones </vt:lpstr>
      <vt:lpstr>Problema y soluciones </vt:lpstr>
      <vt:lpstr>Problema Matemático </vt:lpstr>
      <vt:lpstr>Desarrollo, revisión de ideas y producto </vt:lpstr>
      <vt:lpstr>Presentación del producto o prototipo </vt:lpstr>
      <vt:lpstr>Resultados y conclusiones </vt:lpstr>
      <vt:lpstr>Bibliografía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SUSPENSIÓN DE COMPETICIÓN </dc:title>
  <dc:creator>agencia</dc:creator>
  <cp:lastModifiedBy>Microsoft Office User</cp:lastModifiedBy>
  <cp:revision>3</cp:revision>
  <dcterms:created xsi:type="dcterms:W3CDTF">2015-06-26T15:52:47Z</dcterms:created>
  <dcterms:modified xsi:type="dcterms:W3CDTF">2023-12-27T18:53:00Z</dcterms:modified>
</cp:coreProperties>
</file>