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4" r:id="rId1"/>
  </p:sldMasterIdLst>
  <p:sldIdLst>
    <p:sldId id="333" r:id="rId2"/>
    <p:sldId id="336" r:id="rId3"/>
    <p:sldId id="334" r:id="rId4"/>
    <p:sldId id="335" r:id="rId5"/>
    <p:sldId id="337" r:id="rId6"/>
    <p:sldId id="338" r:id="rId7"/>
    <p:sldId id="339" r:id="rId8"/>
    <p:sldId id="340" r:id="rId9"/>
  </p:sldIdLst>
  <p:sldSz cx="9144000" cy="6858000" type="screen4x3"/>
  <p:notesSz cx="6858000" cy="9144000"/>
  <p:defaultTextStyle>
    <a:defPPr>
      <a:defRPr lang="es-E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864" autoAdjust="0"/>
    <p:restoredTop sz="94709" autoAdjust="0"/>
  </p:normalViewPr>
  <p:slideViewPr>
    <p:cSldViewPr snapToGrid="0" snapToObjects="1">
      <p:cViewPr varScale="1">
        <p:scale>
          <a:sx n="73" d="100"/>
          <a:sy n="73" d="100"/>
        </p:scale>
        <p:origin x="192" y="5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604C90-5466-0B48-96CB-E2890ED738F2}" type="datetimeFigureOut">
              <a:rPr lang="es-E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8/11/23</a:t>
            </a:fld>
            <a:endParaRPr lang="es-E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25825-B1DE-1B44-BAFE-9EA3DBC1CEEA}" type="slidenum">
              <a:rPr lang="es-E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‹Nº›</a:t>
            </a:fld>
            <a:endParaRPr lang="es-E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596543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los estilos de texto del patrón
Segundo nivel
Tercer nivel
Cuarto nivel
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604C90-5466-0B48-96CB-E2890ED738F2}" type="datetimeFigureOut">
              <a:rPr lang="es-E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8/11/23</a:t>
            </a:fld>
            <a:endParaRPr lang="es-E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25825-B1DE-1B44-BAFE-9EA3DBC1CEEA}" type="slidenum">
              <a:rPr lang="es-E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‹Nº›</a:t>
            </a:fld>
            <a:endParaRPr lang="es-E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7241683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604C90-5466-0B48-96CB-E2890ED738F2}" type="datetimeFigureOut">
              <a:rPr lang="es-E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8/11/23</a:t>
            </a:fld>
            <a:endParaRPr lang="es-E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25825-B1DE-1B44-BAFE-9EA3DBC1CEEA}" type="slidenum">
              <a:rPr lang="es-E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‹Nº›</a:t>
            </a:fld>
            <a:endParaRPr lang="es-E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700235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604C90-5466-0B48-96CB-E2890ED738F2}" type="datetimeFigureOut">
              <a:rPr lang="es-E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8/11/23</a:t>
            </a:fld>
            <a:endParaRPr lang="es-E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25825-B1DE-1B44-BAFE-9EA3DBC1CEEA}" type="slidenum">
              <a:rPr lang="es-E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‹Nº›</a:t>
            </a:fld>
            <a:endParaRPr lang="es-E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545469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  <a:endParaRPr lang="es-ES_tradnl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  <a:endParaRPr lang="es-ES_tradnl"/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604C90-5466-0B48-96CB-E2890ED738F2}" type="datetimeFigureOut">
              <a:rPr lang="es-E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8/11/23</a:t>
            </a:fld>
            <a:endParaRPr lang="es-E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25825-B1DE-1B44-BAFE-9EA3DBC1CEEA}" type="slidenum">
              <a:rPr lang="es-E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‹Nº›</a:t>
            </a:fld>
            <a:endParaRPr lang="es-E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620251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604C90-5466-0B48-96CB-E2890ED738F2}" type="datetimeFigureOut">
              <a:rPr lang="es-E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8/11/23</a:t>
            </a:fld>
            <a:endParaRPr lang="es-E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25825-B1DE-1B44-BAFE-9EA3DBC1CEEA}" type="slidenum">
              <a:rPr lang="es-E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‹Nº›</a:t>
            </a:fld>
            <a:endParaRPr lang="es-E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331697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604C90-5466-0B48-96CB-E2890ED738F2}" type="datetimeFigureOut">
              <a:rPr lang="es-E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8/11/23</a:t>
            </a:fld>
            <a:endParaRPr lang="es-E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25825-B1DE-1B44-BAFE-9EA3DBC1CEEA}" type="slidenum">
              <a:rPr lang="es-E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‹Nº›</a:t>
            </a:fld>
            <a:endParaRPr lang="es-E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19474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  <a:endParaRPr lang="es-ES_tradnl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604C90-5466-0B48-96CB-E2890ED738F2}" type="datetimeFigureOut">
              <a:rPr lang="es-E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8/11/23</a:t>
            </a:fld>
            <a:endParaRPr lang="es-E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25825-B1DE-1B44-BAFE-9EA3DBC1CEEA}" type="slidenum">
              <a:rPr lang="es-E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‹Nº›</a:t>
            </a:fld>
            <a:endParaRPr lang="es-E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7368947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  <a:endParaRPr lang="es-ES_tradnl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604C90-5466-0B48-96CB-E2890ED738F2}" type="datetimeFigureOut">
              <a:rPr lang="es-E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8/11/23</a:t>
            </a:fld>
            <a:endParaRPr lang="es-E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25825-B1DE-1B44-BAFE-9EA3DBC1CEEA}" type="slidenum">
              <a:rPr lang="es-E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‹Nº›</a:t>
            </a:fld>
            <a:endParaRPr lang="es-E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429541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los estilos de texto del patrón
Segundo nivel
Tercer nivel
Cuarto nivel
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604C90-5466-0B48-96CB-E2890ED738F2}" type="datetimeFigureOut">
              <a:rPr lang="es-E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8/11/23</a:t>
            </a:fld>
            <a:endParaRPr lang="es-E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25825-B1DE-1B44-BAFE-9EA3DBC1CEEA}" type="slidenum">
              <a:rPr lang="es-E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‹Nº›</a:t>
            </a:fld>
            <a:endParaRPr lang="es-E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99295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/>
              <a:t>Editar los estilos de texto del patrón
Segundo nivel
Tercer nivel
Cuarto nivel
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604C90-5466-0B48-96CB-E2890ED738F2}" type="datetimeFigureOut">
              <a:rPr lang="es-E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8/11/23</a:t>
            </a:fld>
            <a:endParaRPr lang="es-E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25825-B1DE-1B44-BAFE-9EA3DBC1CEEA}" type="slidenum">
              <a:rPr lang="es-E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‹Nº›</a:t>
            </a:fld>
            <a:endParaRPr lang="es-E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741068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604C90-5466-0B48-96CB-E2890ED738F2}" type="datetimeFigureOut">
              <a:rPr lang="es-E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8/11/23</a:t>
            </a:fld>
            <a:endParaRPr lang="es-E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C25825-B1DE-1B44-BAFE-9EA3DBC1CEEA}" type="slidenum">
              <a:rPr lang="es-E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‹Nº›</a:t>
            </a:fld>
            <a:endParaRPr lang="es-E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pic>
        <p:nvPicPr>
          <p:cNvPr id="9" name="Imagen 8" descr="PPT6.jpg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37511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813CB819-BB66-C846-8579-8BBC93D116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9950" y="584200"/>
            <a:ext cx="7404100" cy="568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32302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F5675B5F-28AC-7146-BD6F-3F076DDE3C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185" y="0"/>
            <a:ext cx="8352692" cy="6206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72456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0EEF2F92-D537-4F4A-81D5-F8E92919F2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538191"/>
            <a:ext cx="8064500" cy="5628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70537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D519CFE9-CCA1-7448-9E96-590A08DCE0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28084" y="615460"/>
            <a:ext cx="9272084" cy="3983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75781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BE4ED229-57D5-7847-916C-9D97328D33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041" y="445965"/>
            <a:ext cx="7203343" cy="6172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99865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E05EADA6-0DE8-2041-8B1F-494C26DFB5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59465" y="650630"/>
            <a:ext cx="9596896" cy="5339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0247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08993A2B-F64B-C741-A18E-77671397C7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09609" y="949569"/>
            <a:ext cx="9330015" cy="4941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49423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52866498"/>
      </p:ext>
    </p:extLst>
  </p:cSld>
  <p:clrMapOvr>
    <a:masterClrMapping/>
  </p:clrMapOvr>
</p:sld>
</file>

<file path=ppt/theme/theme1.xml><?xml version="1.0" encoding="utf-8"?>
<a:theme xmlns:a="http://schemas.openxmlformats.org/drawingml/2006/main" name="1_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U2 Cinemática" id="{3686FD48-DE98-A746-A7A5-47EF494658E2}" vid="{DD2B0039-592C-6042-9754-64177824BB8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1_Tema de Office</Template>
  <TotalTime>5</TotalTime>
  <Words>0</Words>
  <Application>Microsoft Macintosh PowerPoint</Application>
  <PresentationFormat>Presentación en pantalla (4:3)</PresentationFormat>
  <Paragraphs>0</Paragraphs>
  <Slides>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1" baseType="lpstr">
      <vt:lpstr>Arial</vt:lpstr>
      <vt:lpstr>Calibri</vt:lpstr>
      <vt:lpstr>1_Tema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LISSETTE ANDREA SALAMANCA MELLA</dc:creator>
  <cp:lastModifiedBy>LISSETTE ANDREA SALAMANCA MELLA</cp:lastModifiedBy>
  <cp:revision>1</cp:revision>
  <cp:lastPrinted>2018-08-19T15:05:53Z</cp:lastPrinted>
  <dcterms:created xsi:type="dcterms:W3CDTF">2023-11-08T14:09:28Z</dcterms:created>
  <dcterms:modified xsi:type="dcterms:W3CDTF">2023-11-08T14:15:25Z</dcterms:modified>
</cp:coreProperties>
</file>