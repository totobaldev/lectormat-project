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333" r:id="rId2"/>
    <p:sldId id="334" r:id="rId3"/>
    <p:sldId id="335" r:id="rId4"/>
    <p:sldId id="336" r:id="rId5"/>
    <p:sldId id="337" r:id="rId6"/>
    <p:sldId id="338" r:id="rId7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64" autoAdjust="0"/>
    <p:restoredTop sz="94709" autoAdjust="0"/>
  </p:normalViewPr>
  <p:slideViewPr>
    <p:cSldViewPr snapToGrid="0" snapToObjects="1">
      <p:cViewPr varScale="1">
        <p:scale>
          <a:sx n="73" d="100"/>
          <a:sy n="73" d="100"/>
        </p:scale>
        <p:origin x="192" y="5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9654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4168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002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4546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2025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316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947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6894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2954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929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4106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9" name="Imagen 8" descr="PPT6.jp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751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86D0A34-C8A4-314A-AFF5-980065B27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495300"/>
            <a:ext cx="75057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230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8340D48-1415-754D-9B4F-D91280D9D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4016"/>
            <a:ext cx="9032059" cy="326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053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43ADCA2-30F6-894E-A3A0-5088E1E7E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69" y="1336431"/>
            <a:ext cx="8365881" cy="228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26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60A8D65-D9CD-2441-A37B-74CA0632D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92" y="731694"/>
            <a:ext cx="8088435" cy="526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44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EFF819E-4EC9-8E4C-BA20-17340E40A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" y="57150"/>
            <a:ext cx="6578600" cy="67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96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3898759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2 Cinemática" id="{3686FD48-DE98-A746-A7A5-47EF494658E2}" vid="{DD2B0039-592C-6042-9754-64177824BB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1_Tema de Office</Template>
  <TotalTime>3</TotalTime>
  <Words>0</Words>
  <Application>Microsoft Macintosh PowerPoint</Application>
  <PresentationFormat>Presentación en pantalla (4:3)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LISSETTE ANDREA SALAMANCA MELLA</dc:creator>
  <cp:lastModifiedBy>LISSETTE ANDREA SALAMANCA MELLA</cp:lastModifiedBy>
  <cp:revision>1</cp:revision>
  <cp:lastPrinted>2018-08-19T15:05:53Z</cp:lastPrinted>
  <dcterms:created xsi:type="dcterms:W3CDTF">2023-11-08T15:06:02Z</dcterms:created>
  <dcterms:modified xsi:type="dcterms:W3CDTF">2023-11-08T15:09:34Z</dcterms:modified>
</cp:coreProperties>
</file>