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4" r:id="rId3"/>
    <p:sldId id="335" r:id="rId4"/>
    <p:sldId id="336" r:id="rId5"/>
    <p:sldId id="337" r:id="rId6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3" d="100"/>
          <a:sy n="73" d="100"/>
        </p:scale>
        <p:origin x="192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04353D-6CDF-E64A-9743-BDA446B0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09550"/>
            <a:ext cx="7366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EEB162-AA74-184E-AE9A-B839202D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3" y="931985"/>
            <a:ext cx="8176719" cy="37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4C58B6-454F-C442-906C-E4587C7D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" y="607176"/>
            <a:ext cx="7469554" cy="553034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2FA9920-7708-B042-AE5A-A08E7BEB65B8}"/>
              </a:ext>
            </a:extLst>
          </p:cNvPr>
          <p:cNvSpPr/>
          <p:nvPr/>
        </p:nvSpPr>
        <p:spPr>
          <a:xfrm>
            <a:off x="4611078" y="2281534"/>
            <a:ext cx="4339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200" b="1" dirty="0">
                <a:solidFill>
                  <a:schemeClr val="accent1"/>
                </a:solidFill>
              </a:rPr>
              <a:t>https://www.youtube.com/watch?v=rVwBnwbs9M4&amp;list=PLKZer9NphMpxpE9VzE--si96DHD4QrczJ&amp;index=6</a:t>
            </a:r>
          </a:p>
        </p:txBody>
      </p:sp>
    </p:spTree>
    <p:extLst>
      <p:ext uri="{BB962C8B-B14F-4D97-AF65-F5344CB8AC3E}">
        <p14:creationId xmlns:p14="http://schemas.microsoft.com/office/powerpoint/2010/main" val="234470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73336F-2016-BC4F-BA9E-A0A1EE2D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131323"/>
            <a:ext cx="7257073" cy="602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2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F998B82-3BD8-4944-A269-C7BFC471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2" y="32456"/>
            <a:ext cx="7582388" cy="583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629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3</TotalTime>
  <Words>23</Words>
  <Application>Microsoft Macintosh PowerPoint</Application>
  <PresentationFormat>Presentación en pantalla (4:3)</PresentationFormat>
  <Paragraphs>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LISSETTE ANDREA SALAMANCA MELLA</cp:lastModifiedBy>
  <cp:revision>1</cp:revision>
  <cp:lastPrinted>2018-08-19T15:05:53Z</cp:lastPrinted>
  <dcterms:created xsi:type="dcterms:W3CDTF">2023-11-08T15:09:41Z</dcterms:created>
  <dcterms:modified xsi:type="dcterms:W3CDTF">2023-11-08T15:12:43Z</dcterms:modified>
</cp:coreProperties>
</file>