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2" r:id="rId1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F68F1-5789-0ECF-2228-762F7929B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625571-00D0-6AC1-8B42-562316DFF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7596A-E593-E81F-7195-70DDDE8E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1BCEAF-C0C8-75F5-5521-CD5B08A70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E11205-EF09-9AD3-3E15-9B757A4F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2451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E5B8F-2D58-D34C-1091-4E1CBEDAF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6D7AA4-981F-F582-F378-D743516D7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000C03-39D4-A2C1-BD93-3A1E2791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4F9671-21B7-17F0-FC23-ADE509DFE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E0935F-FF89-36CD-131D-D440D6627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315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DE1DD6-BE00-7CBF-BF08-3B35D9718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5AA5CA-A763-4F15-2202-869EE8AF8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22A214-9166-73BE-D0F3-12B89A590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03B563-AB34-43A9-6B4F-C80C1B07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4DE63D-CB13-3A81-666E-50610951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9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552209-42A8-0B53-6776-20E94A50C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C78AD3-DCAB-EB3E-F89F-57C90D8EB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C2F3B6-7EEC-1791-4E70-52ABC9331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2485B31-E532-A354-1481-02642F6BE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6FACBB-DF25-3A13-89FA-D4B28EA8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7FE31F-4630-7E0F-F0F4-F8D62D4D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162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E4A17-6BC9-21D5-4100-F35DA86A2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02C5A0-B809-047E-E80C-6540A4561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71B3F56-FA2A-3804-3945-6564EF655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D7DD76B-B222-8C35-F2D3-3598BE5023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7AC7C8-7FAB-1DF4-2BDD-DB189D5A7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E0B53DE-1FD9-CD30-73B4-ED733AADD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628CF2-3C91-D86A-97A6-71DB9A6B7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90BF47-41B1-3F57-5D29-7B14A2BFF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435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B2DFF-8AB9-3D2A-B86C-B07CE3D8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DBD443-EF8B-2872-27C0-A4A53C4D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22C971A-F9C3-0475-0D02-A53DB33A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F71505-B71F-5D1C-A462-A9ED830B5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874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DDECF7D-5C9A-1F87-43B6-CC8A69D4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C02B959-2254-6745-686F-08D980EA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A438B17-E594-68E4-1FBD-C36F620A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9529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A7E49D-0DBB-70A2-BE67-D9CE6C3CC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3A2C5A-E110-435B-1A98-20A2ED31F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725694-CEEB-A23A-95D8-E19D72CBA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7120E6-2E5E-858B-C359-158AAFFB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671A01-81BF-3C26-01AB-369D4EFC4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A82E97-1C69-51B3-879C-8B620BEE3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593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4B903-2C78-65C7-2AE8-10C5391E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BEBD0C8-5C0C-1C85-B778-F5BC3ADB2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71D4576-194D-0BED-0EC1-31533D6EE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BA171F-808F-D97D-17F9-4C2F4306B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F2261B-D210-DBFB-1E96-6734DD91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A1D5CC-89EE-FB70-E5E3-2AB6C7FA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9041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1C3954-E08D-C0C4-34A4-3B9FB1C9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1C27CB-8597-B94D-6127-97F60CB2A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5BEC8A-5FFB-60D1-2431-B9EEF685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B54D46-FFC7-5C20-9572-D1D683C28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333834-539C-DA82-D7F0-49058031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259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80F9AD-9429-4C8A-D0A5-AC697D8BA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6E03D4-5500-A84F-94E1-6881B6D17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9E2D71-B8F9-90F9-30EB-9A37D7CAC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5DE177-6D04-D67C-70D7-66FF81A59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985F8-DDAB-EDD0-AD88-2B10286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430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4E38C7D-9C94-A11F-4198-9C0EFADA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1C6842-A6F1-C6D5-A521-2F55AA14B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70EAE8-94DE-9698-372C-A87C57F8E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145F0F-ABEA-49D3-ADF5-B61D2DA89C31}" type="datetimeFigureOut">
              <a:rPr lang="es-CL" smtClean="0"/>
              <a:t>06-10-2023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F8A5A3-2011-9F99-5AE3-485EAEEC4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F4D51C-BFB7-3D36-8F5D-510A333BF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B0801-C394-46F1-BA09-9052FD7311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2363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AD0EB-48AF-2D94-2566-EBDA8798BE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1: Nombre del proyecto, integrantes, profesor, asignatura y carrera 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9360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19140-C4B6-4426-7B0B-A9112C97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2: </a:t>
            </a:r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Definición del proyecto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73344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B8513-76B1-3793-002B-328B06334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3: </a:t>
            </a:r>
            <a:r>
              <a:rPr lang="es-ES" sz="1800" dirty="0">
                <a:solidFill>
                  <a:srgbClr val="000000"/>
                </a:solidFill>
                <a:latin typeface="Calibri" panose="020F0502020204030204" pitchFamily="34" charset="0"/>
              </a:rPr>
              <a:t>Tema de investigación, nociones matemáticas y problemática a abordar</a:t>
            </a:r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27147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11957-82E8-115C-643E-E2F3E1D8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4: Objetivos y preguntas de investigación  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6523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98CB-BD8E-1D3C-036A-D1FE2E56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5: Temas iniciales involucrados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7720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B98CB-BD8E-1D3C-036A-D1FE2E56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Diapositiva 6: Cronograma y materiales </a:t>
            </a:r>
            <a:r>
              <a:rPr lang="es-ES" sz="18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 utilizar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500247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8e1d99-ad59-48f1-b4b7-e09c670c428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2A84260D04624A8B717A5811981AC4" ma:contentTypeVersion="16" ma:contentTypeDescription="Create a new document." ma:contentTypeScope="" ma:versionID="78ec2117f7e2a26e85b2e503ca3368cf">
  <xsd:schema xmlns:xsd="http://www.w3.org/2001/XMLSchema" xmlns:xs="http://www.w3.org/2001/XMLSchema" xmlns:p="http://schemas.microsoft.com/office/2006/metadata/properties" xmlns:ns3="044690ba-3bcd-4bf0-9bed-6c935b699a1b" xmlns:ns4="e18e1d99-ad59-48f1-b4b7-e09c670c4281" targetNamespace="http://schemas.microsoft.com/office/2006/metadata/properties" ma:root="true" ma:fieldsID="bd91240d1f551a398bc54852b2baaade" ns3:_="" ns4:_="">
    <xsd:import namespace="044690ba-3bcd-4bf0-9bed-6c935b699a1b"/>
    <xsd:import namespace="e18e1d99-ad59-48f1-b4b7-e09c670c428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Tags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CR" minOccurs="0"/>
                <xsd:element ref="ns4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690ba-3bcd-4bf0-9bed-6c935b699a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e1d99-ad59-48f1-b4b7-e09c670c42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3AC9BC-3A48-41FB-89C8-97DFFCFF99CC}">
  <ds:schemaRefs>
    <ds:schemaRef ds:uri="http://purl.org/dc/terms/"/>
    <ds:schemaRef ds:uri="http://purl.org/dc/dcmitype/"/>
    <ds:schemaRef ds:uri="http://schemas.microsoft.com/office/infopath/2007/PartnerControls"/>
    <ds:schemaRef ds:uri="e18e1d99-ad59-48f1-b4b7-e09c670c4281"/>
    <ds:schemaRef ds:uri="http://schemas.microsoft.com/office/2006/documentManagement/types"/>
    <ds:schemaRef ds:uri="http://www.w3.org/XML/1998/namespace"/>
    <ds:schemaRef ds:uri="http://purl.org/dc/elements/1.1/"/>
    <ds:schemaRef ds:uri="http://schemas.openxmlformats.org/package/2006/metadata/core-properties"/>
    <ds:schemaRef ds:uri="044690ba-3bcd-4bf0-9bed-6c935b699a1b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CD2E0C6-02D9-4725-AA2D-08585DAEFE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A8A3B3-4AE0-4A4B-B7C7-6305818128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4690ba-3bcd-4bf0-9bed-6c935b699a1b"/>
    <ds:schemaRef ds:uri="e18e1d99-ad59-48f1-b4b7-e09c670c42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</Words>
  <Application>Microsoft Office PowerPoint</Application>
  <PresentationFormat>Panorámica</PresentationFormat>
  <Paragraphs>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Diapositiva 1: Nombre del proyecto, integrantes, profesor, asignatura y carrera </vt:lpstr>
      <vt:lpstr>Diapositiva 2: Definición del proyecto</vt:lpstr>
      <vt:lpstr>Diapositiva 3: Tema de investigación, nociones matemáticas y problemática a abordar </vt:lpstr>
      <vt:lpstr>Diapositiva 4: Objetivos y preguntas de investigación  </vt:lpstr>
      <vt:lpstr>Diapositiva 5: Temas iniciales involucrados</vt:lpstr>
      <vt:lpstr>Diapositiva 6: Cronograma y materiales a utilizar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1: Nombre del proyecto, integrantes, profesor, asignatura y carrera</dc:title>
  <dc:creator>GISELLE ANGELICA MORA OCARES</dc:creator>
  <cp:lastModifiedBy>Georgina Soto Oviedo</cp:lastModifiedBy>
  <cp:revision>11</cp:revision>
  <dcterms:created xsi:type="dcterms:W3CDTF">2023-08-31T16:26:40Z</dcterms:created>
  <dcterms:modified xsi:type="dcterms:W3CDTF">2023-10-06T13:38:15Z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0x0101003A2A84260D04624A8B717A5811981AC4</vt:lpwstr>
  </property>
</Properties>
</file>