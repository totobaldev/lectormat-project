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333" r:id="rId2"/>
    <p:sldId id="336" r:id="rId3"/>
    <p:sldId id="335" r:id="rId4"/>
    <p:sldId id="334" r:id="rId5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64" autoAdjust="0"/>
    <p:restoredTop sz="94709" autoAdjust="0"/>
  </p:normalViewPr>
  <p:slideViewPr>
    <p:cSldViewPr snapToGrid="0" snapToObjects="1">
      <p:cViewPr varScale="1">
        <p:scale>
          <a:sx n="73" d="100"/>
          <a:sy n="73" d="100"/>
        </p:scale>
        <p:origin x="192" y="5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4/4/23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965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4/4/23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4168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4/4/23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002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4/4/23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4546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4/4/23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202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4/4/23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316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4/4/23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947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4/4/23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6894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4/4/23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2954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4/4/23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29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4/4/23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410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4/4/23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9" name="Imagen 8" descr="PPT6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5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2B52B82-A097-EB4B-99E8-AFD1509A8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177" y="932473"/>
            <a:ext cx="6324600" cy="19685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AF2334E-6934-1A47-8474-87072BF43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77" y="3217495"/>
            <a:ext cx="7292050" cy="27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3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5A45BB2-002E-4B43-84D9-B2F5C43FB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46" y="1173678"/>
            <a:ext cx="8347191" cy="152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867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29C0222-6B31-294A-A3E9-C2F6A8E45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92" y="807427"/>
            <a:ext cx="6910754" cy="250926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A3F149B-8937-0946-80DF-C677BA607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865" y="3743569"/>
            <a:ext cx="31115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72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8D85BA7-65B7-2B4D-9AE1-8B5085D34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45" y="1055565"/>
            <a:ext cx="7609643" cy="291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5376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2 Cinemática" id="{3686FD48-DE98-A746-A7A5-47EF494658E2}" vid="{DD2B0039-592C-6042-9754-64177824BB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1_Tema de Office</Template>
  <TotalTime>5</TotalTime>
  <Words>0</Words>
  <Application>Microsoft Macintosh PowerPoint</Application>
  <PresentationFormat>Presentación en pantalla (4:3)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LISSETTE ANDREA SALAMANCA MELLA</dc:creator>
  <cp:lastModifiedBy>LISSETTE ANDREA SALAMANCA MELLA</cp:lastModifiedBy>
  <cp:revision>1</cp:revision>
  <cp:lastPrinted>2018-08-19T15:05:53Z</cp:lastPrinted>
  <dcterms:created xsi:type="dcterms:W3CDTF">2023-04-04T15:54:18Z</dcterms:created>
  <dcterms:modified xsi:type="dcterms:W3CDTF">2023-04-04T15:59:49Z</dcterms:modified>
</cp:coreProperties>
</file>